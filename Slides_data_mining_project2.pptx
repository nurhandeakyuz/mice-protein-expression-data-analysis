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CDF5"/>
          </a:solidFill>
        </a:fill>
      </a:tcStyle>
    </a:wholeTbl>
    <a:band2H>
      <a:tcTxStyle b="def" i="def"/>
      <a:tcStyle>
        <a:tcBdr/>
        <a:fill>
          <a:solidFill>
            <a:srgbClr val="EDE8F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CDF5"/>
          </a:solidFill>
        </a:fill>
      </a:tcStyle>
    </a:wholeTbl>
    <a:band2H>
      <a:tcTxStyle b="def" i="def"/>
      <a:tcStyle>
        <a:tcBdr/>
        <a:fill>
          <a:solidFill>
            <a:srgbClr val="EDE8F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3CBD1"/>
          </a:solidFill>
        </a:fill>
      </a:tcStyle>
    </a:wholeTbl>
    <a:band2H>
      <a:tcTxStyle b="def" i="def"/>
      <a:tcStyle>
        <a:tcBdr/>
        <a:fill>
          <a:solidFill>
            <a:srgbClr val="EAE7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84" name="Shape 84"/>
          <p:cNvSpPr/>
          <p:nvPr>
            <p:ph type="sldImg"/>
          </p:nvPr>
        </p:nvSpPr>
        <p:spPr>
          <a:xfrm>
            <a:off x="1143000" y="685800"/>
            <a:ext cx="4572000" cy="3429000"/>
          </a:xfrm>
          <a:prstGeom prst="rect">
            <a:avLst/>
          </a:prstGeom>
        </p:spPr>
        <p:txBody>
          <a:bodyPr/>
          <a:lstStyle/>
          <a:p>
            <a:pPr/>
          </a:p>
        </p:txBody>
      </p:sp>
      <p:sp>
        <p:nvSpPr>
          <p:cNvPr id="85" name="Shape 8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Shape 347"/>
          <p:cNvSpPr/>
          <p:nvPr>
            <p:ph type="sldImg"/>
          </p:nvPr>
        </p:nvSpPr>
        <p:spPr>
          <a:prstGeom prst="rect">
            <a:avLst/>
          </a:prstGeom>
        </p:spPr>
        <p:txBody>
          <a:bodyPr/>
          <a:lstStyle/>
          <a:p>
            <a:pPr/>
          </a:p>
        </p:txBody>
      </p:sp>
      <p:sp>
        <p:nvSpPr>
          <p:cNvPr id="348" name="Shape 348"/>
          <p:cNvSpPr/>
          <p:nvPr>
            <p:ph type="body" sz="quarter" idx="1"/>
          </p:nvPr>
        </p:nvSpPr>
        <p:spPr>
          <a:prstGeom prst="rect">
            <a:avLst/>
          </a:prstGeom>
        </p:spPr>
        <p:txBody>
          <a:bodyPr/>
          <a:lstStyle>
            <a:lvl1pPr>
              <a:defRPr sz="1100">
                <a:solidFill>
                  <a:srgbClr val="FFFFFF"/>
                </a:solidFill>
              </a:defRPr>
            </a:lvl1pPr>
          </a:lstStyle>
          <a:p>
            <a:pPr/>
            <a:r>
              <a:t>Mice protein expression data is formed of expression levels of 77 proteins/protein variations that generated detectable signals inside the nuclear fraction of cortex. Totally, there are 72 mice. 38 of them are control mice and 34 of them for trisomic (Down syndrome) mice. In the tests, for each protein per sample/mouse, 15 measurements were recorded. Thus, there are 38x15 (570) tests for control mice and for trisomic mice, there are 34x15 (510) tests. Totally, 1080 tests per protein included in the dataset and each test can be considered as an independent sample/mouse. Finally, dataset contains 8 classes.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Başlık Metni"/>
          <p:cNvSpPr txBox="1"/>
          <p:nvPr>
            <p:ph type="title"/>
          </p:nvPr>
        </p:nvSpPr>
        <p:spPr>
          <a:xfrm>
            <a:off x="708349" y="708299"/>
            <a:ext cx="2895901" cy="1385701"/>
          </a:xfrm>
          <a:prstGeom prst="rect">
            <a:avLst/>
          </a:prstGeom>
          <a:ln w="28575">
            <a:solidFill>
              <a:schemeClr val="accent4"/>
            </a:solidFill>
            <a:round/>
          </a:ln>
        </p:spPr>
        <p:txBody>
          <a:bodyPr anchor="ctr">
            <a:normAutofit fontScale="100000" lnSpcReduction="0"/>
          </a:bodyPr>
          <a:lstStyle>
            <a:lvl1pPr algn="ctr">
              <a:lnSpc>
                <a:spcPct val="80000"/>
              </a:lnSpc>
              <a:defRPr sz="3300"/>
            </a:lvl1pPr>
          </a:lstStyle>
          <a:p>
            <a:pPr/>
            <a:r>
              <a:t>Başlık Metni</a:t>
            </a:r>
          </a:p>
        </p:txBody>
      </p:sp>
      <p:sp>
        <p:nvSpPr>
          <p:cNvPr id="12" name="Gövde Düzeyi Bir…"/>
          <p:cNvSpPr txBox="1"/>
          <p:nvPr>
            <p:ph type="body" sz="quarter" idx="1"/>
          </p:nvPr>
        </p:nvSpPr>
        <p:spPr>
          <a:xfrm>
            <a:off x="708349" y="2257025"/>
            <a:ext cx="2895901" cy="362701"/>
          </a:xfrm>
          <a:prstGeom prst="rect">
            <a:avLst/>
          </a:prstGeom>
          <a:ln w="19050">
            <a:solidFill>
              <a:schemeClr val="accent4"/>
            </a:solidFill>
            <a:round/>
          </a:ln>
        </p:spPr>
        <p:txBody>
          <a:bodyPr>
            <a:normAutofit fontScale="100000" lnSpcReduction="0"/>
          </a:bodyPr>
          <a:lstStyle>
            <a:lvl1pPr marL="317500" indent="-177800" algn="ctr">
              <a:buClrTx/>
              <a:buSzTx/>
              <a:buFontTx/>
              <a:buNone/>
              <a:defRPr sz="1200"/>
            </a:lvl1pPr>
            <a:lvl2pPr marL="317500" indent="279400" algn="ctr">
              <a:buClrTx/>
              <a:buSzTx/>
              <a:buFontTx/>
              <a:buNone/>
              <a:defRPr sz="1200"/>
            </a:lvl2pPr>
            <a:lvl3pPr marL="317500" indent="736600" algn="ctr">
              <a:buClrTx/>
              <a:buSzTx/>
              <a:buFontTx/>
              <a:buNone/>
              <a:defRPr sz="1200"/>
            </a:lvl3pPr>
            <a:lvl4pPr marL="317500" indent="1193800" algn="ctr">
              <a:buClrTx/>
              <a:buSzTx/>
              <a:buFontTx/>
              <a:buNone/>
              <a:defRPr sz="1200"/>
            </a:lvl4pPr>
            <a:lvl5pPr marL="317500" indent="1651000" algn="ctr">
              <a:buClrTx/>
              <a:buSzTx/>
              <a:buFontTx/>
              <a:buNone/>
              <a:defRPr sz="1200"/>
            </a:lvl5pPr>
          </a:lstStyle>
          <a:p>
            <a:pPr/>
            <a:r>
              <a:t>Gövde Düzeyi Bir</a:t>
            </a:r>
          </a:p>
          <a:p>
            <a:pPr lvl="1"/>
            <a:r>
              <a:t>Gövde Düzeyi İki</a:t>
            </a:r>
          </a:p>
          <a:p>
            <a:pPr lvl="2"/>
            <a:r>
              <a:t>Gövde Düzeyi Üç</a:t>
            </a:r>
          </a:p>
          <a:p>
            <a:pPr lvl="3"/>
            <a:r>
              <a:t>Gövde Düzeyi Dört</a:t>
            </a:r>
          </a:p>
          <a:p>
            <a:pPr lvl="4"/>
            <a:r>
              <a:t>Gövde Düzeyi Beş</a:t>
            </a:r>
          </a:p>
        </p:txBody>
      </p:sp>
      <p:sp>
        <p:nvSpPr>
          <p:cNvPr id="13"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0" name="Google Shape;23;p4"/>
          <p:cNvSpPr/>
          <p:nvPr/>
        </p:nvSpPr>
        <p:spPr>
          <a:xfrm>
            <a:off x="6863474" y="973474"/>
            <a:ext cx="2362501" cy="1"/>
          </a:xfrm>
          <a:prstGeom prst="line">
            <a:avLst/>
          </a:prstGeom>
          <a:ln w="28575">
            <a:solidFill>
              <a:schemeClr val="accent4"/>
            </a:solidFill>
          </a:ln>
        </p:spPr>
        <p:txBody>
          <a:bodyPr lIns="45719" rIns="45719"/>
          <a:lstStyle/>
          <a:p>
            <a:pPr/>
          </a:p>
        </p:txBody>
      </p:sp>
      <p:sp>
        <p:nvSpPr>
          <p:cNvPr id="21" name="Google Shape;24;p4"/>
          <p:cNvSpPr/>
          <p:nvPr/>
        </p:nvSpPr>
        <p:spPr>
          <a:xfrm>
            <a:off x="6863474" y="709749"/>
            <a:ext cx="2362501" cy="1"/>
          </a:xfrm>
          <a:prstGeom prst="line">
            <a:avLst/>
          </a:prstGeom>
          <a:ln w="28575">
            <a:solidFill>
              <a:schemeClr val="accent4"/>
            </a:solidFill>
          </a:ln>
        </p:spPr>
        <p:txBody>
          <a:bodyPr lIns="45719" rIns="45719"/>
          <a:lstStyle/>
          <a:p>
            <a:pPr/>
          </a:p>
        </p:txBody>
      </p:sp>
      <p:sp>
        <p:nvSpPr>
          <p:cNvPr id="22" name="Google Shape;25;p4"/>
          <p:cNvSpPr/>
          <p:nvPr/>
        </p:nvSpPr>
        <p:spPr>
          <a:xfrm>
            <a:off x="6863474" y="841107"/>
            <a:ext cx="2362501" cy="1"/>
          </a:xfrm>
          <a:prstGeom prst="line">
            <a:avLst/>
          </a:prstGeom>
          <a:ln w="28575">
            <a:solidFill>
              <a:schemeClr val="accent4"/>
            </a:solidFill>
          </a:ln>
        </p:spPr>
        <p:txBody>
          <a:bodyPr lIns="45719" rIns="45719"/>
          <a:lstStyle/>
          <a:p>
            <a:pPr/>
          </a:p>
        </p:txBody>
      </p:sp>
      <p:sp>
        <p:nvSpPr>
          <p:cNvPr id="23" name="Google Shape;26;p4"/>
          <p:cNvSpPr/>
          <p:nvPr/>
        </p:nvSpPr>
        <p:spPr>
          <a:xfrm flipV="1">
            <a:off x="4573270" y="-171430"/>
            <a:ext cx="1" cy="726001"/>
          </a:xfrm>
          <a:prstGeom prst="line">
            <a:avLst/>
          </a:prstGeom>
          <a:ln w="28575">
            <a:solidFill>
              <a:schemeClr val="accent4"/>
            </a:solidFill>
          </a:ln>
        </p:spPr>
        <p:txBody>
          <a:bodyPr lIns="45719" rIns="45719"/>
          <a:lstStyle/>
          <a:p>
            <a:pPr/>
          </a:p>
        </p:txBody>
      </p:sp>
      <p:sp>
        <p:nvSpPr>
          <p:cNvPr id="24" name="Başlık Metni"/>
          <p:cNvSpPr txBox="1"/>
          <p:nvPr>
            <p:ph type="title"/>
          </p:nvPr>
        </p:nvSpPr>
        <p:spPr>
          <a:xfrm>
            <a:off x="1310399" y="555269"/>
            <a:ext cx="6523202" cy="572702"/>
          </a:xfrm>
          <a:prstGeom prst="rect">
            <a:avLst/>
          </a:prstGeom>
          <a:solidFill>
            <a:schemeClr val="accent2"/>
          </a:solidFill>
          <a:ln w="28575">
            <a:solidFill>
              <a:schemeClr val="accent4"/>
            </a:solidFill>
            <a:round/>
          </a:ln>
        </p:spPr>
        <p:txBody>
          <a:bodyPr anchor="ctr">
            <a:normAutofit fontScale="100000" lnSpcReduction="0"/>
          </a:bodyPr>
          <a:lstStyle>
            <a:lvl1pPr algn="ctr"/>
          </a:lstStyle>
          <a:p>
            <a:pPr/>
            <a:r>
              <a:t>Başlık Metni</a:t>
            </a:r>
          </a:p>
        </p:txBody>
      </p:sp>
      <p:sp>
        <p:nvSpPr>
          <p:cNvPr id="25" name="Gövde Düzeyi Bir…"/>
          <p:cNvSpPr txBox="1"/>
          <p:nvPr>
            <p:ph type="body" idx="1"/>
          </p:nvPr>
        </p:nvSpPr>
        <p:spPr>
          <a:xfrm>
            <a:off x="616249" y="1427564"/>
            <a:ext cx="7916701" cy="3132000"/>
          </a:xfrm>
          <a:prstGeom prst="rect">
            <a:avLst/>
          </a:prstGeom>
        </p:spPr>
        <p:txBody>
          <a:bodyPr>
            <a:normAutofit fontScale="100000" lnSpcReduction="0"/>
          </a:bodyPr>
          <a:lstStyle/>
          <a:p>
            <a:pPr/>
            <a:r>
              <a:t>Gövde Düzeyi Bir</a:t>
            </a:r>
          </a:p>
          <a:p>
            <a:pPr lvl="1"/>
            <a:r>
              <a:t>Gövde Düzeyi İki</a:t>
            </a:r>
          </a:p>
          <a:p>
            <a:pPr lvl="2"/>
            <a:r>
              <a:t>Gövde Düzeyi Üç</a:t>
            </a:r>
          </a:p>
          <a:p>
            <a:pPr lvl="3"/>
            <a:r>
              <a:t>Gövde Düzeyi Dört</a:t>
            </a:r>
          </a:p>
          <a:p>
            <a:pPr lvl="4"/>
            <a:r>
              <a:t>Gövde Düzeyi Beş</a:t>
            </a:r>
          </a:p>
        </p:txBody>
      </p:sp>
      <p:sp>
        <p:nvSpPr>
          <p:cNvPr id="26"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grpSp>
        <p:nvGrpSpPr>
          <p:cNvPr id="36" name="Google Shape;30;p5"/>
          <p:cNvGrpSpPr/>
          <p:nvPr/>
        </p:nvGrpSpPr>
        <p:grpSpPr>
          <a:xfrm>
            <a:off x="-65676" y="709749"/>
            <a:ext cx="1428602" cy="263727"/>
            <a:chOff x="0" y="0"/>
            <a:chExt cx="1428600" cy="263725"/>
          </a:xfrm>
        </p:grpSpPr>
        <p:sp>
          <p:nvSpPr>
            <p:cNvPr id="33" name="Google Shape;31;p5"/>
            <p:cNvSpPr/>
            <p:nvPr/>
          </p:nvSpPr>
          <p:spPr>
            <a:xfrm>
              <a:off x="-1" y="263725"/>
              <a:ext cx="1428602" cy="1"/>
            </a:xfrm>
            <a:prstGeom prst="line">
              <a:avLst/>
            </a:prstGeom>
            <a:noFill/>
            <a:ln w="28575" cap="flat">
              <a:solidFill>
                <a:schemeClr val="accent4"/>
              </a:solidFill>
              <a:prstDash val="solid"/>
              <a:round/>
            </a:ln>
            <a:effectLst/>
          </p:spPr>
          <p:txBody>
            <a:bodyPr wrap="square" lIns="45719" tIns="45719" rIns="45719" bIns="45719" numCol="1" anchor="t">
              <a:noAutofit/>
            </a:bodyPr>
            <a:lstStyle/>
            <a:p>
              <a:pPr/>
            </a:p>
          </p:txBody>
        </p:sp>
        <p:sp>
          <p:nvSpPr>
            <p:cNvPr id="34" name="Google Shape;32;p5"/>
            <p:cNvSpPr/>
            <p:nvPr/>
          </p:nvSpPr>
          <p:spPr>
            <a:xfrm>
              <a:off x="-1" y="0"/>
              <a:ext cx="1428602" cy="1"/>
            </a:xfrm>
            <a:prstGeom prst="line">
              <a:avLst/>
            </a:prstGeom>
            <a:noFill/>
            <a:ln w="28575" cap="flat">
              <a:solidFill>
                <a:schemeClr val="accent4"/>
              </a:solidFill>
              <a:prstDash val="solid"/>
              <a:round/>
            </a:ln>
            <a:effectLst/>
          </p:spPr>
          <p:txBody>
            <a:bodyPr wrap="square" lIns="45719" tIns="45719" rIns="45719" bIns="45719" numCol="1" anchor="t">
              <a:noAutofit/>
            </a:bodyPr>
            <a:lstStyle/>
            <a:p>
              <a:pPr/>
            </a:p>
          </p:txBody>
        </p:sp>
        <p:sp>
          <p:nvSpPr>
            <p:cNvPr id="35" name="Google Shape;33;p5"/>
            <p:cNvSpPr/>
            <p:nvPr/>
          </p:nvSpPr>
          <p:spPr>
            <a:xfrm>
              <a:off x="-1" y="131358"/>
              <a:ext cx="1428602" cy="1"/>
            </a:xfrm>
            <a:prstGeom prst="line">
              <a:avLst/>
            </a:prstGeom>
            <a:noFill/>
            <a:ln w="28575" cap="flat">
              <a:solidFill>
                <a:schemeClr val="accent4"/>
              </a:solidFill>
              <a:prstDash val="solid"/>
              <a:round/>
            </a:ln>
            <a:effectLst/>
          </p:spPr>
          <p:txBody>
            <a:bodyPr wrap="square" lIns="45719" tIns="45719" rIns="45719" bIns="45719" numCol="1" anchor="t">
              <a:noAutofit/>
            </a:bodyPr>
            <a:lstStyle/>
            <a:p>
              <a:pPr/>
            </a:p>
          </p:txBody>
        </p:sp>
      </p:grpSp>
      <p:sp>
        <p:nvSpPr>
          <p:cNvPr id="37" name="Gövde Düzeyi Bir…"/>
          <p:cNvSpPr txBox="1"/>
          <p:nvPr>
            <p:ph type="body" sz="half" idx="1"/>
          </p:nvPr>
        </p:nvSpPr>
        <p:spPr>
          <a:xfrm>
            <a:off x="609724" y="1691083"/>
            <a:ext cx="3962401" cy="2844002"/>
          </a:xfrm>
          <a:prstGeom prst="rect">
            <a:avLst/>
          </a:prstGeom>
        </p:spPr>
        <p:txBody>
          <a:bodyPr>
            <a:normAutofit fontScale="100000" lnSpcReduction="0"/>
          </a:bodyPr>
          <a:lstStyle>
            <a:lvl1pPr indent="-311150">
              <a:lnSpc>
                <a:spcPct val="115000"/>
              </a:lnSpc>
              <a:buSzPts val="1200"/>
              <a:defRPr sz="1200"/>
            </a:lvl1pPr>
            <a:lvl2pPr marL="890465" indent="-287215">
              <a:lnSpc>
                <a:spcPct val="115000"/>
              </a:lnSpc>
              <a:buSzPts val="1200"/>
              <a:defRPr sz="1200"/>
            </a:lvl2pPr>
            <a:lvl3pPr marL="1347665" indent="-287215">
              <a:lnSpc>
                <a:spcPct val="115000"/>
              </a:lnSpc>
              <a:buSzPts val="1200"/>
              <a:defRPr sz="1200"/>
            </a:lvl3pPr>
            <a:lvl4pPr marL="1804865" indent="-287215">
              <a:lnSpc>
                <a:spcPct val="115000"/>
              </a:lnSpc>
              <a:buSzPts val="1200"/>
              <a:defRPr sz="1200"/>
            </a:lvl4pPr>
            <a:lvl5pPr marL="2262065" indent="-287215">
              <a:lnSpc>
                <a:spcPct val="115000"/>
              </a:lnSpc>
              <a:buSzPts val="1200"/>
              <a:defRPr sz="1200"/>
            </a:lvl5pPr>
          </a:lstStyle>
          <a:p>
            <a:pPr/>
            <a:r>
              <a:t>Gövde Düzeyi Bir</a:t>
            </a:r>
          </a:p>
          <a:p>
            <a:pPr lvl="1"/>
            <a:r>
              <a:t>Gövde Düzeyi İki</a:t>
            </a:r>
          </a:p>
          <a:p>
            <a:pPr lvl="2"/>
            <a:r>
              <a:t>Gövde Düzeyi Üç</a:t>
            </a:r>
          </a:p>
          <a:p>
            <a:pPr lvl="3"/>
            <a:r>
              <a:t>Gövde Düzeyi Dört</a:t>
            </a:r>
          </a:p>
          <a:p>
            <a:pPr lvl="4"/>
            <a:r>
              <a:t>Gövde Düzeyi Beş</a:t>
            </a:r>
          </a:p>
        </p:txBody>
      </p:sp>
      <p:sp>
        <p:nvSpPr>
          <p:cNvPr id="38" name="Google Shape;35;p5"/>
          <p:cNvSpPr txBox="1"/>
          <p:nvPr>
            <p:ph type="body" sz="quarter" idx="21"/>
          </p:nvPr>
        </p:nvSpPr>
        <p:spPr>
          <a:xfrm>
            <a:off x="4808425" y="2732766"/>
            <a:ext cx="3631801" cy="1777501"/>
          </a:xfrm>
          <a:prstGeom prst="rect">
            <a:avLst/>
          </a:prstGeom>
        </p:spPr>
        <p:txBody>
          <a:bodyPr>
            <a:normAutofit fontScale="100000" lnSpcReduction="0"/>
          </a:bodyPr>
          <a:lstStyle/>
          <a:p>
            <a:pPr indent="-311150">
              <a:lnSpc>
                <a:spcPct val="115000"/>
              </a:lnSpc>
              <a:buSzPts val="1200"/>
              <a:defRPr sz="1200"/>
            </a:pPr>
          </a:p>
        </p:txBody>
      </p:sp>
      <p:sp>
        <p:nvSpPr>
          <p:cNvPr id="39" name="Başlık Metni"/>
          <p:cNvSpPr txBox="1"/>
          <p:nvPr>
            <p:ph type="title"/>
          </p:nvPr>
        </p:nvSpPr>
        <p:spPr>
          <a:xfrm>
            <a:off x="711600" y="554700"/>
            <a:ext cx="2851501" cy="572701"/>
          </a:xfrm>
          <a:prstGeom prst="rect">
            <a:avLst/>
          </a:prstGeom>
          <a:solidFill>
            <a:schemeClr val="accent2"/>
          </a:solidFill>
          <a:ln w="28575">
            <a:solidFill>
              <a:schemeClr val="accent4"/>
            </a:solidFill>
            <a:round/>
          </a:ln>
        </p:spPr>
        <p:txBody>
          <a:bodyPr anchor="ctr">
            <a:normAutofit fontScale="100000" lnSpcReduction="0"/>
          </a:bodyPr>
          <a:lstStyle>
            <a:lvl1pPr algn="ctr"/>
          </a:lstStyle>
          <a:p>
            <a:pPr/>
            <a:r>
              <a:t>Başlık Metni</a:t>
            </a:r>
          </a:p>
        </p:txBody>
      </p:sp>
      <p:sp>
        <p:nvSpPr>
          <p:cNvPr id="40"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47" name="Başlık Metni"/>
          <p:cNvSpPr txBox="1"/>
          <p:nvPr>
            <p:ph type="title"/>
          </p:nvPr>
        </p:nvSpPr>
        <p:spPr>
          <a:xfrm>
            <a:off x="1761150" y="554700"/>
            <a:ext cx="5621700" cy="572701"/>
          </a:xfrm>
          <a:prstGeom prst="rect">
            <a:avLst/>
          </a:prstGeom>
          <a:solidFill>
            <a:schemeClr val="accent2"/>
          </a:solidFill>
          <a:ln w="28575">
            <a:solidFill>
              <a:schemeClr val="accent4"/>
            </a:solidFill>
            <a:round/>
          </a:ln>
        </p:spPr>
        <p:txBody>
          <a:bodyPr anchor="ctr">
            <a:normAutofit fontScale="100000" lnSpcReduction="0"/>
          </a:bodyPr>
          <a:lstStyle>
            <a:lvl1pPr algn="ctr"/>
          </a:lstStyle>
          <a:p>
            <a:pPr/>
            <a:r>
              <a:t>Başlık Metni</a:t>
            </a:r>
          </a:p>
        </p:txBody>
      </p:sp>
      <p:sp>
        <p:nvSpPr>
          <p:cNvPr id="48"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55" name="Gövde Düzeyi Bir…"/>
          <p:cNvSpPr txBox="1"/>
          <p:nvPr>
            <p:ph type="body" sz="quarter" idx="1"/>
          </p:nvPr>
        </p:nvSpPr>
        <p:spPr>
          <a:xfrm>
            <a:off x="5173574" y="2641350"/>
            <a:ext cx="2776801" cy="1150501"/>
          </a:xfrm>
          <a:prstGeom prst="rect">
            <a:avLst/>
          </a:prstGeom>
        </p:spPr>
        <p:txBody>
          <a:bodyPr>
            <a:normAutofit fontScale="100000" lnSpcReduction="0"/>
          </a:bodyPr>
          <a:lstStyle>
            <a:lvl1pPr marL="317500" indent="-177800" algn="ctr">
              <a:buClrTx/>
              <a:buSzTx/>
              <a:buFontTx/>
              <a:buNone/>
              <a:defRPr sz="1600"/>
            </a:lvl1pPr>
            <a:lvl2pPr marL="317500" indent="279400" algn="ctr">
              <a:buClrTx/>
              <a:buSzTx/>
              <a:buFontTx/>
              <a:buNone/>
              <a:defRPr sz="1600"/>
            </a:lvl2pPr>
            <a:lvl3pPr marL="317500" indent="736600" algn="ctr">
              <a:buClrTx/>
              <a:buSzTx/>
              <a:buFontTx/>
              <a:buNone/>
              <a:defRPr sz="1600"/>
            </a:lvl3pPr>
            <a:lvl4pPr marL="317500" indent="1193800" algn="ctr">
              <a:buClrTx/>
              <a:buSzTx/>
              <a:buFontTx/>
              <a:buNone/>
              <a:defRPr sz="1600"/>
            </a:lvl4pPr>
            <a:lvl5pPr marL="317500" indent="1651000" algn="ctr">
              <a:buClrTx/>
              <a:buSzTx/>
              <a:buFontTx/>
              <a:buNone/>
              <a:defRPr sz="1600"/>
            </a:lvl5pPr>
          </a:lstStyle>
          <a:p>
            <a:pPr/>
            <a:r>
              <a:t>Gövde Düzeyi Bir</a:t>
            </a:r>
          </a:p>
          <a:p>
            <a:pPr lvl="1"/>
            <a:r>
              <a:t>Gövde Düzeyi İki</a:t>
            </a:r>
          </a:p>
          <a:p>
            <a:pPr lvl="2"/>
            <a:r>
              <a:t>Gövde Düzeyi Üç</a:t>
            </a:r>
          </a:p>
          <a:p>
            <a:pPr lvl="3"/>
            <a:r>
              <a:t>Gövde Düzeyi Dört</a:t>
            </a:r>
          </a:p>
          <a:p>
            <a:pPr lvl="4"/>
            <a:r>
              <a:t>Gövde Düzeyi Beş</a:t>
            </a:r>
          </a:p>
        </p:txBody>
      </p:sp>
      <p:grpSp>
        <p:nvGrpSpPr>
          <p:cNvPr id="59" name="Google Shape;41;p7"/>
          <p:cNvGrpSpPr/>
          <p:nvPr/>
        </p:nvGrpSpPr>
        <p:grpSpPr>
          <a:xfrm>
            <a:off x="-108876" y="704045"/>
            <a:ext cx="9280226" cy="1319700"/>
            <a:chOff x="0" y="0"/>
            <a:chExt cx="9280225" cy="1319699"/>
          </a:xfrm>
        </p:grpSpPr>
        <p:sp>
          <p:nvSpPr>
            <p:cNvPr id="56" name="Google Shape;42;p7"/>
            <p:cNvSpPr/>
            <p:nvPr/>
          </p:nvSpPr>
          <p:spPr>
            <a:xfrm flipH="1" flipV="1">
              <a:off x="4669525" y="1317125"/>
              <a:ext cx="4610701" cy="1"/>
            </a:xfrm>
            <a:prstGeom prst="line">
              <a:avLst/>
            </a:prstGeom>
            <a:noFill/>
            <a:ln w="28575" cap="flat">
              <a:solidFill>
                <a:schemeClr val="accent4"/>
              </a:solidFill>
              <a:prstDash val="solid"/>
              <a:round/>
            </a:ln>
            <a:effectLst/>
          </p:spPr>
          <p:txBody>
            <a:bodyPr wrap="square" lIns="45719" tIns="45719" rIns="45719" bIns="45719" numCol="1" anchor="t">
              <a:noAutofit/>
            </a:bodyPr>
            <a:lstStyle/>
            <a:p>
              <a:pPr/>
            </a:p>
          </p:txBody>
        </p:sp>
        <p:sp>
          <p:nvSpPr>
            <p:cNvPr id="57" name="Google Shape;43;p7"/>
            <p:cNvSpPr/>
            <p:nvPr/>
          </p:nvSpPr>
          <p:spPr>
            <a:xfrm flipV="1">
              <a:off x="4682145" y="0"/>
              <a:ext cx="1" cy="1319700"/>
            </a:xfrm>
            <a:prstGeom prst="line">
              <a:avLst/>
            </a:prstGeom>
            <a:noFill/>
            <a:ln w="28575" cap="flat">
              <a:solidFill>
                <a:schemeClr val="accent4"/>
              </a:solidFill>
              <a:prstDash val="solid"/>
              <a:round/>
            </a:ln>
            <a:effectLst/>
          </p:spPr>
          <p:txBody>
            <a:bodyPr wrap="square" lIns="45719" tIns="45719" rIns="45719" bIns="45719" numCol="1" anchor="t">
              <a:noAutofit/>
            </a:bodyPr>
            <a:lstStyle/>
            <a:p>
              <a:pPr/>
            </a:p>
          </p:txBody>
        </p:sp>
        <p:sp>
          <p:nvSpPr>
            <p:cNvPr id="58" name="Google Shape;44;p7"/>
            <p:cNvSpPr/>
            <p:nvPr/>
          </p:nvSpPr>
          <p:spPr>
            <a:xfrm flipH="1" flipV="1">
              <a:off x="-1" y="5524"/>
              <a:ext cx="4687501" cy="1"/>
            </a:xfrm>
            <a:prstGeom prst="line">
              <a:avLst/>
            </a:prstGeom>
            <a:noFill/>
            <a:ln w="28575" cap="flat">
              <a:solidFill>
                <a:schemeClr val="accent4"/>
              </a:solidFill>
              <a:prstDash val="solid"/>
              <a:round/>
            </a:ln>
            <a:effectLst/>
          </p:spPr>
          <p:txBody>
            <a:bodyPr wrap="square" lIns="45719" tIns="45719" rIns="45719" bIns="45719" numCol="1" anchor="t">
              <a:noAutofit/>
            </a:bodyPr>
            <a:lstStyle/>
            <a:p>
              <a:pPr/>
            </a:p>
          </p:txBody>
        </p:sp>
      </p:grpSp>
      <p:sp>
        <p:nvSpPr>
          <p:cNvPr id="60" name="Başlık Metni"/>
          <p:cNvSpPr txBox="1"/>
          <p:nvPr>
            <p:ph type="title"/>
          </p:nvPr>
        </p:nvSpPr>
        <p:spPr>
          <a:xfrm>
            <a:off x="5173574" y="1474650"/>
            <a:ext cx="2776801" cy="1090501"/>
          </a:xfrm>
          <a:prstGeom prst="rect">
            <a:avLst/>
          </a:prstGeom>
          <a:solidFill>
            <a:schemeClr val="accent2"/>
          </a:solidFill>
          <a:ln w="28575">
            <a:solidFill>
              <a:schemeClr val="accent4"/>
            </a:solidFill>
            <a:round/>
          </a:ln>
        </p:spPr>
        <p:txBody>
          <a:bodyPr anchor="ctr">
            <a:normAutofit fontScale="100000" lnSpcReduction="0"/>
          </a:bodyPr>
          <a:lstStyle>
            <a:lvl1pPr algn="ctr"/>
          </a:lstStyle>
          <a:p>
            <a:pPr/>
            <a:r>
              <a:t>Başlık Metni</a:t>
            </a:r>
          </a:p>
        </p:txBody>
      </p:sp>
      <p:sp>
        <p:nvSpPr>
          <p:cNvPr id="61"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_1">
    <p:spTree>
      <p:nvGrpSpPr>
        <p:cNvPr id="1" name=""/>
        <p:cNvGrpSpPr/>
        <p:nvPr/>
      </p:nvGrpSpPr>
      <p:grpSpPr>
        <a:xfrm>
          <a:off x="0" y="0"/>
          <a:ext cx="0" cy="0"/>
          <a:chOff x="0" y="0"/>
          <a:chExt cx="0" cy="0"/>
        </a:xfrm>
      </p:grpSpPr>
      <p:sp>
        <p:nvSpPr>
          <p:cNvPr id="68" name="Google Shape;79;p13"/>
          <p:cNvSpPr/>
          <p:nvPr/>
        </p:nvSpPr>
        <p:spPr>
          <a:xfrm>
            <a:off x="-59401" y="841505"/>
            <a:ext cx="9203402" cy="1"/>
          </a:xfrm>
          <a:prstGeom prst="line">
            <a:avLst/>
          </a:prstGeom>
          <a:ln w="28575">
            <a:solidFill>
              <a:schemeClr val="accent4"/>
            </a:solidFill>
          </a:ln>
        </p:spPr>
        <p:txBody>
          <a:bodyPr lIns="45719" rIns="45719"/>
          <a:lstStyle/>
          <a:p>
            <a:pPr/>
          </a:p>
        </p:txBody>
      </p:sp>
      <p:sp>
        <p:nvSpPr>
          <p:cNvPr id="69" name="Başlık Metni"/>
          <p:cNvSpPr txBox="1"/>
          <p:nvPr>
            <p:ph type="title"/>
          </p:nvPr>
        </p:nvSpPr>
        <p:spPr>
          <a:xfrm>
            <a:off x="617200" y="555269"/>
            <a:ext cx="4446300" cy="572702"/>
          </a:xfrm>
          <a:prstGeom prst="rect">
            <a:avLst/>
          </a:prstGeom>
          <a:solidFill>
            <a:schemeClr val="accent2"/>
          </a:solidFill>
          <a:ln w="28575">
            <a:solidFill>
              <a:schemeClr val="accent4"/>
            </a:solidFill>
            <a:round/>
          </a:ln>
        </p:spPr>
        <p:txBody>
          <a:bodyPr anchor="ctr">
            <a:normAutofit fontScale="100000" lnSpcReduction="0"/>
          </a:bodyPr>
          <a:lstStyle/>
          <a:p>
            <a:pPr/>
            <a:r>
              <a:t>Başlık Metni</a:t>
            </a:r>
          </a:p>
        </p:txBody>
      </p:sp>
      <p:sp>
        <p:nvSpPr>
          <p:cNvPr id="70" name="Gövde Düzeyi Bir…"/>
          <p:cNvSpPr txBox="1"/>
          <p:nvPr>
            <p:ph type="body" sz="quarter" idx="1"/>
          </p:nvPr>
        </p:nvSpPr>
        <p:spPr>
          <a:xfrm>
            <a:off x="1927713" y="1782148"/>
            <a:ext cx="2358301" cy="538201"/>
          </a:xfrm>
          <a:prstGeom prst="rect">
            <a:avLst/>
          </a:prstGeom>
        </p:spPr>
        <p:txBody>
          <a:bodyPr>
            <a:normAutofit fontScale="100000" lnSpcReduction="0"/>
          </a:bodyPr>
          <a:lstStyle>
            <a:lvl1pPr marL="317500" indent="-177800">
              <a:buClrTx/>
              <a:buSzTx/>
              <a:buFontTx/>
              <a:buNone/>
              <a:defRPr sz="1200"/>
            </a:lvl1pPr>
            <a:lvl2pPr marL="317500" indent="279400">
              <a:buClrTx/>
              <a:buSzTx/>
              <a:buFontTx/>
              <a:buNone/>
              <a:defRPr sz="1200"/>
            </a:lvl2pPr>
            <a:lvl3pPr marL="317500" indent="736600">
              <a:buClrTx/>
              <a:buSzTx/>
              <a:buFontTx/>
              <a:buNone/>
              <a:defRPr sz="1200"/>
            </a:lvl3pPr>
            <a:lvl4pPr marL="317500" indent="1193800">
              <a:buClrTx/>
              <a:buSzTx/>
              <a:buFontTx/>
              <a:buNone/>
              <a:defRPr sz="1200"/>
            </a:lvl4pPr>
            <a:lvl5pPr marL="317500" indent="1651000">
              <a:buClrTx/>
              <a:buSzTx/>
              <a:buFontTx/>
              <a:buNone/>
              <a:defRPr sz="1200"/>
            </a:lvl5pPr>
          </a:lstStyle>
          <a:p>
            <a:pPr/>
            <a:r>
              <a:t>Gövde Düzeyi Bir</a:t>
            </a:r>
          </a:p>
          <a:p>
            <a:pPr lvl="1"/>
            <a:r>
              <a:t>Gövde Düzeyi İki</a:t>
            </a:r>
          </a:p>
          <a:p>
            <a:pPr lvl="2"/>
            <a:r>
              <a:t>Gövde Düzeyi Üç</a:t>
            </a:r>
          </a:p>
          <a:p>
            <a:pPr lvl="3"/>
            <a:r>
              <a:t>Gövde Düzeyi Dört</a:t>
            </a:r>
          </a:p>
          <a:p>
            <a:pPr lvl="4"/>
            <a:r>
              <a:t>Gövde Düzeyi Beş</a:t>
            </a:r>
          </a:p>
        </p:txBody>
      </p:sp>
      <p:sp>
        <p:nvSpPr>
          <p:cNvPr id="71"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
    <p:spTree>
      <p:nvGrpSpPr>
        <p:cNvPr id="1" name=""/>
        <p:cNvGrpSpPr/>
        <p:nvPr/>
      </p:nvGrpSpPr>
      <p:grpSpPr>
        <a:xfrm>
          <a:off x="0" y="0"/>
          <a:ext cx="0" cy="0"/>
          <a:chOff x="0" y="0"/>
          <a:chExt cx="0" cy="0"/>
        </a:xfrm>
      </p:grpSpPr>
      <p:sp>
        <p:nvSpPr>
          <p:cNvPr id="78"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chemeClr val="accent2"/>
        </a:solidFill>
      </p:bgPr>
    </p:bg>
    <p:spTree>
      <p:nvGrpSpPr>
        <p:cNvPr id="1" name=""/>
        <p:cNvGrpSpPr/>
        <p:nvPr/>
      </p:nvGrpSpPr>
      <p:grpSpPr>
        <a:xfrm>
          <a:off x="0" y="0"/>
          <a:ext cx="0" cy="0"/>
          <a:chOff x="0" y="0"/>
          <a:chExt cx="0" cy="0"/>
        </a:xfrm>
      </p:grpSpPr>
      <p:sp>
        <p:nvSpPr>
          <p:cNvPr id="2" name="Başlık Metni"/>
          <p:cNvSpPr txBox="1"/>
          <p:nvPr>
            <p:ph type="title"/>
          </p:nvPr>
        </p:nvSpPr>
        <p:spPr>
          <a:xfrm>
            <a:off x="457200" y="205978"/>
            <a:ext cx="8229600" cy="99417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Başlık Metni</a:t>
            </a:r>
          </a:p>
        </p:txBody>
      </p:sp>
      <p:sp>
        <p:nvSpPr>
          <p:cNvPr id="3" name="Gövde Düzeyi Bir…"/>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Gövde Düzeyi Bir</a:t>
            </a:r>
          </a:p>
          <a:p>
            <a:pPr lvl="1"/>
            <a:r>
              <a:t>Gövde Düzeyi İki</a:t>
            </a:r>
          </a:p>
          <a:p>
            <a:pPr lvl="2"/>
            <a:r>
              <a:t>Gövde Düzeyi Üç</a:t>
            </a:r>
          </a:p>
          <a:p>
            <a:pPr lvl="3"/>
            <a:r>
              <a:t>Gövde Düzeyi Dört</a:t>
            </a:r>
          </a:p>
          <a:p>
            <a:pPr lvl="4"/>
            <a:r>
              <a:t>Gövde Düzeyi Beş</a:t>
            </a:r>
          </a:p>
        </p:txBody>
      </p:sp>
      <p:sp>
        <p:nvSpPr>
          <p:cNvPr id="4" name="Slayt Numarası"/>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1pPr>
      <a:lvl2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2pPr>
      <a:lvl3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3pPr>
      <a:lvl4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4pPr>
      <a:lvl5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5pPr>
      <a:lvl6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6pPr>
      <a:lvl7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7pPr>
      <a:lvl8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8pPr>
      <a:lvl9pPr marL="0" marR="0" indent="0" algn="l" defTabSz="914400" rtl="0" latinLnBrk="0">
        <a:lnSpc>
          <a:spcPct val="100000"/>
        </a:lnSpc>
        <a:spcBef>
          <a:spcPts val="0"/>
        </a:spcBef>
        <a:spcAft>
          <a:spcPts val="0"/>
        </a:spcAft>
        <a:buClrTx/>
        <a:buSzTx/>
        <a:buFontTx/>
        <a:buNone/>
        <a:tabLst/>
        <a:defRPr b="1" baseline="0" cap="none" i="0" spc="0" strike="noStrike" sz="3000" u="none">
          <a:solidFill>
            <a:schemeClr val="accent4"/>
          </a:solidFill>
          <a:uFillTx/>
          <a:latin typeface="Montserrat"/>
          <a:ea typeface="Montserrat"/>
          <a:cs typeface="Montserrat"/>
          <a:sym typeface="Montserrat"/>
        </a:defRPr>
      </a:lvl9pPr>
    </p:titleStyle>
    <p:bodyStyle>
      <a:lvl1pPr marL="4572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1pPr>
      <a:lvl2pPr marL="9144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2pPr>
      <a:lvl3pPr marL="13716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3pPr>
      <a:lvl4pPr marL="18288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4pPr>
      <a:lvl5pPr marL="22860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5pPr>
      <a:lvl6pPr marL="27432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6pPr>
      <a:lvl7pPr marL="32004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7pPr>
      <a:lvl8pPr marL="36576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8pPr>
      <a:lvl9pPr marL="4114800" marR="0" indent="-317500" algn="l" defTabSz="914400" rtl="0" latinLnBrk="0">
        <a:lnSpc>
          <a:spcPct val="100000"/>
        </a:lnSpc>
        <a:spcBef>
          <a:spcPts val="0"/>
        </a:spcBef>
        <a:spcAft>
          <a:spcPts val="0"/>
        </a:spcAft>
        <a:buClr>
          <a:srgbClr val="FFFFFF"/>
        </a:buClr>
        <a:buSzPts val="1400"/>
        <a:buFont typeface="Helvetica"/>
        <a:buChar char="■"/>
        <a:tabLst/>
        <a:defRPr b="0" baseline="0" cap="none" i="0" spc="0" strike="noStrike" sz="1400" u="none">
          <a:solidFill>
            <a:srgbClr val="FFFFFF"/>
          </a:solidFill>
          <a:uFillTx/>
          <a:latin typeface="Fira Sans"/>
          <a:ea typeface="Fira Sans"/>
          <a:cs typeface="Fira Sans"/>
          <a:sym typeface="Fira San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image" Target="../media/image19.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5.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 name="Google Shape;204;p26"/>
          <p:cNvSpPr txBox="1"/>
          <p:nvPr>
            <p:ph type="ctrTitle"/>
          </p:nvPr>
        </p:nvSpPr>
        <p:spPr>
          <a:xfrm>
            <a:off x="136017" y="218345"/>
            <a:ext cx="3353417" cy="898767"/>
          </a:xfrm>
          <a:prstGeom prst="rect">
            <a:avLst/>
          </a:prstGeom>
        </p:spPr>
        <p:txBody>
          <a:bodyPr/>
          <a:lstStyle>
            <a:lvl1pPr>
              <a:defRPr b="0" sz="1800">
                <a:solidFill>
                  <a:srgbClr val="FFFFFF"/>
                </a:solidFill>
                <a:latin typeface="Times New Roman"/>
                <a:ea typeface="Times New Roman"/>
                <a:cs typeface="Times New Roman"/>
                <a:sym typeface="Times New Roman"/>
              </a:defRPr>
            </a:lvl1pPr>
          </a:lstStyle>
          <a:p>
            <a:pPr/>
            <a:r>
              <a:t>Mice Protein Expression Dataset</a:t>
            </a:r>
          </a:p>
        </p:txBody>
      </p:sp>
      <p:sp>
        <p:nvSpPr>
          <p:cNvPr id="88" name="Google Shape;205;p26"/>
          <p:cNvSpPr txBox="1"/>
          <p:nvPr>
            <p:ph type="subTitle" sz="quarter" idx="1"/>
          </p:nvPr>
        </p:nvSpPr>
        <p:spPr>
          <a:xfrm>
            <a:off x="1114097" y="1189018"/>
            <a:ext cx="2326694" cy="1218327"/>
          </a:xfrm>
          <a:prstGeom prst="rect">
            <a:avLst/>
          </a:prstGeom>
        </p:spPr>
        <p:txBody>
          <a:bodyPr/>
          <a:lstStyle/>
          <a:p>
            <a:pPr>
              <a:defRPr spc="-200" sz="1400">
                <a:latin typeface="Bahnschrift Light"/>
                <a:ea typeface="Bahnschrift Light"/>
                <a:cs typeface="Bahnschrift Light"/>
                <a:sym typeface="Bahnschrift Light"/>
              </a:defRPr>
            </a:pPr>
            <a:r>
              <a:t>CSE 4063 </a:t>
            </a:r>
            <a:endParaRPr spc="-142" sz="7100">
              <a:solidFill>
                <a:srgbClr val="6B8ABA"/>
              </a:solidFill>
              <a:latin typeface="Times New Roman"/>
              <a:ea typeface="Times New Roman"/>
              <a:cs typeface="Times New Roman"/>
              <a:sym typeface="Times New Roman"/>
            </a:endParaRPr>
          </a:p>
          <a:p>
            <a:pPr>
              <a:defRPr spc="-200" sz="1400">
                <a:latin typeface="Bahnschrift Light"/>
                <a:ea typeface="Bahnschrift Light"/>
                <a:cs typeface="Bahnschrift Light"/>
                <a:sym typeface="Bahnschrift Light"/>
              </a:defRPr>
            </a:pPr>
            <a:r>
              <a:t>Fundamentals of Data Mining</a:t>
            </a:r>
            <a:endParaRPr spc="-142" sz="7100">
              <a:solidFill>
                <a:srgbClr val="6B8ABA"/>
              </a:solidFill>
              <a:latin typeface="Times New Roman"/>
              <a:ea typeface="Times New Roman"/>
              <a:cs typeface="Times New Roman"/>
              <a:sym typeface="Times New Roman"/>
            </a:endParaRPr>
          </a:p>
          <a:p>
            <a:pPr>
              <a:defRPr spc="-200" sz="1400">
                <a:latin typeface="Bahnschrift Light"/>
                <a:ea typeface="Bahnschrift Light"/>
                <a:cs typeface="Bahnschrift Light"/>
                <a:sym typeface="Bahnschrift Light"/>
              </a:defRPr>
            </a:pPr>
            <a:r>
              <a:t>Project 2</a:t>
            </a:r>
            <a:endParaRPr spc="-142" sz="7100">
              <a:solidFill>
                <a:srgbClr val="6B8ABA"/>
              </a:solidFill>
              <a:latin typeface="Times New Roman"/>
              <a:ea typeface="Times New Roman"/>
              <a:cs typeface="Times New Roman"/>
              <a:sym typeface="Times New Roman"/>
            </a:endParaRPr>
          </a:p>
          <a:p>
            <a:pPr>
              <a:defRPr spc="-200" sz="1400">
                <a:latin typeface="Bahnschrift Light"/>
                <a:ea typeface="Bahnschrift Light"/>
                <a:cs typeface="Bahnschrift Light"/>
                <a:sym typeface="Bahnschrift Light"/>
              </a:defRPr>
            </a:pPr>
            <a:r>
              <a:t>Fall 2020</a:t>
            </a:r>
          </a:p>
        </p:txBody>
      </p:sp>
      <p:grpSp>
        <p:nvGrpSpPr>
          <p:cNvPr id="300" name="Google Shape;206;p26"/>
          <p:cNvGrpSpPr/>
          <p:nvPr/>
        </p:nvGrpSpPr>
        <p:grpSpPr>
          <a:xfrm>
            <a:off x="-1615488" y="305899"/>
            <a:ext cx="10941089" cy="7052394"/>
            <a:chOff x="0" y="0"/>
            <a:chExt cx="10941088" cy="7052392"/>
          </a:xfrm>
        </p:grpSpPr>
        <p:grpSp>
          <p:nvGrpSpPr>
            <p:cNvPr id="298" name="Google Shape;207;p26"/>
            <p:cNvGrpSpPr/>
            <p:nvPr/>
          </p:nvGrpSpPr>
          <p:grpSpPr>
            <a:xfrm>
              <a:off x="931738" y="-1"/>
              <a:ext cx="10009351" cy="5874627"/>
              <a:chOff x="0" y="0"/>
              <a:chExt cx="10009350" cy="5874625"/>
            </a:xfrm>
          </p:grpSpPr>
          <p:sp>
            <p:nvSpPr>
              <p:cNvPr id="89" name="Google Shape;208;p26"/>
              <p:cNvSpPr/>
              <p:nvPr/>
            </p:nvSpPr>
            <p:spPr>
              <a:xfrm flipH="1">
                <a:off x="6768150" y="-1"/>
                <a:ext cx="3241201" cy="1869902"/>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90" name="Google Shape;209;p26"/>
              <p:cNvSpPr/>
              <p:nvPr/>
            </p:nvSpPr>
            <p:spPr>
              <a:xfrm flipH="1">
                <a:off x="6829050" y="76359"/>
                <a:ext cx="3180301" cy="1833902"/>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91" name="Google Shape;210;p26"/>
              <p:cNvSpPr/>
              <p:nvPr/>
            </p:nvSpPr>
            <p:spPr>
              <a:xfrm flipH="1">
                <a:off x="6905849" y="160722"/>
                <a:ext cx="3103502" cy="1790400"/>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92" name="Google Shape;211;p26"/>
              <p:cNvSpPr/>
              <p:nvPr/>
            </p:nvSpPr>
            <p:spPr>
              <a:xfrm flipH="1">
                <a:off x="6967949" y="232771"/>
                <a:ext cx="3041401" cy="1753802"/>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grpSp>
            <p:nvGrpSpPr>
              <p:cNvPr id="290" name="Google Shape;212;p26"/>
              <p:cNvGrpSpPr/>
              <p:nvPr/>
            </p:nvGrpSpPr>
            <p:grpSpPr>
              <a:xfrm>
                <a:off x="4681533" y="878069"/>
                <a:ext cx="4969120" cy="3389726"/>
                <a:chOff x="0" y="0"/>
                <a:chExt cx="4969119" cy="3389723"/>
              </a:xfrm>
            </p:grpSpPr>
            <p:sp>
              <p:nvSpPr>
                <p:cNvPr id="93" name="Google Shape;213;p26"/>
                <p:cNvSpPr/>
                <p:nvPr/>
              </p:nvSpPr>
              <p:spPr>
                <a:xfrm>
                  <a:off x="0" y="647030"/>
                  <a:ext cx="4969119" cy="2742694"/>
                </a:xfrm>
                <a:custGeom>
                  <a:avLst/>
                  <a:gdLst/>
                  <a:ahLst/>
                  <a:cxnLst>
                    <a:cxn ang="0">
                      <a:pos x="wd2" y="hd2"/>
                    </a:cxn>
                    <a:cxn ang="5400000">
                      <a:pos x="wd2" y="hd2"/>
                    </a:cxn>
                    <a:cxn ang="10800000">
                      <a:pos x="wd2" y="hd2"/>
                    </a:cxn>
                    <a:cxn ang="16200000">
                      <a:pos x="wd2" y="hd2"/>
                    </a:cxn>
                  </a:cxnLst>
                  <a:rect l="0" t="0" r="r" b="b"/>
                  <a:pathLst>
                    <a:path w="21580" h="21600" fill="norm" stroke="1" extrusionOk="0">
                      <a:moveTo>
                        <a:pt x="8222" y="1929"/>
                      </a:moveTo>
                      <a:cubicBezTo>
                        <a:pt x="8226" y="1929"/>
                        <a:pt x="8230" y="1931"/>
                        <a:pt x="8234" y="1934"/>
                      </a:cubicBezTo>
                      <a:lnTo>
                        <a:pt x="8994" y="2730"/>
                      </a:lnTo>
                      <a:lnTo>
                        <a:pt x="8725" y="3011"/>
                      </a:lnTo>
                      <a:cubicBezTo>
                        <a:pt x="8721" y="3014"/>
                        <a:pt x="8717" y="3016"/>
                        <a:pt x="8713" y="3016"/>
                      </a:cubicBezTo>
                      <a:cubicBezTo>
                        <a:pt x="8708" y="3016"/>
                        <a:pt x="8704" y="3014"/>
                        <a:pt x="8700" y="3011"/>
                      </a:cubicBezTo>
                      <a:lnTo>
                        <a:pt x="8289" y="2581"/>
                      </a:lnTo>
                      <a:cubicBezTo>
                        <a:pt x="8269" y="2560"/>
                        <a:pt x="8243" y="2549"/>
                        <a:pt x="8217" y="2549"/>
                      </a:cubicBezTo>
                      <a:cubicBezTo>
                        <a:pt x="8190" y="2549"/>
                        <a:pt x="8164" y="2560"/>
                        <a:pt x="8144" y="2581"/>
                      </a:cubicBezTo>
                      <a:lnTo>
                        <a:pt x="6682" y="4111"/>
                      </a:lnTo>
                      <a:lnTo>
                        <a:pt x="6406" y="3822"/>
                      </a:lnTo>
                      <a:lnTo>
                        <a:pt x="8209" y="1934"/>
                      </a:lnTo>
                      <a:cubicBezTo>
                        <a:pt x="8213" y="1931"/>
                        <a:pt x="8217" y="1929"/>
                        <a:pt x="8222" y="1929"/>
                      </a:cubicBezTo>
                      <a:close/>
                      <a:moveTo>
                        <a:pt x="9656" y="3423"/>
                      </a:moveTo>
                      <a:lnTo>
                        <a:pt x="9867" y="3645"/>
                      </a:lnTo>
                      <a:lnTo>
                        <a:pt x="8944" y="4610"/>
                      </a:lnTo>
                      <a:lnTo>
                        <a:pt x="8746" y="4403"/>
                      </a:lnTo>
                      <a:cubicBezTo>
                        <a:pt x="8739" y="4398"/>
                        <a:pt x="8739" y="4382"/>
                        <a:pt x="8746" y="4376"/>
                      </a:cubicBezTo>
                      <a:lnTo>
                        <a:pt x="9656" y="3423"/>
                      </a:lnTo>
                      <a:close/>
                      <a:moveTo>
                        <a:pt x="8217" y="2639"/>
                      </a:moveTo>
                      <a:cubicBezTo>
                        <a:pt x="8221" y="2639"/>
                        <a:pt x="8226" y="2640"/>
                        <a:pt x="8230" y="2644"/>
                      </a:cubicBezTo>
                      <a:lnTo>
                        <a:pt x="8641" y="3074"/>
                      </a:lnTo>
                      <a:cubicBezTo>
                        <a:pt x="8661" y="3095"/>
                        <a:pt x="8687" y="3106"/>
                        <a:pt x="8713" y="3106"/>
                      </a:cubicBezTo>
                      <a:cubicBezTo>
                        <a:pt x="8740" y="3106"/>
                        <a:pt x="8766" y="3095"/>
                        <a:pt x="8786" y="3074"/>
                      </a:cubicBezTo>
                      <a:lnTo>
                        <a:pt x="9055" y="2793"/>
                      </a:lnTo>
                      <a:lnTo>
                        <a:pt x="9280" y="3029"/>
                      </a:lnTo>
                      <a:lnTo>
                        <a:pt x="7477" y="4917"/>
                      </a:lnTo>
                      <a:cubicBezTo>
                        <a:pt x="7473" y="4921"/>
                        <a:pt x="7469" y="4923"/>
                        <a:pt x="7464" y="4923"/>
                      </a:cubicBezTo>
                      <a:cubicBezTo>
                        <a:pt x="7460" y="4923"/>
                        <a:pt x="7456" y="4921"/>
                        <a:pt x="7452" y="4917"/>
                      </a:cubicBezTo>
                      <a:lnTo>
                        <a:pt x="6743" y="4174"/>
                      </a:lnTo>
                      <a:lnTo>
                        <a:pt x="8204" y="2644"/>
                      </a:lnTo>
                      <a:cubicBezTo>
                        <a:pt x="8208" y="2640"/>
                        <a:pt x="8213" y="2639"/>
                        <a:pt x="8217" y="2639"/>
                      </a:cubicBezTo>
                      <a:close/>
                      <a:moveTo>
                        <a:pt x="4350" y="1804"/>
                      </a:moveTo>
                      <a:cubicBezTo>
                        <a:pt x="4354" y="1804"/>
                        <a:pt x="4358" y="1806"/>
                        <a:pt x="4362" y="1809"/>
                      </a:cubicBezTo>
                      <a:lnTo>
                        <a:pt x="6286" y="3822"/>
                      </a:lnTo>
                      <a:lnTo>
                        <a:pt x="3367" y="6879"/>
                      </a:lnTo>
                      <a:lnTo>
                        <a:pt x="2111" y="5563"/>
                      </a:lnTo>
                      <a:cubicBezTo>
                        <a:pt x="2091" y="5542"/>
                        <a:pt x="2064" y="5532"/>
                        <a:pt x="2038" y="5532"/>
                      </a:cubicBezTo>
                      <a:cubicBezTo>
                        <a:pt x="2011" y="5532"/>
                        <a:pt x="1985" y="5542"/>
                        <a:pt x="1965" y="5563"/>
                      </a:cubicBezTo>
                      <a:lnTo>
                        <a:pt x="1596" y="5949"/>
                      </a:lnTo>
                      <a:lnTo>
                        <a:pt x="1002" y="5327"/>
                      </a:lnTo>
                      <a:cubicBezTo>
                        <a:pt x="996" y="5322"/>
                        <a:pt x="996" y="5306"/>
                        <a:pt x="1002" y="5300"/>
                      </a:cubicBezTo>
                      <a:lnTo>
                        <a:pt x="4337" y="1809"/>
                      </a:lnTo>
                      <a:cubicBezTo>
                        <a:pt x="4341" y="1806"/>
                        <a:pt x="4346" y="1804"/>
                        <a:pt x="4350" y="1804"/>
                      </a:cubicBezTo>
                      <a:close/>
                      <a:moveTo>
                        <a:pt x="6346" y="3885"/>
                      </a:moveTo>
                      <a:lnTo>
                        <a:pt x="6622" y="4174"/>
                      </a:lnTo>
                      <a:lnTo>
                        <a:pt x="3703" y="7231"/>
                      </a:lnTo>
                      <a:lnTo>
                        <a:pt x="3427" y="6942"/>
                      </a:lnTo>
                      <a:lnTo>
                        <a:pt x="6346" y="3885"/>
                      </a:lnTo>
                      <a:close/>
                      <a:moveTo>
                        <a:pt x="9340" y="3093"/>
                      </a:moveTo>
                      <a:lnTo>
                        <a:pt x="9596" y="3360"/>
                      </a:lnTo>
                      <a:lnTo>
                        <a:pt x="8686" y="4314"/>
                      </a:lnTo>
                      <a:cubicBezTo>
                        <a:pt x="8646" y="4356"/>
                        <a:pt x="8646" y="4424"/>
                        <a:pt x="8686" y="4466"/>
                      </a:cubicBezTo>
                      <a:lnTo>
                        <a:pt x="8884" y="4673"/>
                      </a:lnTo>
                      <a:lnTo>
                        <a:pt x="7038" y="6606"/>
                      </a:lnTo>
                      <a:lnTo>
                        <a:pt x="6052" y="5574"/>
                      </a:lnTo>
                      <a:cubicBezTo>
                        <a:pt x="6033" y="5553"/>
                        <a:pt x="6006" y="5542"/>
                        <a:pt x="5980" y="5542"/>
                      </a:cubicBezTo>
                      <a:cubicBezTo>
                        <a:pt x="5954" y="5542"/>
                        <a:pt x="5927" y="5553"/>
                        <a:pt x="5907" y="5574"/>
                      </a:cubicBezTo>
                      <a:lnTo>
                        <a:pt x="4014" y="7557"/>
                      </a:lnTo>
                      <a:lnTo>
                        <a:pt x="3763" y="7294"/>
                      </a:lnTo>
                      <a:lnTo>
                        <a:pt x="6682" y="4237"/>
                      </a:lnTo>
                      <a:lnTo>
                        <a:pt x="7391" y="4980"/>
                      </a:lnTo>
                      <a:cubicBezTo>
                        <a:pt x="7412" y="5002"/>
                        <a:pt x="7438" y="5012"/>
                        <a:pt x="7464" y="5012"/>
                      </a:cubicBezTo>
                      <a:cubicBezTo>
                        <a:pt x="7491" y="5012"/>
                        <a:pt x="7517" y="5002"/>
                        <a:pt x="7537" y="4980"/>
                      </a:cubicBezTo>
                      <a:lnTo>
                        <a:pt x="9340" y="3093"/>
                      </a:lnTo>
                      <a:close/>
                      <a:moveTo>
                        <a:pt x="5980" y="5631"/>
                      </a:moveTo>
                      <a:cubicBezTo>
                        <a:pt x="5984" y="5631"/>
                        <a:pt x="5989" y="5633"/>
                        <a:pt x="5992" y="5637"/>
                      </a:cubicBezTo>
                      <a:lnTo>
                        <a:pt x="6978" y="6669"/>
                      </a:lnTo>
                      <a:lnTo>
                        <a:pt x="6687" y="6973"/>
                      </a:lnTo>
                      <a:lnTo>
                        <a:pt x="6008" y="6262"/>
                      </a:lnTo>
                      <a:cubicBezTo>
                        <a:pt x="5988" y="6241"/>
                        <a:pt x="5961" y="6230"/>
                        <a:pt x="5935" y="6230"/>
                      </a:cubicBezTo>
                      <a:cubicBezTo>
                        <a:pt x="5908" y="6230"/>
                        <a:pt x="5882" y="6241"/>
                        <a:pt x="5862" y="6262"/>
                      </a:cubicBezTo>
                      <a:lnTo>
                        <a:pt x="4320" y="7877"/>
                      </a:lnTo>
                      <a:lnTo>
                        <a:pt x="4074" y="7619"/>
                      </a:lnTo>
                      <a:lnTo>
                        <a:pt x="5967" y="5637"/>
                      </a:lnTo>
                      <a:cubicBezTo>
                        <a:pt x="5971" y="5633"/>
                        <a:pt x="5976" y="5631"/>
                        <a:pt x="5980" y="5631"/>
                      </a:cubicBezTo>
                      <a:close/>
                      <a:moveTo>
                        <a:pt x="9927" y="3708"/>
                      </a:moveTo>
                      <a:lnTo>
                        <a:pt x="15474" y="9515"/>
                      </a:lnTo>
                      <a:lnTo>
                        <a:pt x="14992" y="10019"/>
                      </a:lnTo>
                      <a:lnTo>
                        <a:pt x="13089" y="8027"/>
                      </a:lnTo>
                      <a:cubicBezTo>
                        <a:pt x="13069" y="8005"/>
                        <a:pt x="13042" y="7995"/>
                        <a:pt x="13016" y="7995"/>
                      </a:cubicBezTo>
                      <a:cubicBezTo>
                        <a:pt x="12990" y="7995"/>
                        <a:pt x="12964" y="8005"/>
                        <a:pt x="12944" y="8027"/>
                      </a:cubicBezTo>
                      <a:lnTo>
                        <a:pt x="12575" y="8412"/>
                      </a:lnTo>
                      <a:lnTo>
                        <a:pt x="9004" y="4673"/>
                      </a:lnTo>
                      <a:lnTo>
                        <a:pt x="9927" y="3708"/>
                      </a:lnTo>
                      <a:close/>
                      <a:moveTo>
                        <a:pt x="15535" y="9578"/>
                      </a:moveTo>
                      <a:lnTo>
                        <a:pt x="15715" y="9767"/>
                      </a:lnTo>
                      <a:cubicBezTo>
                        <a:pt x="15721" y="9772"/>
                        <a:pt x="15721" y="9788"/>
                        <a:pt x="15715" y="9793"/>
                      </a:cubicBezTo>
                      <a:lnTo>
                        <a:pt x="15246" y="10284"/>
                      </a:lnTo>
                      <a:lnTo>
                        <a:pt x="15053" y="10082"/>
                      </a:lnTo>
                      <a:lnTo>
                        <a:pt x="15535" y="9578"/>
                      </a:lnTo>
                      <a:close/>
                      <a:moveTo>
                        <a:pt x="2038" y="5621"/>
                      </a:moveTo>
                      <a:cubicBezTo>
                        <a:pt x="2042" y="5621"/>
                        <a:pt x="2047" y="5623"/>
                        <a:pt x="2050" y="5626"/>
                      </a:cubicBezTo>
                      <a:lnTo>
                        <a:pt x="5917" y="9675"/>
                      </a:lnTo>
                      <a:cubicBezTo>
                        <a:pt x="5923" y="9680"/>
                        <a:pt x="5923" y="9696"/>
                        <a:pt x="5917" y="9701"/>
                      </a:cubicBezTo>
                      <a:lnTo>
                        <a:pt x="5120" y="10536"/>
                      </a:lnTo>
                      <a:cubicBezTo>
                        <a:pt x="5116" y="10540"/>
                        <a:pt x="5111" y="10542"/>
                        <a:pt x="5107" y="10542"/>
                      </a:cubicBezTo>
                      <a:cubicBezTo>
                        <a:pt x="5103" y="10542"/>
                        <a:pt x="5099" y="10540"/>
                        <a:pt x="5095" y="10536"/>
                      </a:cubicBezTo>
                      <a:lnTo>
                        <a:pt x="1228" y="6488"/>
                      </a:lnTo>
                      <a:cubicBezTo>
                        <a:pt x="1222" y="6482"/>
                        <a:pt x="1222" y="6466"/>
                        <a:pt x="1228" y="6462"/>
                      </a:cubicBezTo>
                      <a:lnTo>
                        <a:pt x="2025" y="5626"/>
                      </a:lnTo>
                      <a:cubicBezTo>
                        <a:pt x="2029" y="5623"/>
                        <a:pt x="2034" y="5621"/>
                        <a:pt x="2038" y="5621"/>
                      </a:cubicBezTo>
                      <a:close/>
                      <a:moveTo>
                        <a:pt x="2485" y="7928"/>
                      </a:moveTo>
                      <a:lnTo>
                        <a:pt x="2760" y="8217"/>
                      </a:lnTo>
                      <a:lnTo>
                        <a:pt x="353" y="10738"/>
                      </a:lnTo>
                      <a:lnTo>
                        <a:pt x="90" y="10462"/>
                      </a:lnTo>
                      <a:cubicBezTo>
                        <a:pt x="84" y="10457"/>
                        <a:pt x="84" y="10441"/>
                        <a:pt x="90" y="10437"/>
                      </a:cubicBezTo>
                      <a:lnTo>
                        <a:pt x="2485" y="7928"/>
                      </a:lnTo>
                      <a:close/>
                      <a:moveTo>
                        <a:pt x="8944" y="4736"/>
                      </a:moveTo>
                      <a:lnTo>
                        <a:pt x="12514" y="8475"/>
                      </a:lnTo>
                      <a:lnTo>
                        <a:pt x="12146" y="8861"/>
                      </a:lnTo>
                      <a:cubicBezTo>
                        <a:pt x="12106" y="8903"/>
                        <a:pt x="12106" y="8971"/>
                        <a:pt x="12146" y="9013"/>
                      </a:cubicBezTo>
                      <a:lnTo>
                        <a:pt x="13498" y="10429"/>
                      </a:lnTo>
                      <a:lnTo>
                        <a:pt x="12093" y="11899"/>
                      </a:lnTo>
                      <a:lnTo>
                        <a:pt x="7098" y="6669"/>
                      </a:lnTo>
                      <a:lnTo>
                        <a:pt x="8944" y="4736"/>
                      </a:lnTo>
                      <a:close/>
                      <a:moveTo>
                        <a:pt x="13558" y="10492"/>
                      </a:moveTo>
                      <a:lnTo>
                        <a:pt x="13779" y="10723"/>
                      </a:lnTo>
                      <a:lnTo>
                        <a:pt x="12374" y="12193"/>
                      </a:lnTo>
                      <a:lnTo>
                        <a:pt x="12153" y="11963"/>
                      </a:lnTo>
                      <a:lnTo>
                        <a:pt x="13558" y="10492"/>
                      </a:lnTo>
                      <a:close/>
                      <a:moveTo>
                        <a:pt x="7038" y="6732"/>
                      </a:moveTo>
                      <a:lnTo>
                        <a:pt x="12033" y="11963"/>
                      </a:lnTo>
                      <a:lnTo>
                        <a:pt x="11742" y="12267"/>
                      </a:lnTo>
                      <a:lnTo>
                        <a:pt x="6747" y="7036"/>
                      </a:lnTo>
                      <a:lnTo>
                        <a:pt x="7038" y="6732"/>
                      </a:lnTo>
                      <a:close/>
                      <a:moveTo>
                        <a:pt x="13839" y="10785"/>
                      </a:moveTo>
                      <a:lnTo>
                        <a:pt x="14049" y="11006"/>
                      </a:lnTo>
                      <a:lnTo>
                        <a:pt x="12658" y="12463"/>
                      </a:lnTo>
                      <a:cubicBezTo>
                        <a:pt x="12654" y="12467"/>
                        <a:pt x="12649" y="12469"/>
                        <a:pt x="12645" y="12469"/>
                      </a:cubicBezTo>
                      <a:cubicBezTo>
                        <a:pt x="12641" y="12469"/>
                        <a:pt x="12636" y="12467"/>
                        <a:pt x="12633" y="12463"/>
                      </a:cubicBezTo>
                      <a:lnTo>
                        <a:pt x="12435" y="12256"/>
                      </a:lnTo>
                      <a:lnTo>
                        <a:pt x="13839" y="10785"/>
                      </a:lnTo>
                      <a:close/>
                      <a:moveTo>
                        <a:pt x="12093" y="12025"/>
                      </a:moveTo>
                      <a:lnTo>
                        <a:pt x="12314" y="12256"/>
                      </a:lnTo>
                      <a:lnTo>
                        <a:pt x="12023" y="12560"/>
                      </a:lnTo>
                      <a:lnTo>
                        <a:pt x="11802" y="12330"/>
                      </a:lnTo>
                      <a:lnTo>
                        <a:pt x="12093" y="12025"/>
                      </a:lnTo>
                      <a:close/>
                      <a:moveTo>
                        <a:pt x="5935" y="6319"/>
                      </a:moveTo>
                      <a:cubicBezTo>
                        <a:pt x="5939" y="6319"/>
                        <a:pt x="5943" y="6321"/>
                        <a:pt x="5948" y="6325"/>
                      </a:cubicBezTo>
                      <a:lnTo>
                        <a:pt x="6627" y="7036"/>
                      </a:lnTo>
                      <a:lnTo>
                        <a:pt x="5983" y="7711"/>
                      </a:lnTo>
                      <a:cubicBezTo>
                        <a:pt x="5963" y="7731"/>
                        <a:pt x="5953" y="7758"/>
                        <a:pt x="5953" y="7787"/>
                      </a:cubicBezTo>
                      <a:cubicBezTo>
                        <a:pt x="5953" y="7816"/>
                        <a:pt x="5963" y="7844"/>
                        <a:pt x="5983" y="7863"/>
                      </a:cubicBezTo>
                      <a:lnTo>
                        <a:pt x="9784" y="11833"/>
                      </a:lnTo>
                      <a:cubicBezTo>
                        <a:pt x="9787" y="11835"/>
                        <a:pt x="9789" y="11840"/>
                        <a:pt x="9789" y="11846"/>
                      </a:cubicBezTo>
                      <a:cubicBezTo>
                        <a:pt x="9789" y="11852"/>
                        <a:pt x="9787" y="11857"/>
                        <a:pt x="9784" y="11860"/>
                      </a:cubicBezTo>
                      <a:lnTo>
                        <a:pt x="8753" y="12938"/>
                      </a:lnTo>
                      <a:lnTo>
                        <a:pt x="5849" y="9898"/>
                      </a:lnTo>
                      <a:lnTo>
                        <a:pt x="5977" y="9764"/>
                      </a:lnTo>
                      <a:cubicBezTo>
                        <a:pt x="6018" y="9722"/>
                        <a:pt x="6018" y="9654"/>
                        <a:pt x="5977" y="9611"/>
                      </a:cubicBezTo>
                      <a:lnTo>
                        <a:pt x="4380" y="7940"/>
                      </a:lnTo>
                      <a:lnTo>
                        <a:pt x="5922" y="6325"/>
                      </a:lnTo>
                      <a:cubicBezTo>
                        <a:pt x="5926" y="6321"/>
                        <a:pt x="5931" y="6319"/>
                        <a:pt x="5935" y="6319"/>
                      </a:cubicBezTo>
                      <a:close/>
                      <a:moveTo>
                        <a:pt x="13016" y="8084"/>
                      </a:moveTo>
                      <a:cubicBezTo>
                        <a:pt x="13021" y="8084"/>
                        <a:pt x="13025" y="8085"/>
                        <a:pt x="13029" y="8089"/>
                      </a:cubicBezTo>
                      <a:lnTo>
                        <a:pt x="16896" y="12138"/>
                      </a:lnTo>
                      <a:cubicBezTo>
                        <a:pt x="16902" y="12143"/>
                        <a:pt x="16902" y="12159"/>
                        <a:pt x="16896" y="12163"/>
                      </a:cubicBezTo>
                      <a:lnTo>
                        <a:pt x="16098" y="12999"/>
                      </a:lnTo>
                      <a:cubicBezTo>
                        <a:pt x="16094" y="13003"/>
                        <a:pt x="16090" y="13004"/>
                        <a:pt x="16086" y="13004"/>
                      </a:cubicBezTo>
                      <a:cubicBezTo>
                        <a:pt x="16081" y="13004"/>
                        <a:pt x="16077" y="13003"/>
                        <a:pt x="16073" y="12999"/>
                      </a:cubicBezTo>
                      <a:lnTo>
                        <a:pt x="12207" y="8950"/>
                      </a:lnTo>
                      <a:cubicBezTo>
                        <a:pt x="12200" y="8945"/>
                        <a:pt x="12200" y="8929"/>
                        <a:pt x="12207" y="8924"/>
                      </a:cubicBezTo>
                      <a:lnTo>
                        <a:pt x="13004" y="8089"/>
                      </a:lnTo>
                      <a:cubicBezTo>
                        <a:pt x="13008" y="8085"/>
                        <a:pt x="13012" y="8084"/>
                        <a:pt x="13016" y="8084"/>
                      </a:cubicBezTo>
                      <a:close/>
                      <a:moveTo>
                        <a:pt x="14109" y="11070"/>
                      </a:moveTo>
                      <a:lnTo>
                        <a:pt x="14302" y="11271"/>
                      </a:lnTo>
                      <a:lnTo>
                        <a:pt x="12547" y="13109"/>
                      </a:lnTo>
                      <a:lnTo>
                        <a:pt x="12083" y="12623"/>
                      </a:lnTo>
                      <a:lnTo>
                        <a:pt x="12374" y="12319"/>
                      </a:lnTo>
                      <a:lnTo>
                        <a:pt x="12572" y="12527"/>
                      </a:lnTo>
                      <a:cubicBezTo>
                        <a:pt x="12592" y="12547"/>
                        <a:pt x="12619" y="12558"/>
                        <a:pt x="12645" y="12558"/>
                      </a:cubicBezTo>
                      <a:cubicBezTo>
                        <a:pt x="12671" y="12558"/>
                        <a:pt x="12698" y="12547"/>
                        <a:pt x="12718" y="12527"/>
                      </a:cubicBezTo>
                      <a:lnTo>
                        <a:pt x="14109" y="11070"/>
                      </a:lnTo>
                      <a:close/>
                      <a:moveTo>
                        <a:pt x="5789" y="9961"/>
                      </a:moveTo>
                      <a:lnTo>
                        <a:pt x="8693" y="13001"/>
                      </a:lnTo>
                      <a:lnTo>
                        <a:pt x="8513" y="13191"/>
                      </a:lnTo>
                      <a:lnTo>
                        <a:pt x="5609" y="10150"/>
                      </a:lnTo>
                      <a:lnTo>
                        <a:pt x="5789" y="9961"/>
                      </a:lnTo>
                      <a:close/>
                      <a:moveTo>
                        <a:pt x="14362" y="11334"/>
                      </a:moveTo>
                      <a:lnTo>
                        <a:pt x="14596" y="11579"/>
                      </a:lnTo>
                      <a:lnTo>
                        <a:pt x="12853" y="13403"/>
                      </a:lnTo>
                      <a:cubicBezTo>
                        <a:pt x="12849" y="13407"/>
                        <a:pt x="12845" y="13409"/>
                        <a:pt x="12841" y="13409"/>
                      </a:cubicBezTo>
                      <a:cubicBezTo>
                        <a:pt x="12836" y="13409"/>
                        <a:pt x="12832" y="13407"/>
                        <a:pt x="12828" y="13403"/>
                      </a:cubicBezTo>
                      <a:lnTo>
                        <a:pt x="12607" y="13172"/>
                      </a:lnTo>
                      <a:lnTo>
                        <a:pt x="14362" y="11334"/>
                      </a:lnTo>
                      <a:close/>
                      <a:moveTo>
                        <a:pt x="6687" y="7099"/>
                      </a:moveTo>
                      <a:lnTo>
                        <a:pt x="11682" y="12330"/>
                      </a:lnTo>
                      <a:lnTo>
                        <a:pt x="9927" y="14167"/>
                      </a:lnTo>
                      <a:lnTo>
                        <a:pt x="8813" y="13001"/>
                      </a:lnTo>
                      <a:lnTo>
                        <a:pt x="9844" y="11923"/>
                      </a:lnTo>
                      <a:cubicBezTo>
                        <a:pt x="9863" y="11902"/>
                        <a:pt x="9874" y="11876"/>
                        <a:pt x="9874" y="11846"/>
                      </a:cubicBezTo>
                      <a:cubicBezTo>
                        <a:pt x="9874" y="11817"/>
                        <a:pt x="9863" y="11791"/>
                        <a:pt x="9844" y="11770"/>
                      </a:cubicBezTo>
                      <a:lnTo>
                        <a:pt x="6043" y="7801"/>
                      </a:lnTo>
                      <a:cubicBezTo>
                        <a:pt x="6040" y="7797"/>
                        <a:pt x="6038" y="7793"/>
                        <a:pt x="6038" y="7787"/>
                      </a:cubicBezTo>
                      <a:cubicBezTo>
                        <a:pt x="6038" y="7781"/>
                        <a:pt x="6040" y="7777"/>
                        <a:pt x="6043" y="7774"/>
                      </a:cubicBezTo>
                      <a:lnTo>
                        <a:pt x="6687" y="7099"/>
                      </a:lnTo>
                      <a:close/>
                      <a:moveTo>
                        <a:pt x="8753" y="13064"/>
                      </a:moveTo>
                      <a:lnTo>
                        <a:pt x="9867" y="14230"/>
                      </a:lnTo>
                      <a:lnTo>
                        <a:pt x="9686" y="14420"/>
                      </a:lnTo>
                      <a:lnTo>
                        <a:pt x="8572" y="13254"/>
                      </a:lnTo>
                      <a:lnTo>
                        <a:pt x="8753" y="13064"/>
                      </a:lnTo>
                      <a:close/>
                      <a:moveTo>
                        <a:pt x="11742" y="12393"/>
                      </a:moveTo>
                      <a:lnTo>
                        <a:pt x="11963" y="12623"/>
                      </a:lnTo>
                      <a:lnTo>
                        <a:pt x="10220" y="14448"/>
                      </a:lnTo>
                      <a:cubicBezTo>
                        <a:pt x="10216" y="14452"/>
                        <a:pt x="10212" y="14453"/>
                        <a:pt x="10208" y="14453"/>
                      </a:cubicBezTo>
                      <a:cubicBezTo>
                        <a:pt x="10203" y="14453"/>
                        <a:pt x="10199" y="14452"/>
                        <a:pt x="10195" y="14448"/>
                      </a:cubicBezTo>
                      <a:lnTo>
                        <a:pt x="9987" y="14229"/>
                      </a:lnTo>
                      <a:lnTo>
                        <a:pt x="11742" y="12393"/>
                      </a:lnTo>
                      <a:close/>
                      <a:moveTo>
                        <a:pt x="3132" y="8607"/>
                      </a:moveTo>
                      <a:lnTo>
                        <a:pt x="5035" y="10598"/>
                      </a:lnTo>
                      <a:cubicBezTo>
                        <a:pt x="5055" y="10620"/>
                        <a:pt x="5081" y="10630"/>
                        <a:pt x="5108" y="10630"/>
                      </a:cubicBezTo>
                      <a:cubicBezTo>
                        <a:pt x="5134" y="10630"/>
                        <a:pt x="5160" y="10620"/>
                        <a:pt x="5180" y="10600"/>
                      </a:cubicBezTo>
                      <a:lnTo>
                        <a:pt x="5549" y="10213"/>
                      </a:lnTo>
                      <a:lnTo>
                        <a:pt x="8452" y="13254"/>
                      </a:lnTo>
                      <a:lnTo>
                        <a:pt x="5872" y="15955"/>
                      </a:lnTo>
                      <a:lnTo>
                        <a:pt x="1005" y="10859"/>
                      </a:lnTo>
                      <a:cubicBezTo>
                        <a:pt x="998" y="10854"/>
                        <a:pt x="998" y="10838"/>
                        <a:pt x="1005" y="10832"/>
                      </a:cubicBezTo>
                      <a:lnTo>
                        <a:pt x="3132" y="8607"/>
                      </a:lnTo>
                      <a:close/>
                      <a:moveTo>
                        <a:pt x="2820" y="8281"/>
                      </a:moveTo>
                      <a:lnTo>
                        <a:pt x="3071" y="8544"/>
                      </a:lnTo>
                      <a:lnTo>
                        <a:pt x="945" y="10769"/>
                      </a:lnTo>
                      <a:cubicBezTo>
                        <a:pt x="905" y="10812"/>
                        <a:pt x="905" y="10880"/>
                        <a:pt x="945" y="10922"/>
                      </a:cubicBezTo>
                      <a:lnTo>
                        <a:pt x="5812" y="16018"/>
                      </a:lnTo>
                      <a:lnTo>
                        <a:pt x="5604" y="16236"/>
                      </a:lnTo>
                      <a:lnTo>
                        <a:pt x="413" y="10801"/>
                      </a:lnTo>
                      <a:lnTo>
                        <a:pt x="2820" y="8281"/>
                      </a:lnTo>
                      <a:close/>
                      <a:moveTo>
                        <a:pt x="353" y="10864"/>
                      </a:moveTo>
                      <a:lnTo>
                        <a:pt x="5544" y="16299"/>
                      </a:lnTo>
                      <a:lnTo>
                        <a:pt x="5284" y="16572"/>
                      </a:lnTo>
                      <a:lnTo>
                        <a:pt x="105" y="11150"/>
                      </a:lnTo>
                      <a:cubicBezTo>
                        <a:pt x="99" y="11145"/>
                        <a:pt x="99" y="11129"/>
                        <a:pt x="105" y="11125"/>
                      </a:cubicBezTo>
                      <a:lnTo>
                        <a:pt x="353" y="10864"/>
                      </a:lnTo>
                      <a:close/>
                      <a:moveTo>
                        <a:pt x="8513" y="13317"/>
                      </a:moveTo>
                      <a:lnTo>
                        <a:pt x="9626" y="14483"/>
                      </a:lnTo>
                      <a:lnTo>
                        <a:pt x="7059" y="17170"/>
                      </a:lnTo>
                      <a:cubicBezTo>
                        <a:pt x="7055" y="17174"/>
                        <a:pt x="7050" y="17176"/>
                        <a:pt x="7046" y="17176"/>
                      </a:cubicBezTo>
                      <a:cubicBezTo>
                        <a:pt x="7042" y="17176"/>
                        <a:pt x="7037" y="17174"/>
                        <a:pt x="7034" y="17170"/>
                      </a:cubicBezTo>
                      <a:lnTo>
                        <a:pt x="5933" y="16018"/>
                      </a:lnTo>
                      <a:lnTo>
                        <a:pt x="8513" y="13317"/>
                      </a:lnTo>
                      <a:close/>
                      <a:moveTo>
                        <a:pt x="14656" y="11642"/>
                      </a:moveTo>
                      <a:lnTo>
                        <a:pt x="16013" y="13062"/>
                      </a:lnTo>
                      <a:cubicBezTo>
                        <a:pt x="16033" y="13083"/>
                        <a:pt x="16059" y="13093"/>
                        <a:pt x="16086" y="13093"/>
                      </a:cubicBezTo>
                      <a:cubicBezTo>
                        <a:pt x="16112" y="13093"/>
                        <a:pt x="16138" y="13083"/>
                        <a:pt x="16159" y="13062"/>
                      </a:cubicBezTo>
                      <a:lnTo>
                        <a:pt x="16527" y="12676"/>
                      </a:lnTo>
                      <a:lnTo>
                        <a:pt x="17799" y="14007"/>
                      </a:lnTo>
                      <a:cubicBezTo>
                        <a:pt x="17805" y="14013"/>
                        <a:pt x="17805" y="14029"/>
                        <a:pt x="17799" y="14033"/>
                      </a:cubicBezTo>
                      <a:lnTo>
                        <a:pt x="15535" y="16404"/>
                      </a:lnTo>
                      <a:lnTo>
                        <a:pt x="15165" y="16018"/>
                      </a:lnTo>
                      <a:cubicBezTo>
                        <a:pt x="15145" y="15997"/>
                        <a:pt x="15119" y="15986"/>
                        <a:pt x="15093" y="15986"/>
                      </a:cubicBezTo>
                      <a:cubicBezTo>
                        <a:pt x="15067" y="15986"/>
                        <a:pt x="15040" y="15997"/>
                        <a:pt x="15020" y="16018"/>
                      </a:cubicBezTo>
                      <a:lnTo>
                        <a:pt x="13357" y="17758"/>
                      </a:lnTo>
                      <a:lnTo>
                        <a:pt x="10805" y="15086"/>
                      </a:lnTo>
                      <a:cubicBezTo>
                        <a:pt x="10799" y="15081"/>
                        <a:pt x="10799" y="15065"/>
                        <a:pt x="10805" y="15059"/>
                      </a:cubicBezTo>
                      <a:lnTo>
                        <a:pt x="12547" y="13235"/>
                      </a:lnTo>
                      <a:lnTo>
                        <a:pt x="12768" y="13466"/>
                      </a:lnTo>
                      <a:cubicBezTo>
                        <a:pt x="12788" y="13487"/>
                        <a:pt x="12815" y="13498"/>
                        <a:pt x="12841" y="13498"/>
                      </a:cubicBezTo>
                      <a:cubicBezTo>
                        <a:pt x="12867" y="13498"/>
                        <a:pt x="12893" y="13487"/>
                        <a:pt x="12913" y="13466"/>
                      </a:cubicBezTo>
                      <a:lnTo>
                        <a:pt x="14656" y="11642"/>
                      </a:lnTo>
                      <a:close/>
                      <a:moveTo>
                        <a:pt x="12023" y="12686"/>
                      </a:moveTo>
                      <a:lnTo>
                        <a:pt x="12487" y="13172"/>
                      </a:lnTo>
                      <a:lnTo>
                        <a:pt x="10744" y="14996"/>
                      </a:lnTo>
                      <a:cubicBezTo>
                        <a:pt x="10704" y="15039"/>
                        <a:pt x="10704" y="15108"/>
                        <a:pt x="10744" y="15149"/>
                      </a:cubicBezTo>
                      <a:lnTo>
                        <a:pt x="13297" y="17821"/>
                      </a:lnTo>
                      <a:lnTo>
                        <a:pt x="13117" y="18010"/>
                      </a:lnTo>
                      <a:lnTo>
                        <a:pt x="9747" y="14483"/>
                      </a:lnTo>
                      <a:lnTo>
                        <a:pt x="9927" y="14294"/>
                      </a:lnTo>
                      <a:lnTo>
                        <a:pt x="10135" y="14511"/>
                      </a:lnTo>
                      <a:cubicBezTo>
                        <a:pt x="10155" y="14532"/>
                        <a:pt x="10181" y="14542"/>
                        <a:pt x="10208" y="14542"/>
                      </a:cubicBezTo>
                      <a:cubicBezTo>
                        <a:pt x="10234" y="14542"/>
                        <a:pt x="10261" y="14532"/>
                        <a:pt x="10281" y="14511"/>
                      </a:cubicBezTo>
                      <a:lnTo>
                        <a:pt x="12023" y="12686"/>
                      </a:lnTo>
                      <a:close/>
                      <a:moveTo>
                        <a:pt x="16637" y="8431"/>
                      </a:moveTo>
                      <a:cubicBezTo>
                        <a:pt x="16642" y="8431"/>
                        <a:pt x="16646" y="8433"/>
                        <a:pt x="16650" y="8436"/>
                      </a:cubicBezTo>
                      <a:lnTo>
                        <a:pt x="21489" y="13504"/>
                      </a:lnTo>
                      <a:cubicBezTo>
                        <a:pt x="21495" y="13508"/>
                        <a:pt x="21495" y="13524"/>
                        <a:pt x="21489" y="13529"/>
                      </a:cubicBezTo>
                      <a:lnTo>
                        <a:pt x="15175" y="20140"/>
                      </a:lnTo>
                      <a:cubicBezTo>
                        <a:pt x="15171" y="20144"/>
                        <a:pt x="15167" y="20146"/>
                        <a:pt x="15163" y="20146"/>
                      </a:cubicBezTo>
                      <a:cubicBezTo>
                        <a:pt x="15159" y="20146"/>
                        <a:pt x="15154" y="20144"/>
                        <a:pt x="15150" y="20140"/>
                      </a:cubicBezTo>
                      <a:lnTo>
                        <a:pt x="14060" y="18998"/>
                      </a:lnTo>
                      <a:lnTo>
                        <a:pt x="15963" y="17006"/>
                      </a:lnTo>
                      <a:cubicBezTo>
                        <a:pt x="16003" y="16964"/>
                        <a:pt x="16003" y="16896"/>
                        <a:pt x="15963" y="16854"/>
                      </a:cubicBezTo>
                      <a:lnTo>
                        <a:pt x="15595" y="16467"/>
                      </a:lnTo>
                      <a:lnTo>
                        <a:pt x="17859" y="14097"/>
                      </a:lnTo>
                      <a:cubicBezTo>
                        <a:pt x="17898" y="14055"/>
                        <a:pt x="17898" y="13986"/>
                        <a:pt x="17859" y="13945"/>
                      </a:cubicBezTo>
                      <a:lnTo>
                        <a:pt x="16587" y="12614"/>
                      </a:lnTo>
                      <a:lnTo>
                        <a:pt x="16956" y="12228"/>
                      </a:lnTo>
                      <a:cubicBezTo>
                        <a:pt x="16996" y="12185"/>
                        <a:pt x="16996" y="12117"/>
                        <a:pt x="16956" y="12075"/>
                      </a:cubicBezTo>
                      <a:lnTo>
                        <a:pt x="15306" y="10347"/>
                      </a:lnTo>
                      <a:lnTo>
                        <a:pt x="15775" y="9857"/>
                      </a:lnTo>
                      <a:cubicBezTo>
                        <a:pt x="15815" y="9815"/>
                        <a:pt x="15815" y="9746"/>
                        <a:pt x="15775" y="9704"/>
                      </a:cubicBezTo>
                      <a:lnTo>
                        <a:pt x="15594" y="9516"/>
                      </a:lnTo>
                      <a:lnTo>
                        <a:pt x="16624" y="8436"/>
                      </a:lnTo>
                      <a:cubicBezTo>
                        <a:pt x="16629" y="8433"/>
                        <a:pt x="16633" y="8431"/>
                        <a:pt x="16637" y="8431"/>
                      </a:cubicBezTo>
                      <a:close/>
                      <a:moveTo>
                        <a:pt x="9686" y="14545"/>
                      </a:moveTo>
                      <a:lnTo>
                        <a:pt x="13057" y="18074"/>
                      </a:lnTo>
                      <a:lnTo>
                        <a:pt x="12836" y="18305"/>
                      </a:lnTo>
                      <a:lnTo>
                        <a:pt x="12492" y="17945"/>
                      </a:lnTo>
                      <a:cubicBezTo>
                        <a:pt x="12472" y="17924"/>
                        <a:pt x="12446" y="17913"/>
                        <a:pt x="12419" y="17913"/>
                      </a:cubicBezTo>
                      <a:cubicBezTo>
                        <a:pt x="12393" y="17913"/>
                        <a:pt x="12367" y="17924"/>
                        <a:pt x="12347" y="17945"/>
                      </a:cubicBezTo>
                      <a:lnTo>
                        <a:pt x="9791" y="20620"/>
                      </a:lnTo>
                      <a:lnTo>
                        <a:pt x="5664" y="16299"/>
                      </a:lnTo>
                      <a:lnTo>
                        <a:pt x="5872" y="16081"/>
                      </a:lnTo>
                      <a:lnTo>
                        <a:pt x="6973" y="17233"/>
                      </a:lnTo>
                      <a:cubicBezTo>
                        <a:pt x="6993" y="17254"/>
                        <a:pt x="7020" y="17265"/>
                        <a:pt x="7046" y="17265"/>
                      </a:cubicBezTo>
                      <a:cubicBezTo>
                        <a:pt x="7072" y="17265"/>
                        <a:pt x="7098" y="17254"/>
                        <a:pt x="7118" y="17233"/>
                      </a:cubicBezTo>
                      <a:lnTo>
                        <a:pt x="9686" y="14545"/>
                      </a:lnTo>
                      <a:close/>
                      <a:moveTo>
                        <a:pt x="5604" y="16363"/>
                      </a:moveTo>
                      <a:lnTo>
                        <a:pt x="9731" y="20684"/>
                      </a:lnTo>
                      <a:lnTo>
                        <a:pt x="9484" y="20943"/>
                      </a:lnTo>
                      <a:cubicBezTo>
                        <a:pt x="9479" y="20947"/>
                        <a:pt x="9475" y="20948"/>
                        <a:pt x="9471" y="20948"/>
                      </a:cubicBezTo>
                      <a:cubicBezTo>
                        <a:pt x="9466" y="20948"/>
                        <a:pt x="9462" y="20947"/>
                        <a:pt x="9458" y="20943"/>
                      </a:cubicBezTo>
                      <a:lnTo>
                        <a:pt x="5343" y="16635"/>
                      </a:lnTo>
                      <a:lnTo>
                        <a:pt x="5604" y="16363"/>
                      </a:lnTo>
                      <a:close/>
                      <a:moveTo>
                        <a:pt x="15092" y="16076"/>
                      </a:moveTo>
                      <a:cubicBezTo>
                        <a:pt x="15097" y="16076"/>
                        <a:pt x="15101" y="16077"/>
                        <a:pt x="15105" y="16081"/>
                      </a:cubicBezTo>
                      <a:lnTo>
                        <a:pt x="15903" y="16916"/>
                      </a:lnTo>
                      <a:cubicBezTo>
                        <a:pt x="15909" y="16921"/>
                        <a:pt x="15909" y="16937"/>
                        <a:pt x="15903" y="16942"/>
                      </a:cubicBezTo>
                      <a:lnTo>
                        <a:pt x="12036" y="20990"/>
                      </a:lnTo>
                      <a:cubicBezTo>
                        <a:pt x="12032" y="20994"/>
                        <a:pt x="12028" y="20995"/>
                        <a:pt x="12023" y="20995"/>
                      </a:cubicBezTo>
                      <a:cubicBezTo>
                        <a:pt x="12019" y="20995"/>
                        <a:pt x="12015" y="20994"/>
                        <a:pt x="12011" y="20990"/>
                      </a:cubicBezTo>
                      <a:lnTo>
                        <a:pt x="11213" y="20156"/>
                      </a:lnTo>
                      <a:cubicBezTo>
                        <a:pt x="11207" y="20151"/>
                        <a:pt x="11207" y="20135"/>
                        <a:pt x="11213" y="20129"/>
                      </a:cubicBezTo>
                      <a:lnTo>
                        <a:pt x="15080" y="16081"/>
                      </a:lnTo>
                      <a:cubicBezTo>
                        <a:pt x="15084" y="16077"/>
                        <a:pt x="15088" y="16076"/>
                        <a:pt x="15092" y="16076"/>
                      </a:cubicBezTo>
                      <a:close/>
                      <a:moveTo>
                        <a:pt x="12420" y="18003"/>
                      </a:moveTo>
                      <a:cubicBezTo>
                        <a:pt x="12424" y="18003"/>
                        <a:pt x="12428" y="18005"/>
                        <a:pt x="12432" y="18008"/>
                      </a:cubicBezTo>
                      <a:lnTo>
                        <a:pt x="12776" y="18368"/>
                      </a:lnTo>
                      <a:lnTo>
                        <a:pt x="11153" y="20066"/>
                      </a:lnTo>
                      <a:cubicBezTo>
                        <a:pt x="11113" y="20109"/>
                        <a:pt x="11113" y="20177"/>
                        <a:pt x="11153" y="20219"/>
                      </a:cubicBezTo>
                      <a:lnTo>
                        <a:pt x="11522" y="20605"/>
                      </a:lnTo>
                      <a:lnTo>
                        <a:pt x="10662" y="21505"/>
                      </a:lnTo>
                      <a:cubicBezTo>
                        <a:pt x="10658" y="21509"/>
                        <a:pt x="10653" y="21510"/>
                        <a:pt x="10649" y="21510"/>
                      </a:cubicBezTo>
                      <a:cubicBezTo>
                        <a:pt x="10645" y="21510"/>
                        <a:pt x="10640" y="21509"/>
                        <a:pt x="10637" y="21505"/>
                      </a:cubicBezTo>
                      <a:lnTo>
                        <a:pt x="9852" y="20683"/>
                      </a:lnTo>
                      <a:lnTo>
                        <a:pt x="12407" y="18008"/>
                      </a:lnTo>
                      <a:cubicBezTo>
                        <a:pt x="12411" y="18005"/>
                        <a:pt x="12415" y="18003"/>
                        <a:pt x="12420" y="18003"/>
                      </a:cubicBezTo>
                      <a:close/>
                      <a:moveTo>
                        <a:pt x="11602" y="0"/>
                      </a:moveTo>
                      <a:lnTo>
                        <a:pt x="9054" y="2668"/>
                      </a:lnTo>
                      <a:lnTo>
                        <a:pt x="8294" y="1872"/>
                      </a:lnTo>
                      <a:cubicBezTo>
                        <a:pt x="8274" y="1851"/>
                        <a:pt x="8248" y="1840"/>
                        <a:pt x="8222" y="1840"/>
                      </a:cubicBezTo>
                      <a:cubicBezTo>
                        <a:pt x="8195" y="1840"/>
                        <a:pt x="8169" y="1851"/>
                        <a:pt x="8149" y="1872"/>
                      </a:cubicBezTo>
                      <a:lnTo>
                        <a:pt x="6346" y="3759"/>
                      </a:lnTo>
                      <a:lnTo>
                        <a:pt x="4423" y="1746"/>
                      </a:lnTo>
                      <a:cubicBezTo>
                        <a:pt x="4403" y="1725"/>
                        <a:pt x="4376" y="1714"/>
                        <a:pt x="4350" y="1714"/>
                      </a:cubicBezTo>
                      <a:cubicBezTo>
                        <a:pt x="4324" y="1714"/>
                        <a:pt x="4297" y="1725"/>
                        <a:pt x="4277" y="1746"/>
                      </a:cubicBezTo>
                      <a:lnTo>
                        <a:pt x="942" y="5238"/>
                      </a:lnTo>
                      <a:cubicBezTo>
                        <a:pt x="902" y="5280"/>
                        <a:pt x="902" y="5348"/>
                        <a:pt x="942" y="5390"/>
                      </a:cubicBezTo>
                      <a:lnTo>
                        <a:pt x="1536" y="6012"/>
                      </a:lnTo>
                      <a:lnTo>
                        <a:pt x="1168" y="6399"/>
                      </a:lnTo>
                      <a:cubicBezTo>
                        <a:pt x="1128" y="6440"/>
                        <a:pt x="1128" y="6509"/>
                        <a:pt x="1168" y="6550"/>
                      </a:cubicBezTo>
                      <a:lnTo>
                        <a:pt x="2425" y="7866"/>
                      </a:lnTo>
                      <a:lnTo>
                        <a:pt x="30" y="10374"/>
                      </a:lnTo>
                      <a:cubicBezTo>
                        <a:pt x="-10" y="10416"/>
                        <a:pt x="-10" y="10484"/>
                        <a:pt x="30" y="10526"/>
                      </a:cubicBezTo>
                      <a:lnTo>
                        <a:pt x="293" y="10801"/>
                      </a:lnTo>
                      <a:lnTo>
                        <a:pt x="44" y="11061"/>
                      </a:lnTo>
                      <a:cubicBezTo>
                        <a:pt x="5" y="11103"/>
                        <a:pt x="5" y="11172"/>
                        <a:pt x="44" y="11213"/>
                      </a:cubicBezTo>
                      <a:lnTo>
                        <a:pt x="5223" y="16635"/>
                      </a:lnTo>
                      <a:lnTo>
                        <a:pt x="3537" y="18399"/>
                      </a:lnTo>
                      <a:lnTo>
                        <a:pt x="3598" y="18461"/>
                      </a:lnTo>
                      <a:lnTo>
                        <a:pt x="5283" y="16698"/>
                      </a:lnTo>
                      <a:lnTo>
                        <a:pt x="9398" y="21007"/>
                      </a:lnTo>
                      <a:cubicBezTo>
                        <a:pt x="9418" y="21028"/>
                        <a:pt x="9444" y="21039"/>
                        <a:pt x="9471" y="21039"/>
                      </a:cubicBezTo>
                      <a:cubicBezTo>
                        <a:pt x="9497" y="21039"/>
                        <a:pt x="9523" y="21028"/>
                        <a:pt x="9544" y="21007"/>
                      </a:cubicBezTo>
                      <a:lnTo>
                        <a:pt x="9791" y="20747"/>
                      </a:lnTo>
                      <a:lnTo>
                        <a:pt x="10577" y="21568"/>
                      </a:lnTo>
                      <a:cubicBezTo>
                        <a:pt x="10597" y="21589"/>
                        <a:pt x="10623" y="21600"/>
                        <a:pt x="10649" y="21600"/>
                      </a:cubicBezTo>
                      <a:cubicBezTo>
                        <a:pt x="10675" y="21600"/>
                        <a:pt x="10702" y="21589"/>
                        <a:pt x="10722" y="21568"/>
                      </a:cubicBezTo>
                      <a:lnTo>
                        <a:pt x="11582" y="20668"/>
                      </a:lnTo>
                      <a:lnTo>
                        <a:pt x="11950" y="21055"/>
                      </a:lnTo>
                      <a:cubicBezTo>
                        <a:pt x="11971" y="21075"/>
                        <a:pt x="11997" y="21086"/>
                        <a:pt x="12023" y="21086"/>
                      </a:cubicBezTo>
                      <a:cubicBezTo>
                        <a:pt x="12050" y="21086"/>
                        <a:pt x="12076" y="21075"/>
                        <a:pt x="12096" y="21055"/>
                      </a:cubicBezTo>
                      <a:lnTo>
                        <a:pt x="14000" y="19062"/>
                      </a:lnTo>
                      <a:lnTo>
                        <a:pt x="15090" y="20204"/>
                      </a:lnTo>
                      <a:cubicBezTo>
                        <a:pt x="15110" y="20225"/>
                        <a:pt x="15136" y="20236"/>
                        <a:pt x="15163" y="20236"/>
                      </a:cubicBezTo>
                      <a:cubicBezTo>
                        <a:pt x="15189" y="20236"/>
                        <a:pt x="15215" y="20225"/>
                        <a:pt x="15236" y="20204"/>
                      </a:cubicBezTo>
                      <a:lnTo>
                        <a:pt x="21550" y="13593"/>
                      </a:lnTo>
                      <a:cubicBezTo>
                        <a:pt x="21590" y="13551"/>
                        <a:pt x="21590" y="13482"/>
                        <a:pt x="21550" y="13440"/>
                      </a:cubicBezTo>
                      <a:lnTo>
                        <a:pt x="16710" y="8373"/>
                      </a:lnTo>
                      <a:cubicBezTo>
                        <a:pt x="16690" y="8352"/>
                        <a:pt x="16664" y="8341"/>
                        <a:pt x="16637" y="8341"/>
                      </a:cubicBezTo>
                      <a:cubicBezTo>
                        <a:pt x="16611" y="8341"/>
                        <a:pt x="16585" y="8352"/>
                        <a:pt x="16564" y="8373"/>
                      </a:cubicBezTo>
                      <a:lnTo>
                        <a:pt x="15534" y="9452"/>
                      </a:lnTo>
                      <a:lnTo>
                        <a:pt x="9987" y="3645"/>
                      </a:lnTo>
                      <a:lnTo>
                        <a:pt x="12530" y="983"/>
                      </a:lnTo>
                      <a:lnTo>
                        <a:pt x="12470" y="919"/>
                      </a:lnTo>
                      <a:lnTo>
                        <a:pt x="9927" y="3582"/>
                      </a:lnTo>
                      <a:lnTo>
                        <a:pt x="9716" y="3360"/>
                      </a:lnTo>
                      <a:lnTo>
                        <a:pt x="12264" y="694"/>
                      </a:lnTo>
                      <a:lnTo>
                        <a:pt x="12204" y="630"/>
                      </a:lnTo>
                      <a:lnTo>
                        <a:pt x="9656" y="3297"/>
                      </a:lnTo>
                      <a:lnTo>
                        <a:pt x="9400" y="3030"/>
                      </a:lnTo>
                      <a:lnTo>
                        <a:pt x="11948" y="362"/>
                      </a:lnTo>
                      <a:lnTo>
                        <a:pt x="11888" y="299"/>
                      </a:lnTo>
                      <a:lnTo>
                        <a:pt x="9340" y="2967"/>
                      </a:lnTo>
                      <a:lnTo>
                        <a:pt x="9114" y="2731"/>
                      </a:lnTo>
                      <a:lnTo>
                        <a:pt x="11662" y="63"/>
                      </a:lnTo>
                      <a:lnTo>
                        <a:pt x="11602"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94" name="Google Shape;214;p26"/>
                <p:cNvSpPr/>
                <p:nvPr/>
              </p:nvSpPr>
              <p:spPr>
                <a:xfrm>
                  <a:off x="2669252" y="1097454"/>
                  <a:ext cx="1131874" cy="4964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639"/>
                      </a:lnTo>
                      <a:cubicBezTo>
                        <a:pt x="3" y="722"/>
                        <a:pt x="22" y="791"/>
                        <a:pt x="55" y="824"/>
                      </a:cubicBezTo>
                      <a:lnTo>
                        <a:pt x="15783" y="21528"/>
                      </a:lnTo>
                      <a:cubicBezTo>
                        <a:pt x="15820" y="21577"/>
                        <a:pt x="15870" y="21600"/>
                        <a:pt x="15922" y="21600"/>
                      </a:cubicBezTo>
                      <a:cubicBezTo>
                        <a:pt x="15985" y="21600"/>
                        <a:pt x="16050" y="21565"/>
                        <a:pt x="16102" y="21496"/>
                      </a:cubicBezTo>
                      <a:lnTo>
                        <a:pt x="21520" y="14370"/>
                      </a:lnTo>
                      <a:cubicBezTo>
                        <a:pt x="21572" y="14301"/>
                        <a:pt x="21600" y="14213"/>
                        <a:pt x="21600" y="14130"/>
                      </a:cubicBezTo>
                      <a:lnTo>
                        <a:pt x="21600" y="13490"/>
                      </a:lnTo>
                      <a:lnTo>
                        <a:pt x="0" y="0"/>
                      </a:ln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95" name="Google Shape;215;p26"/>
                <p:cNvSpPr/>
                <p:nvPr/>
              </p:nvSpPr>
              <p:spPr>
                <a:xfrm>
                  <a:off x="2669252" y="925784"/>
                  <a:ext cx="1131745" cy="6534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9" y="0"/>
                      </a:moveTo>
                      <a:cubicBezTo>
                        <a:pt x="5615" y="0"/>
                        <a:pt x="5548" y="27"/>
                        <a:pt x="5496" y="78"/>
                      </a:cubicBezTo>
                      <a:lnTo>
                        <a:pt x="78" y="5492"/>
                      </a:lnTo>
                      <a:cubicBezTo>
                        <a:pt x="25" y="5545"/>
                        <a:pt x="0" y="5612"/>
                        <a:pt x="0" y="5675"/>
                      </a:cubicBezTo>
                      <a:cubicBezTo>
                        <a:pt x="3" y="5732"/>
                        <a:pt x="22" y="5785"/>
                        <a:pt x="55" y="5814"/>
                      </a:cubicBezTo>
                      <a:lnTo>
                        <a:pt x="15784" y="21545"/>
                      </a:lnTo>
                      <a:cubicBezTo>
                        <a:pt x="15822" y="21582"/>
                        <a:pt x="15871" y="21600"/>
                        <a:pt x="15922" y="21600"/>
                      </a:cubicBezTo>
                      <a:cubicBezTo>
                        <a:pt x="15985" y="21600"/>
                        <a:pt x="16052" y="21573"/>
                        <a:pt x="16104" y="21516"/>
                      </a:cubicBezTo>
                      <a:lnTo>
                        <a:pt x="21522" y="16103"/>
                      </a:lnTo>
                      <a:cubicBezTo>
                        <a:pt x="21575" y="16054"/>
                        <a:pt x="21600" y="15982"/>
                        <a:pt x="21600" y="15925"/>
                      </a:cubicBezTo>
                      <a:cubicBezTo>
                        <a:pt x="21600" y="15862"/>
                        <a:pt x="21578" y="15809"/>
                        <a:pt x="21547" y="15785"/>
                      </a:cubicBezTo>
                      <a:lnTo>
                        <a:pt x="5815" y="54"/>
                      </a:lnTo>
                      <a:cubicBezTo>
                        <a:pt x="5778" y="18"/>
                        <a:pt x="5729" y="0"/>
                        <a:pt x="567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96" name="Google Shape;216;p26"/>
                <p:cNvSpPr/>
                <p:nvPr/>
              </p:nvSpPr>
              <p:spPr>
                <a:xfrm>
                  <a:off x="2686324" y="933769"/>
                  <a:ext cx="1103955" cy="637420"/>
                </a:xfrm>
                <a:custGeom>
                  <a:avLst/>
                  <a:gdLst/>
                  <a:ahLst/>
                  <a:cxnLst>
                    <a:cxn ang="0">
                      <a:pos x="wd2" y="hd2"/>
                    </a:cxn>
                    <a:cxn ang="5400000">
                      <a:pos x="wd2" y="hd2"/>
                    </a:cxn>
                    <a:cxn ang="10800000">
                      <a:pos x="wd2" y="hd2"/>
                    </a:cxn>
                    <a:cxn ang="16200000">
                      <a:pos x="wd2" y="hd2"/>
                    </a:cxn>
                  </a:cxnLst>
                  <a:rect l="0" t="0" r="r" b="b"/>
                  <a:pathLst>
                    <a:path w="21572" h="21600" fill="norm" stroke="1" extrusionOk="0">
                      <a:moveTo>
                        <a:pt x="5539" y="0"/>
                      </a:moveTo>
                      <a:cubicBezTo>
                        <a:pt x="5507" y="0"/>
                        <a:pt x="5475" y="14"/>
                        <a:pt x="5447" y="41"/>
                      </a:cubicBezTo>
                      <a:lnTo>
                        <a:pt x="42" y="5453"/>
                      </a:lnTo>
                      <a:cubicBezTo>
                        <a:pt x="-7" y="5502"/>
                        <a:pt x="-15" y="5576"/>
                        <a:pt x="28" y="5621"/>
                      </a:cubicBezTo>
                      <a:lnTo>
                        <a:pt x="15958" y="21570"/>
                      </a:lnTo>
                      <a:cubicBezTo>
                        <a:pt x="15983" y="21590"/>
                        <a:pt x="16010" y="21600"/>
                        <a:pt x="16036" y="21600"/>
                      </a:cubicBezTo>
                      <a:cubicBezTo>
                        <a:pt x="16068" y="21600"/>
                        <a:pt x="16098" y="21586"/>
                        <a:pt x="16126" y="21560"/>
                      </a:cubicBezTo>
                      <a:lnTo>
                        <a:pt x="21531" y="16148"/>
                      </a:lnTo>
                      <a:cubicBezTo>
                        <a:pt x="21582" y="16099"/>
                        <a:pt x="21585" y="16020"/>
                        <a:pt x="21542" y="15981"/>
                      </a:cubicBezTo>
                      <a:lnTo>
                        <a:pt x="5612" y="26"/>
                      </a:lnTo>
                      <a:cubicBezTo>
                        <a:pt x="5589" y="9"/>
                        <a:pt x="5564" y="0"/>
                        <a:pt x="5539"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97" name="Google Shape;217;p26"/>
                <p:cNvSpPr/>
                <p:nvPr/>
              </p:nvSpPr>
              <p:spPr>
                <a:xfrm>
                  <a:off x="2938111" y="965157"/>
                  <a:ext cx="81722" cy="47082"/>
                </a:xfrm>
                <a:custGeom>
                  <a:avLst/>
                  <a:gdLst/>
                  <a:ahLst/>
                  <a:cxnLst>
                    <a:cxn ang="0">
                      <a:pos x="wd2" y="hd2"/>
                    </a:cxn>
                    <a:cxn ang="5400000">
                      <a:pos x="wd2" y="hd2"/>
                    </a:cxn>
                    <a:cxn ang="10800000">
                      <a:pos x="wd2" y="hd2"/>
                    </a:cxn>
                    <a:cxn ang="16200000">
                      <a:pos x="wd2" y="hd2"/>
                    </a:cxn>
                  </a:cxnLst>
                  <a:rect l="0" t="0" r="r" b="b"/>
                  <a:pathLst>
                    <a:path w="21015" h="21600" fill="norm" stroke="1" extrusionOk="0">
                      <a:moveTo>
                        <a:pt x="8073" y="0"/>
                      </a:moveTo>
                      <a:cubicBezTo>
                        <a:pt x="7422" y="0"/>
                        <a:pt x="6771" y="305"/>
                        <a:pt x="6181" y="916"/>
                      </a:cubicBezTo>
                      <a:lnTo>
                        <a:pt x="867" y="6327"/>
                      </a:lnTo>
                      <a:cubicBezTo>
                        <a:pt x="-179" y="7463"/>
                        <a:pt x="-293" y="9066"/>
                        <a:pt x="605" y="9999"/>
                      </a:cubicBezTo>
                      <a:lnTo>
                        <a:pt x="11310" y="20955"/>
                      </a:lnTo>
                      <a:cubicBezTo>
                        <a:pt x="11724" y="21388"/>
                        <a:pt x="12290" y="21600"/>
                        <a:pt x="12874" y="21600"/>
                      </a:cubicBezTo>
                      <a:cubicBezTo>
                        <a:pt x="13564" y="21600"/>
                        <a:pt x="14286" y="21303"/>
                        <a:pt x="14833" y="20684"/>
                      </a:cubicBezTo>
                      <a:lnTo>
                        <a:pt x="20147" y="15273"/>
                      </a:lnTo>
                      <a:cubicBezTo>
                        <a:pt x="21198" y="14146"/>
                        <a:pt x="21307" y="12543"/>
                        <a:pt x="20409" y="11601"/>
                      </a:cubicBezTo>
                      <a:lnTo>
                        <a:pt x="9704" y="653"/>
                      </a:lnTo>
                      <a:cubicBezTo>
                        <a:pt x="9186" y="220"/>
                        <a:pt x="8629" y="0"/>
                        <a:pt x="807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98" name="Google Shape;218;p26"/>
                <p:cNvSpPr/>
                <p:nvPr/>
              </p:nvSpPr>
              <p:spPr>
                <a:xfrm>
                  <a:off x="3017154" y="1010630"/>
                  <a:ext cx="81733" cy="47267"/>
                </a:xfrm>
                <a:custGeom>
                  <a:avLst/>
                  <a:gdLst/>
                  <a:ahLst/>
                  <a:cxnLst>
                    <a:cxn ang="0">
                      <a:pos x="wd2" y="hd2"/>
                    </a:cxn>
                    <a:cxn ang="5400000">
                      <a:pos x="wd2" y="hd2"/>
                    </a:cxn>
                    <a:cxn ang="10800000">
                      <a:pos x="wd2" y="hd2"/>
                    </a:cxn>
                    <a:cxn ang="16200000">
                      <a:pos x="wd2" y="hd2"/>
                    </a:cxn>
                  </a:cxnLst>
                  <a:rect l="0" t="0" r="r" b="b"/>
                  <a:pathLst>
                    <a:path w="21013" h="21600" fill="norm" stroke="1" extrusionOk="0">
                      <a:moveTo>
                        <a:pt x="8170" y="0"/>
                      </a:moveTo>
                      <a:cubicBezTo>
                        <a:pt x="7467" y="0"/>
                        <a:pt x="6721" y="304"/>
                        <a:pt x="6146" y="887"/>
                      </a:cubicBezTo>
                      <a:lnTo>
                        <a:pt x="870" y="6344"/>
                      </a:lnTo>
                      <a:cubicBezTo>
                        <a:pt x="-180" y="7408"/>
                        <a:pt x="-294" y="9073"/>
                        <a:pt x="604" y="10002"/>
                      </a:cubicBezTo>
                      <a:lnTo>
                        <a:pt x="11312" y="20983"/>
                      </a:lnTo>
                      <a:cubicBezTo>
                        <a:pt x="11716" y="21397"/>
                        <a:pt x="12257" y="21600"/>
                        <a:pt x="12823" y="21600"/>
                      </a:cubicBezTo>
                      <a:cubicBezTo>
                        <a:pt x="13517" y="21600"/>
                        <a:pt x="14253" y="21304"/>
                        <a:pt x="14828" y="20713"/>
                      </a:cubicBezTo>
                      <a:lnTo>
                        <a:pt x="20146" y="15256"/>
                      </a:lnTo>
                      <a:cubicBezTo>
                        <a:pt x="21192" y="14192"/>
                        <a:pt x="21306" y="12595"/>
                        <a:pt x="20408" y="11666"/>
                      </a:cubicBezTo>
                      <a:lnTo>
                        <a:pt x="9700" y="625"/>
                      </a:lnTo>
                      <a:cubicBezTo>
                        <a:pt x="9296" y="203"/>
                        <a:pt x="8750" y="0"/>
                        <a:pt x="817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99" name="Google Shape;219;p26"/>
                <p:cNvSpPr/>
                <p:nvPr/>
              </p:nvSpPr>
              <p:spPr>
                <a:xfrm>
                  <a:off x="3096065" y="1056269"/>
                  <a:ext cx="81864" cy="47268"/>
                </a:xfrm>
                <a:custGeom>
                  <a:avLst/>
                  <a:gdLst/>
                  <a:ahLst/>
                  <a:cxnLst>
                    <a:cxn ang="0">
                      <a:pos x="wd2" y="hd2"/>
                    </a:cxn>
                    <a:cxn ang="5400000">
                      <a:pos x="wd2" y="hd2"/>
                    </a:cxn>
                    <a:cxn ang="10800000">
                      <a:pos x="wd2" y="hd2"/>
                    </a:cxn>
                    <a:cxn ang="16200000">
                      <a:pos x="wd2" y="hd2"/>
                    </a:cxn>
                  </a:cxnLst>
                  <a:rect l="0" t="0" r="r" b="b"/>
                  <a:pathLst>
                    <a:path w="21014" h="21600" fill="norm" stroke="1" extrusionOk="0">
                      <a:moveTo>
                        <a:pt x="8101" y="0"/>
                      </a:moveTo>
                      <a:cubicBezTo>
                        <a:pt x="7432" y="0"/>
                        <a:pt x="6768" y="304"/>
                        <a:pt x="6170" y="921"/>
                      </a:cubicBezTo>
                      <a:lnTo>
                        <a:pt x="865" y="6310"/>
                      </a:lnTo>
                      <a:cubicBezTo>
                        <a:pt x="-179" y="7442"/>
                        <a:pt x="-293" y="9039"/>
                        <a:pt x="604" y="9968"/>
                      </a:cubicBezTo>
                      <a:lnTo>
                        <a:pt x="11290" y="20950"/>
                      </a:lnTo>
                      <a:cubicBezTo>
                        <a:pt x="11831" y="21380"/>
                        <a:pt x="12405" y="21600"/>
                        <a:pt x="12974" y="21600"/>
                      </a:cubicBezTo>
                      <a:cubicBezTo>
                        <a:pt x="13625" y="21600"/>
                        <a:pt x="14265" y="21313"/>
                        <a:pt x="14844" y="20747"/>
                      </a:cubicBezTo>
                      <a:lnTo>
                        <a:pt x="20149" y="15231"/>
                      </a:lnTo>
                      <a:cubicBezTo>
                        <a:pt x="21193" y="14166"/>
                        <a:pt x="21307" y="12561"/>
                        <a:pt x="20410" y="11632"/>
                      </a:cubicBezTo>
                      <a:lnTo>
                        <a:pt x="9724" y="591"/>
                      </a:lnTo>
                      <a:cubicBezTo>
                        <a:pt x="9202" y="203"/>
                        <a:pt x="8652" y="0"/>
                        <a:pt x="810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0" name="Google Shape;220;p26"/>
                <p:cNvSpPr/>
                <p:nvPr/>
              </p:nvSpPr>
              <p:spPr>
                <a:xfrm>
                  <a:off x="3175108" y="1101909"/>
                  <a:ext cx="81733" cy="47175"/>
                </a:xfrm>
                <a:custGeom>
                  <a:avLst/>
                  <a:gdLst/>
                  <a:ahLst/>
                  <a:cxnLst>
                    <a:cxn ang="0">
                      <a:pos x="wd2" y="hd2"/>
                    </a:cxn>
                    <a:cxn ang="5400000">
                      <a:pos x="wd2" y="hd2"/>
                    </a:cxn>
                    <a:cxn ang="10800000">
                      <a:pos x="wd2" y="hd2"/>
                    </a:cxn>
                    <a:cxn ang="16200000">
                      <a:pos x="wd2" y="hd2"/>
                    </a:cxn>
                  </a:cxnLst>
                  <a:rect l="0" t="0" r="r" b="b"/>
                  <a:pathLst>
                    <a:path w="21013" h="21600" fill="norm" stroke="1" extrusionOk="0">
                      <a:moveTo>
                        <a:pt x="8189" y="0"/>
                      </a:moveTo>
                      <a:cubicBezTo>
                        <a:pt x="7495" y="0"/>
                        <a:pt x="6759" y="305"/>
                        <a:pt x="6184" y="889"/>
                      </a:cubicBezTo>
                      <a:lnTo>
                        <a:pt x="870" y="6356"/>
                      </a:lnTo>
                      <a:cubicBezTo>
                        <a:pt x="-180" y="7423"/>
                        <a:pt x="-294" y="9023"/>
                        <a:pt x="604" y="9954"/>
                      </a:cubicBezTo>
                      <a:lnTo>
                        <a:pt x="11312" y="20957"/>
                      </a:lnTo>
                      <a:cubicBezTo>
                        <a:pt x="11725" y="21388"/>
                        <a:pt x="12286" y="21600"/>
                        <a:pt x="12875" y="21600"/>
                      </a:cubicBezTo>
                      <a:cubicBezTo>
                        <a:pt x="13569" y="21600"/>
                        <a:pt x="14301" y="21304"/>
                        <a:pt x="14866" y="20686"/>
                      </a:cubicBezTo>
                      <a:lnTo>
                        <a:pt x="20146" y="15286"/>
                      </a:lnTo>
                      <a:cubicBezTo>
                        <a:pt x="21192" y="14160"/>
                        <a:pt x="21306" y="12561"/>
                        <a:pt x="20408" y="11621"/>
                      </a:cubicBezTo>
                      <a:lnTo>
                        <a:pt x="9700" y="626"/>
                      </a:lnTo>
                      <a:cubicBezTo>
                        <a:pt x="9296" y="203"/>
                        <a:pt x="8755" y="0"/>
                        <a:pt x="818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1" name="Google Shape;221;p26"/>
                <p:cNvSpPr/>
                <p:nvPr/>
              </p:nvSpPr>
              <p:spPr>
                <a:xfrm>
                  <a:off x="3254167" y="1147474"/>
                  <a:ext cx="81716" cy="47212"/>
                </a:xfrm>
                <a:custGeom>
                  <a:avLst/>
                  <a:gdLst/>
                  <a:ahLst/>
                  <a:cxnLst>
                    <a:cxn ang="0">
                      <a:pos x="wd2" y="hd2"/>
                    </a:cxn>
                    <a:cxn ang="5400000">
                      <a:pos x="wd2" y="hd2"/>
                    </a:cxn>
                    <a:cxn ang="10800000">
                      <a:pos x="wd2" y="hd2"/>
                    </a:cxn>
                    <a:cxn ang="16200000">
                      <a:pos x="wd2" y="hd2"/>
                    </a:cxn>
                  </a:cxnLst>
                  <a:rect l="0" t="0" r="r" b="b"/>
                  <a:pathLst>
                    <a:path w="21013" h="21600" fill="norm" stroke="1" extrusionOk="0">
                      <a:moveTo>
                        <a:pt x="8106" y="0"/>
                      </a:moveTo>
                      <a:cubicBezTo>
                        <a:pt x="7436" y="0"/>
                        <a:pt x="6761" y="304"/>
                        <a:pt x="6143" y="888"/>
                      </a:cubicBezTo>
                      <a:lnTo>
                        <a:pt x="867" y="6351"/>
                      </a:lnTo>
                      <a:cubicBezTo>
                        <a:pt x="-179" y="7417"/>
                        <a:pt x="-293" y="9083"/>
                        <a:pt x="605" y="10013"/>
                      </a:cubicBezTo>
                      <a:lnTo>
                        <a:pt x="11310" y="21008"/>
                      </a:lnTo>
                      <a:cubicBezTo>
                        <a:pt x="11824" y="21405"/>
                        <a:pt x="12375" y="21600"/>
                        <a:pt x="12931" y="21600"/>
                      </a:cubicBezTo>
                      <a:cubicBezTo>
                        <a:pt x="13587" y="21600"/>
                        <a:pt x="14243" y="21321"/>
                        <a:pt x="14833" y="20737"/>
                      </a:cubicBezTo>
                      <a:lnTo>
                        <a:pt x="20147" y="15282"/>
                      </a:lnTo>
                      <a:cubicBezTo>
                        <a:pt x="21193" y="14217"/>
                        <a:pt x="21307" y="12551"/>
                        <a:pt x="20409" y="11612"/>
                      </a:cubicBezTo>
                      <a:lnTo>
                        <a:pt x="9704" y="626"/>
                      </a:lnTo>
                      <a:cubicBezTo>
                        <a:pt x="9195" y="203"/>
                        <a:pt x="8653" y="0"/>
                        <a:pt x="810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2" name="Google Shape;222;p26"/>
                <p:cNvSpPr/>
                <p:nvPr/>
              </p:nvSpPr>
              <p:spPr>
                <a:xfrm>
                  <a:off x="3333063" y="1193132"/>
                  <a:ext cx="81879" cy="47194"/>
                </a:xfrm>
                <a:custGeom>
                  <a:avLst/>
                  <a:gdLst/>
                  <a:ahLst/>
                  <a:cxnLst>
                    <a:cxn ang="0">
                      <a:pos x="wd2" y="hd2"/>
                    </a:cxn>
                    <a:cxn ang="5400000">
                      <a:pos x="wd2" y="hd2"/>
                    </a:cxn>
                    <a:cxn ang="10800000">
                      <a:pos x="wd2" y="hd2"/>
                    </a:cxn>
                    <a:cxn ang="16200000">
                      <a:pos x="wd2" y="hd2"/>
                    </a:cxn>
                  </a:cxnLst>
                  <a:rect l="0" t="0" r="r" b="b"/>
                  <a:pathLst>
                    <a:path w="21014" h="21600" fill="norm" stroke="1" extrusionOk="0">
                      <a:moveTo>
                        <a:pt x="8042" y="0"/>
                      </a:moveTo>
                      <a:cubicBezTo>
                        <a:pt x="7392" y="0"/>
                        <a:pt x="6752" y="279"/>
                        <a:pt x="6173" y="846"/>
                      </a:cubicBezTo>
                      <a:lnTo>
                        <a:pt x="869" y="6312"/>
                      </a:lnTo>
                      <a:cubicBezTo>
                        <a:pt x="-179" y="7445"/>
                        <a:pt x="-293" y="9044"/>
                        <a:pt x="604" y="9975"/>
                      </a:cubicBezTo>
                      <a:lnTo>
                        <a:pt x="11292" y="20974"/>
                      </a:lnTo>
                      <a:cubicBezTo>
                        <a:pt x="11714" y="21397"/>
                        <a:pt x="12269" y="21600"/>
                        <a:pt x="12848" y="21600"/>
                      </a:cubicBezTo>
                      <a:cubicBezTo>
                        <a:pt x="13550" y="21600"/>
                        <a:pt x="14286" y="21295"/>
                        <a:pt x="14841" y="20703"/>
                      </a:cubicBezTo>
                      <a:lnTo>
                        <a:pt x="20145" y="15246"/>
                      </a:lnTo>
                      <a:cubicBezTo>
                        <a:pt x="21193" y="14180"/>
                        <a:pt x="21307" y="12581"/>
                        <a:pt x="20410" y="11642"/>
                      </a:cubicBezTo>
                      <a:lnTo>
                        <a:pt x="9722" y="651"/>
                      </a:lnTo>
                      <a:cubicBezTo>
                        <a:pt x="9181" y="212"/>
                        <a:pt x="8607" y="0"/>
                        <a:pt x="804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3" name="Google Shape;223;p26"/>
                <p:cNvSpPr/>
                <p:nvPr/>
              </p:nvSpPr>
              <p:spPr>
                <a:xfrm>
                  <a:off x="3412121" y="1238753"/>
                  <a:ext cx="81716" cy="47175"/>
                </a:xfrm>
                <a:custGeom>
                  <a:avLst/>
                  <a:gdLst/>
                  <a:ahLst/>
                  <a:cxnLst>
                    <a:cxn ang="0">
                      <a:pos x="wd2" y="hd2"/>
                    </a:cxn>
                    <a:cxn ang="5400000">
                      <a:pos x="wd2" y="hd2"/>
                    </a:cxn>
                    <a:cxn ang="10800000">
                      <a:pos x="wd2" y="hd2"/>
                    </a:cxn>
                    <a:cxn ang="16200000">
                      <a:pos x="wd2" y="hd2"/>
                    </a:cxn>
                  </a:cxnLst>
                  <a:rect l="0" t="0" r="r" b="b"/>
                  <a:pathLst>
                    <a:path w="21013" h="21600" fill="norm" stroke="1" extrusionOk="0">
                      <a:moveTo>
                        <a:pt x="8187" y="0"/>
                      </a:moveTo>
                      <a:cubicBezTo>
                        <a:pt x="7493" y="0"/>
                        <a:pt x="6761" y="305"/>
                        <a:pt x="6181" y="889"/>
                      </a:cubicBezTo>
                      <a:lnTo>
                        <a:pt x="867" y="6356"/>
                      </a:lnTo>
                      <a:cubicBezTo>
                        <a:pt x="-179" y="7423"/>
                        <a:pt x="-293" y="9023"/>
                        <a:pt x="605" y="9954"/>
                      </a:cubicBezTo>
                      <a:lnTo>
                        <a:pt x="11310" y="20957"/>
                      </a:lnTo>
                      <a:cubicBezTo>
                        <a:pt x="11743" y="21388"/>
                        <a:pt x="12309" y="21600"/>
                        <a:pt x="12893" y="21600"/>
                      </a:cubicBezTo>
                      <a:cubicBezTo>
                        <a:pt x="13583" y="21600"/>
                        <a:pt x="14300" y="21304"/>
                        <a:pt x="14871" y="20686"/>
                      </a:cubicBezTo>
                      <a:lnTo>
                        <a:pt x="20147" y="15227"/>
                      </a:lnTo>
                      <a:cubicBezTo>
                        <a:pt x="21193" y="14160"/>
                        <a:pt x="21307" y="12561"/>
                        <a:pt x="20409" y="11621"/>
                      </a:cubicBezTo>
                      <a:lnTo>
                        <a:pt x="9704" y="626"/>
                      </a:lnTo>
                      <a:cubicBezTo>
                        <a:pt x="9300" y="203"/>
                        <a:pt x="8758" y="0"/>
                        <a:pt x="818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4" name="Google Shape;224;p26"/>
                <p:cNvSpPr/>
                <p:nvPr/>
              </p:nvSpPr>
              <p:spPr>
                <a:xfrm>
                  <a:off x="3491163" y="1284319"/>
                  <a:ext cx="81733" cy="47212"/>
                </a:xfrm>
                <a:custGeom>
                  <a:avLst/>
                  <a:gdLst/>
                  <a:ahLst/>
                  <a:cxnLst>
                    <a:cxn ang="0">
                      <a:pos x="wd2" y="hd2"/>
                    </a:cxn>
                    <a:cxn ang="5400000">
                      <a:pos x="wd2" y="hd2"/>
                    </a:cxn>
                    <a:cxn ang="10800000">
                      <a:pos x="wd2" y="hd2"/>
                    </a:cxn>
                    <a:cxn ang="16200000">
                      <a:pos x="wd2" y="hd2"/>
                    </a:cxn>
                  </a:cxnLst>
                  <a:rect l="0" t="0" r="r" b="b"/>
                  <a:pathLst>
                    <a:path w="21013" h="21600" fill="norm" stroke="1" extrusionOk="0">
                      <a:moveTo>
                        <a:pt x="8171" y="0"/>
                      </a:moveTo>
                      <a:cubicBezTo>
                        <a:pt x="7468" y="0"/>
                        <a:pt x="6722" y="304"/>
                        <a:pt x="6147" y="888"/>
                      </a:cubicBezTo>
                      <a:lnTo>
                        <a:pt x="867" y="6351"/>
                      </a:lnTo>
                      <a:cubicBezTo>
                        <a:pt x="-179" y="7417"/>
                        <a:pt x="-293" y="9083"/>
                        <a:pt x="605" y="10013"/>
                      </a:cubicBezTo>
                      <a:lnTo>
                        <a:pt x="11313" y="21008"/>
                      </a:lnTo>
                      <a:cubicBezTo>
                        <a:pt x="11826" y="21405"/>
                        <a:pt x="12377" y="21600"/>
                        <a:pt x="12928" y="21600"/>
                      </a:cubicBezTo>
                      <a:cubicBezTo>
                        <a:pt x="13584" y="21600"/>
                        <a:pt x="14240" y="21321"/>
                        <a:pt x="14829" y="20737"/>
                      </a:cubicBezTo>
                      <a:lnTo>
                        <a:pt x="20143" y="15282"/>
                      </a:lnTo>
                      <a:cubicBezTo>
                        <a:pt x="21193" y="14217"/>
                        <a:pt x="21307" y="12551"/>
                        <a:pt x="20409" y="11612"/>
                      </a:cubicBezTo>
                      <a:lnTo>
                        <a:pt x="9701" y="626"/>
                      </a:lnTo>
                      <a:cubicBezTo>
                        <a:pt x="9297" y="203"/>
                        <a:pt x="8751" y="0"/>
                        <a:pt x="817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5" name="Google Shape;225;p26"/>
                <p:cNvSpPr/>
                <p:nvPr/>
              </p:nvSpPr>
              <p:spPr>
                <a:xfrm>
                  <a:off x="3570100" y="1329940"/>
                  <a:ext cx="81840" cy="47230"/>
                </a:xfrm>
                <a:custGeom>
                  <a:avLst/>
                  <a:gdLst/>
                  <a:ahLst/>
                  <a:cxnLst>
                    <a:cxn ang="0">
                      <a:pos x="wd2" y="hd2"/>
                    </a:cxn>
                    <a:cxn ang="5400000">
                      <a:pos x="wd2" y="hd2"/>
                    </a:cxn>
                    <a:cxn ang="10800000">
                      <a:pos x="wd2" y="hd2"/>
                    </a:cxn>
                    <a:cxn ang="16200000">
                      <a:pos x="wd2" y="hd2"/>
                    </a:cxn>
                  </a:cxnLst>
                  <a:rect l="0" t="0" r="r" b="b"/>
                  <a:pathLst>
                    <a:path w="21008" h="21600" fill="norm" stroke="1" extrusionOk="0">
                      <a:moveTo>
                        <a:pt x="8162" y="0"/>
                      </a:moveTo>
                      <a:cubicBezTo>
                        <a:pt x="7469" y="0"/>
                        <a:pt x="6733" y="287"/>
                        <a:pt x="6164" y="862"/>
                      </a:cubicBezTo>
                      <a:lnTo>
                        <a:pt x="859" y="6324"/>
                      </a:lnTo>
                      <a:cubicBezTo>
                        <a:pt x="-185" y="7456"/>
                        <a:pt x="-299" y="9054"/>
                        <a:pt x="636" y="9984"/>
                      </a:cubicBezTo>
                      <a:lnTo>
                        <a:pt x="11322" y="20974"/>
                      </a:lnTo>
                      <a:cubicBezTo>
                        <a:pt x="11725" y="21397"/>
                        <a:pt x="12266" y="21600"/>
                        <a:pt x="12836" y="21600"/>
                      </a:cubicBezTo>
                      <a:cubicBezTo>
                        <a:pt x="13528" y="21600"/>
                        <a:pt x="14259" y="21296"/>
                        <a:pt x="14838" y="20704"/>
                      </a:cubicBezTo>
                      <a:lnTo>
                        <a:pt x="20143" y="15251"/>
                      </a:lnTo>
                      <a:cubicBezTo>
                        <a:pt x="21187" y="14186"/>
                        <a:pt x="21301" y="12588"/>
                        <a:pt x="20404" y="11650"/>
                      </a:cubicBezTo>
                      <a:lnTo>
                        <a:pt x="9718" y="600"/>
                      </a:lnTo>
                      <a:cubicBezTo>
                        <a:pt x="9305" y="203"/>
                        <a:pt x="8750" y="0"/>
                        <a:pt x="816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6" name="Google Shape;226;p26"/>
                <p:cNvSpPr/>
                <p:nvPr/>
              </p:nvSpPr>
              <p:spPr>
                <a:xfrm>
                  <a:off x="3649119" y="1375598"/>
                  <a:ext cx="81781" cy="47175"/>
                </a:xfrm>
                <a:custGeom>
                  <a:avLst/>
                  <a:gdLst/>
                  <a:ahLst/>
                  <a:cxnLst>
                    <a:cxn ang="0">
                      <a:pos x="wd2" y="hd2"/>
                    </a:cxn>
                    <a:cxn ang="5400000">
                      <a:pos x="wd2" y="hd2"/>
                    </a:cxn>
                    <a:cxn ang="10800000">
                      <a:pos x="wd2" y="hd2"/>
                    </a:cxn>
                    <a:cxn ang="16200000">
                      <a:pos x="wd2" y="hd2"/>
                    </a:cxn>
                  </a:cxnLst>
                  <a:rect l="0" t="0" r="r" b="b"/>
                  <a:pathLst>
                    <a:path w="21026" h="21600" fill="norm" stroke="1" extrusionOk="0">
                      <a:moveTo>
                        <a:pt x="8189" y="0"/>
                      </a:moveTo>
                      <a:cubicBezTo>
                        <a:pt x="7495" y="0"/>
                        <a:pt x="6759" y="305"/>
                        <a:pt x="6184" y="889"/>
                      </a:cubicBezTo>
                      <a:lnTo>
                        <a:pt x="870" y="6356"/>
                      </a:lnTo>
                      <a:cubicBezTo>
                        <a:pt x="-180" y="7423"/>
                        <a:pt x="-294" y="9023"/>
                        <a:pt x="604" y="9962"/>
                      </a:cubicBezTo>
                      <a:lnTo>
                        <a:pt x="11312" y="20957"/>
                      </a:lnTo>
                      <a:cubicBezTo>
                        <a:pt x="11825" y="21388"/>
                        <a:pt x="12381" y="21600"/>
                        <a:pt x="12937" y="21600"/>
                      </a:cubicBezTo>
                      <a:cubicBezTo>
                        <a:pt x="13588" y="21600"/>
                        <a:pt x="14244" y="21304"/>
                        <a:pt x="14828" y="20686"/>
                      </a:cubicBezTo>
                      <a:lnTo>
                        <a:pt x="20142" y="15227"/>
                      </a:lnTo>
                      <a:cubicBezTo>
                        <a:pt x="21230" y="14160"/>
                        <a:pt x="21306" y="12561"/>
                        <a:pt x="20408" y="11621"/>
                      </a:cubicBezTo>
                      <a:lnTo>
                        <a:pt x="9700" y="626"/>
                      </a:lnTo>
                      <a:cubicBezTo>
                        <a:pt x="9296" y="203"/>
                        <a:pt x="8755" y="0"/>
                        <a:pt x="818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7" name="Google Shape;227;p26"/>
                <p:cNvSpPr/>
                <p:nvPr/>
              </p:nvSpPr>
              <p:spPr>
                <a:xfrm>
                  <a:off x="2879583" y="996618"/>
                  <a:ext cx="85656" cy="49393"/>
                </a:xfrm>
                <a:custGeom>
                  <a:avLst/>
                  <a:gdLst/>
                  <a:ahLst/>
                  <a:cxnLst>
                    <a:cxn ang="0">
                      <a:pos x="wd2" y="hd2"/>
                    </a:cxn>
                    <a:cxn ang="5400000">
                      <a:pos x="wd2" y="hd2"/>
                    </a:cxn>
                    <a:cxn ang="10800000">
                      <a:pos x="wd2" y="hd2"/>
                    </a:cxn>
                    <a:cxn ang="16200000">
                      <a:pos x="wd2" y="hd2"/>
                    </a:cxn>
                  </a:cxnLst>
                  <a:rect l="0" t="0" r="r" b="b"/>
                  <a:pathLst>
                    <a:path w="21327" h="21600" fill="norm" stroke="1" extrusionOk="0">
                      <a:moveTo>
                        <a:pt x="8328" y="0"/>
                      </a:moveTo>
                      <a:cubicBezTo>
                        <a:pt x="7997" y="0"/>
                        <a:pt x="7665" y="146"/>
                        <a:pt x="7366" y="420"/>
                      </a:cubicBezTo>
                      <a:lnTo>
                        <a:pt x="444" y="7421"/>
                      </a:lnTo>
                      <a:cubicBezTo>
                        <a:pt x="-104" y="7995"/>
                        <a:pt x="-136" y="8763"/>
                        <a:pt x="297" y="9272"/>
                      </a:cubicBezTo>
                      <a:lnTo>
                        <a:pt x="12185" y="21301"/>
                      </a:lnTo>
                      <a:cubicBezTo>
                        <a:pt x="12448" y="21503"/>
                        <a:pt x="12724" y="21600"/>
                        <a:pt x="13000" y="21600"/>
                      </a:cubicBezTo>
                      <a:cubicBezTo>
                        <a:pt x="13340" y="21600"/>
                        <a:pt x="13681" y="21454"/>
                        <a:pt x="13999" y="21180"/>
                      </a:cubicBezTo>
                      <a:lnTo>
                        <a:pt x="20884" y="14171"/>
                      </a:lnTo>
                      <a:cubicBezTo>
                        <a:pt x="21427" y="13662"/>
                        <a:pt x="21464" y="12837"/>
                        <a:pt x="21031" y="12393"/>
                      </a:cubicBezTo>
                      <a:lnTo>
                        <a:pt x="9143" y="291"/>
                      </a:lnTo>
                      <a:cubicBezTo>
                        <a:pt x="8880" y="97"/>
                        <a:pt x="8604" y="0"/>
                        <a:pt x="8328"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8" name="Google Shape;228;p26"/>
                <p:cNvSpPr/>
                <p:nvPr/>
              </p:nvSpPr>
              <p:spPr>
                <a:xfrm>
                  <a:off x="2831388" y="1025048"/>
                  <a:ext cx="118358" cy="68359"/>
                </a:xfrm>
                <a:custGeom>
                  <a:avLst/>
                  <a:gdLst/>
                  <a:ahLst/>
                  <a:cxnLst>
                    <a:cxn ang="0">
                      <a:pos x="wd2" y="hd2"/>
                    </a:cxn>
                    <a:cxn ang="5400000">
                      <a:pos x="wd2" y="hd2"/>
                    </a:cxn>
                    <a:cxn ang="10800000">
                      <a:pos x="wd2" y="hd2"/>
                    </a:cxn>
                    <a:cxn ang="16200000">
                      <a:pos x="wd2" y="hd2"/>
                    </a:cxn>
                  </a:cxnLst>
                  <a:rect l="0" t="0" r="r" b="b"/>
                  <a:pathLst>
                    <a:path w="21340" h="21600" fill="norm" stroke="1" extrusionOk="0">
                      <a:moveTo>
                        <a:pt x="5952" y="0"/>
                      </a:moveTo>
                      <a:cubicBezTo>
                        <a:pt x="5655" y="0"/>
                        <a:pt x="5362" y="129"/>
                        <a:pt x="5099" y="386"/>
                      </a:cubicBezTo>
                      <a:lnTo>
                        <a:pt x="373" y="5169"/>
                      </a:lnTo>
                      <a:cubicBezTo>
                        <a:pt x="-71" y="5625"/>
                        <a:pt x="-124" y="6320"/>
                        <a:pt x="243" y="6729"/>
                      </a:cubicBezTo>
                      <a:lnTo>
                        <a:pt x="14680" y="21314"/>
                      </a:lnTo>
                      <a:cubicBezTo>
                        <a:pt x="14910" y="21507"/>
                        <a:pt x="15157" y="21600"/>
                        <a:pt x="15400" y="21600"/>
                      </a:cubicBezTo>
                      <a:cubicBezTo>
                        <a:pt x="15687" y="21600"/>
                        <a:pt x="15974" y="21471"/>
                        <a:pt x="16227" y="21220"/>
                      </a:cubicBezTo>
                      <a:lnTo>
                        <a:pt x="20979" y="16390"/>
                      </a:lnTo>
                      <a:cubicBezTo>
                        <a:pt x="21399" y="15934"/>
                        <a:pt x="21476" y="15239"/>
                        <a:pt x="21083" y="14871"/>
                      </a:cubicBezTo>
                      <a:lnTo>
                        <a:pt x="6648" y="245"/>
                      </a:lnTo>
                      <a:cubicBezTo>
                        <a:pt x="6425" y="82"/>
                        <a:pt x="6188" y="0"/>
                        <a:pt x="595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09" name="Google Shape;229;p26"/>
                <p:cNvSpPr/>
                <p:nvPr/>
              </p:nvSpPr>
              <p:spPr>
                <a:xfrm>
                  <a:off x="2782794" y="1053016"/>
                  <a:ext cx="128125" cy="73997"/>
                </a:xfrm>
                <a:custGeom>
                  <a:avLst/>
                  <a:gdLst/>
                  <a:ahLst/>
                  <a:cxnLst>
                    <a:cxn ang="0">
                      <a:pos x="wd2" y="hd2"/>
                    </a:cxn>
                    <a:cxn ang="5400000">
                      <a:pos x="wd2" y="hd2"/>
                    </a:cxn>
                    <a:cxn ang="10800000">
                      <a:pos x="wd2" y="hd2"/>
                    </a:cxn>
                    <a:cxn ang="16200000">
                      <a:pos x="wd2" y="hd2"/>
                    </a:cxn>
                  </a:cxnLst>
                  <a:rect l="0" t="0" r="r" b="b"/>
                  <a:pathLst>
                    <a:path w="21357" h="21600" fill="norm" stroke="1" extrusionOk="0">
                      <a:moveTo>
                        <a:pt x="5472" y="0"/>
                      </a:moveTo>
                      <a:cubicBezTo>
                        <a:pt x="5204" y="0"/>
                        <a:pt x="4932" y="119"/>
                        <a:pt x="4686" y="351"/>
                      </a:cubicBezTo>
                      <a:lnTo>
                        <a:pt x="366" y="4727"/>
                      </a:lnTo>
                      <a:cubicBezTo>
                        <a:pt x="-72" y="5196"/>
                        <a:pt x="-121" y="5833"/>
                        <a:pt x="243" y="6216"/>
                      </a:cubicBezTo>
                      <a:lnTo>
                        <a:pt x="15218" y="21341"/>
                      </a:lnTo>
                      <a:cubicBezTo>
                        <a:pt x="15424" y="21514"/>
                        <a:pt x="15646" y="21600"/>
                        <a:pt x="15871" y="21600"/>
                      </a:cubicBezTo>
                      <a:cubicBezTo>
                        <a:pt x="16145" y="21600"/>
                        <a:pt x="16419" y="21470"/>
                        <a:pt x="16672" y="21217"/>
                      </a:cubicBezTo>
                      <a:lnTo>
                        <a:pt x="20992" y="16835"/>
                      </a:lnTo>
                      <a:cubicBezTo>
                        <a:pt x="21430" y="16458"/>
                        <a:pt x="21479" y="15735"/>
                        <a:pt x="21115" y="15395"/>
                      </a:cubicBezTo>
                      <a:lnTo>
                        <a:pt x="6140" y="264"/>
                      </a:lnTo>
                      <a:cubicBezTo>
                        <a:pt x="5928" y="86"/>
                        <a:pt x="5700" y="0"/>
                        <a:pt x="547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0" name="Google Shape;230;p26"/>
                <p:cNvSpPr/>
                <p:nvPr/>
              </p:nvSpPr>
              <p:spPr>
                <a:xfrm>
                  <a:off x="3590670" y="1407152"/>
                  <a:ext cx="85591" cy="49393"/>
                </a:xfrm>
                <a:custGeom>
                  <a:avLst/>
                  <a:gdLst/>
                  <a:ahLst/>
                  <a:cxnLst>
                    <a:cxn ang="0">
                      <a:pos x="wd2" y="hd2"/>
                    </a:cxn>
                    <a:cxn ang="5400000">
                      <a:pos x="wd2" y="hd2"/>
                    </a:cxn>
                    <a:cxn ang="10800000">
                      <a:pos x="wd2" y="hd2"/>
                    </a:cxn>
                    <a:cxn ang="16200000">
                      <a:pos x="wd2" y="hd2"/>
                    </a:cxn>
                  </a:cxnLst>
                  <a:rect l="0" t="0" r="r" b="b"/>
                  <a:pathLst>
                    <a:path w="21307" h="21600" fill="norm" stroke="1" extrusionOk="0">
                      <a:moveTo>
                        <a:pt x="8306" y="0"/>
                      </a:moveTo>
                      <a:cubicBezTo>
                        <a:pt x="7970" y="0"/>
                        <a:pt x="7630" y="146"/>
                        <a:pt x="7308" y="420"/>
                      </a:cubicBezTo>
                      <a:lnTo>
                        <a:pt x="424" y="7429"/>
                      </a:lnTo>
                      <a:cubicBezTo>
                        <a:pt x="-82" y="7995"/>
                        <a:pt x="-156" y="8763"/>
                        <a:pt x="313" y="9207"/>
                      </a:cubicBezTo>
                      <a:lnTo>
                        <a:pt x="12167" y="21301"/>
                      </a:lnTo>
                      <a:cubicBezTo>
                        <a:pt x="12425" y="21503"/>
                        <a:pt x="12701" y="21600"/>
                        <a:pt x="12977" y="21600"/>
                      </a:cubicBezTo>
                      <a:cubicBezTo>
                        <a:pt x="13318" y="21600"/>
                        <a:pt x="13658" y="21454"/>
                        <a:pt x="13976" y="21180"/>
                      </a:cubicBezTo>
                      <a:lnTo>
                        <a:pt x="20864" y="14171"/>
                      </a:lnTo>
                      <a:cubicBezTo>
                        <a:pt x="21407" y="13605"/>
                        <a:pt x="21444" y="12837"/>
                        <a:pt x="21007" y="12328"/>
                      </a:cubicBezTo>
                      <a:lnTo>
                        <a:pt x="9121" y="299"/>
                      </a:lnTo>
                      <a:cubicBezTo>
                        <a:pt x="8859" y="97"/>
                        <a:pt x="8582" y="0"/>
                        <a:pt x="830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1" name="Google Shape;231;p26"/>
                <p:cNvSpPr/>
                <p:nvPr/>
              </p:nvSpPr>
              <p:spPr>
                <a:xfrm>
                  <a:off x="3508809" y="1416080"/>
                  <a:ext cx="118504" cy="68340"/>
                </a:xfrm>
                <a:custGeom>
                  <a:avLst/>
                  <a:gdLst/>
                  <a:ahLst/>
                  <a:cxnLst>
                    <a:cxn ang="0">
                      <a:pos x="wd2" y="hd2"/>
                    </a:cxn>
                    <a:cxn ang="5400000">
                      <a:pos x="wd2" y="hd2"/>
                    </a:cxn>
                    <a:cxn ang="10800000">
                      <a:pos x="wd2" y="hd2"/>
                    </a:cxn>
                    <a:cxn ang="16200000">
                      <a:pos x="wd2" y="hd2"/>
                    </a:cxn>
                  </a:cxnLst>
                  <a:rect l="0" t="0" r="r" b="b"/>
                  <a:pathLst>
                    <a:path w="21340" h="21600" fill="norm" stroke="1" extrusionOk="0">
                      <a:moveTo>
                        <a:pt x="5964" y="0"/>
                      </a:moveTo>
                      <a:cubicBezTo>
                        <a:pt x="5668" y="0"/>
                        <a:pt x="5375" y="129"/>
                        <a:pt x="5112" y="380"/>
                      </a:cubicBezTo>
                      <a:lnTo>
                        <a:pt x="392" y="5171"/>
                      </a:lnTo>
                      <a:cubicBezTo>
                        <a:pt x="-78" y="5626"/>
                        <a:pt x="-131" y="6316"/>
                        <a:pt x="262" y="6731"/>
                      </a:cubicBezTo>
                      <a:lnTo>
                        <a:pt x="14682" y="21320"/>
                      </a:lnTo>
                      <a:cubicBezTo>
                        <a:pt x="14911" y="21507"/>
                        <a:pt x="15154" y="21600"/>
                        <a:pt x="15401" y="21600"/>
                      </a:cubicBezTo>
                      <a:cubicBezTo>
                        <a:pt x="15687" y="21600"/>
                        <a:pt x="15973" y="21477"/>
                        <a:pt x="16226" y="21226"/>
                      </a:cubicBezTo>
                      <a:lnTo>
                        <a:pt x="20946" y="16394"/>
                      </a:lnTo>
                      <a:cubicBezTo>
                        <a:pt x="21419" y="15979"/>
                        <a:pt x="21469" y="15243"/>
                        <a:pt x="21076" y="14875"/>
                      </a:cubicBezTo>
                      <a:lnTo>
                        <a:pt x="6660" y="245"/>
                      </a:lnTo>
                      <a:cubicBezTo>
                        <a:pt x="6437" y="82"/>
                        <a:pt x="6200" y="0"/>
                        <a:pt x="596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2" name="Google Shape;232;p26"/>
                <p:cNvSpPr/>
                <p:nvPr/>
              </p:nvSpPr>
              <p:spPr>
                <a:xfrm>
                  <a:off x="3450369" y="1438502"/>
                  <a:ext cx="128150" cy="73904"/>
                </a:xfrm>
                <a:custGeom>
                  <a:avLst/>
                  <a:gdLst/>
                  <a:ahLst/>
                  <a:cxnLst>
                    <a:cxn ang="0">
                      <a:pos x="wd2" y="hd2"/>
                    </a:cxn>
                    <a:cxn ang="5400000">
                      <a:pos x="wd2" y="hd2"/>
                    </a:cxn>
                    <a:cxn ang="10800000">
                      <a:pos x="wd2" y="hd2"/>
                    </a:cxn>
                    <a:cxn ang="16200000">
                      <a:pos x="wd2" y="hd2"/>
                    </a:cxn>
                  </a:cxnLst>
                  <a:rect l="0" t="0" r="r" b="b"/>
                  <a:pathLst>
                    <a:path w="21364" h="21600" fill="norm" stroke="1" extrusionOk="0">
                      <a:moveTo>
                        <a:pt x="5499" y="0"/>
                      </a:moveTo>
                      <a:cubicBezTo>
                        <a:pt x="5218" y="0"/>
                        <a:pt x="4938" y="119"/>
                        <a:pt x="4694" y="351"/>
                      </a:cubicBezTo>
                      <a:lnTo>
                        <a:pt x="349" y="4733"/>
                      </a:lnTo>
                      <a:cubicBezTo>
                        <a:pt x="-85" y="5160"/>
                        <a:pt x="-110" y="5840"/>
                        <a:pt x="254" y="6224"/>
                      </a:cubicBezTo>
                      <a:lnTo>
                        <a:pt x="15203" y="21373"/>
                      </a:lnTo>
                      <a:cubicBezTo>
                        <a:pt x="15410" y="21524"/>
                        <a:pt x="15635" y="21600"/>
                        <a:pt x="15857" y="21600"/>
                      </a:cubicBezTo>
                      <a:cubicBezTo>
                        <a:pt x="16137" y="21600"/>
                        <a:pt x="16417" y="21481"/>
                        <a:pt x="16661" y="21243"/>
                      </a:cubicBezTo>
                      <a:lnTo>
                        <a:pt x="21006" y="16862"/>
                      </a:lnTo>
                      <a:cubicBezTo>
                        <a:pt x="21441" y="16435"/>
                        <a:pt x="21490" y="15754"/>
                        <a:pt x="21102" y="15371"/>
                      </a:cubicBezTo>
                      <a:lnTo>
                        <a:pt x="6152" y="227"/>
                      </a:lnTo>
                      <a:cubicBezTo>
                        <a:pt x="5946" y="76"/>
                        <a:pt x="5721" y="0"/>
                        <a:pt x="549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3" name="Google Shape;233;p26"/>
                <p:cNvSpPr/>
                <p:nvPr/>
              </p:nvSpPr>
              <p:spPr>
                <a:xfrm>
                  <a:off x="2733546" y="1080762"/>
                  <a:ext cx="85923" cy="49559"/>
                </a:xfrm>
                <a:custGeom>
                  <a:avLst/>
                  <a:gdLst/>
                  <a:ahLst/>
                  <a:cxnLst>
                    <a:cxn ang="0">
                      <a:pos x="wd2" y="hd2"/>
                    </a:cxn>
                    <a:cxn ang="5400000">
                      <a:pos x="wd2" y="hd2"/>
                    </a:cxn>
                    <a:cxn ang="10800000">
                      <a:pos x="wd2" y="hd2"/>
                    </a:cxn>
                    <a:cxn ang="16200000">
                      <a:pos x="wd2" y="hd2"/>
                    </a:cxn>
                  </a:cxnLst>
                  <a:rect l="0" t="0" r="r" b="b"/>
                  <a:pathLst>
                    <a:path w="21317" h="21600" fill="norm" stroke="1" extrusionOk="0">
                      <a:moveTo>
                        <a:pt x="8318" y="0"/>
                      </a:moveTo>
                      <a:cubicBezTo>
                        <a:pt x="8006" y="0"/>
                        <a:pt x="7694" y="145"/>
                        <a:pt x="7415" y="419"/>
                      </a:cubicBezTo>
                      <a:lnTo>
                        <a:pt x="407" y="7525"/>
                      </a:lnTo>
                      <a:cubicBezTo>
                        <a:pt x="-97" y="8033"/>
                        <a:pt x="-134" y="8798"/>
                        <a:pt x="302" y="9241"/>
                      </a:cubicBezTo>
                      <a:lnTo>
                        <a:pt x="12221" y="21294"/>
                      </a:lnTo>
                      <a:cubicBezTo>
                        <a:pt x="12473" y="21503"/>
                        <a:pt x="12739" y="21600"/>
                        <a:pt x="13005" y="21600"/>
                      </a:cubicBezTo>
                      <a:cubicBezTo>
                        <a:pt x="13317" y="21600"/>
                        <a:pt x="13629" y="21471"/>
                        <a:pt x="13917" y="21229"/>
                      </a:cubicBezTo>
                      <a:lnTo>
                        <a:pt x="20888" y="14123"/>
                      </a:lnTo>
                      <a:cubicBezTo>
                        <a:pt x="21393" y="13616"/>
                        <a:pt x="21466" y="12858"/>
                        <a:pt x="21030" y="12415"/>
                      </a:cubicBezTo>
                      <a:lnTo>
                        <a:pt x="9079" y="290"/>
                      </a:lnTo>
                      <a:cubicBezTo>
                        <a:pt x="8832" y="97"/>
                        <a:pt x="8575" y="0"/>
                        <a:pt x="8318"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4" name="Google Shape;234;p26"/>
                <p:cNvSpPr/>
                <p:nvPr/>
              </p:nvSpPr>
              <p:spPr>
                <a:xfrm>
                  <a:off x="2796926" y="1117362"/>
                  <a:ext cx="85886" cy="49578"/>
                </a:xfrm>
                <a:custGeom>
                  <a:avLst/>
                  <a:gdLst/>
                  <a:ahLst/>
                  <a:cxnLst>
                    <a:cxn ang="0">
                      <a:pos x="wd2" y="hd2"/>
                    </a:cxn>
                    <a:cxn ang="5400000">
                      <a:pos x="wd2" y="hd2"/>
                    </a:cxn>
                    <a:cxn ang="10800000">
                      <a:pos x="wd2" y="hd2"/>
                    </a:cxn>
                    <a:cxn ang="16200000">
                      <a:pos x="wd2" y="hd2"/>
                    </a:cxn>
                  </a:cxnLst>
                  <a:rect l="0" t="0" r="r" b="b"/>
                  <a:pathLst>
                    <a:path w="21307" h="21600" fill="norm" stroke="1" extrusionOk="0">
                      <a:moveTo>
                        <a:pt x="8283" y="0"/>
                      </a:moveTo>
                      <a:cubicBezTo>
                        <a:pt x="7976" y="0"/>
                        <a:pt x="7673" y="121"/>
                        <a:pt x="7403" y="395"/>
                      </a:cubicBezTo>
                      <a:lnTo>
                        <a:pt x="395" y="7498"/>
                      </a:lnTo>
                      <a:cubicBezTo>
                        <a:pt x="-73" y="8005"/>
                        <a:pt x="-146" y="8770"/>
                        <a:pt x="290" y="9213"/>
                      </a:cubicBezTo>
                      <a:lnTo>
                        <a:pt x="12241" y="21326"/>
                      </a:lnTo>
                      <a:cubicBezTo>
                        <a:pt x="12493" y="21503"/>
                        <a:pt x="12764" y="21600"/>
                        <a:pt x="13025" y="21600"/>
                      </a:cubicBezTo>
                      <a:cubicBezTo>
                        <a:pt x="13332" y="21600"/>
                        <a:pt x="13635" y="21471"/>
                        <a:pt x="13905" y="21197"/>
                      </a:cubicBezTo>
                      <a:lnTo>
                        <a:pt x="20913" y="14094"/>
                      </a:lnTo>
                      <a:cubicBezTo>
                        <a:pt x="21381" y="13587"/>
                        <a:pt x="21454" y="12830"/>
                        <a:pt x="21018" y="12379"/>
                      </a:cubicBezTo>
                      <a:lnTo>
                        <a:pt x="9063" y="266"/>
                      </a:lnTo>
                      <a:cubicBezTo>
                        <a:pt x="8815" y="89"/>
                        <a:pt x="8544" y="0"/>
                        <a:pt x="828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5" name="Google Shape;235;p26"/>
                <p:cNvSpPr/>
                <p:nvPr/>
              </p:nvSpPr>
              <p:spPr>
                <a:xfrm>
                  <a:off x="2860269" y="1153981"/>
                  <a:ext cx="85923" cy="49559"/>
                </a:xfrm>
                <a:custGeom>
                  <a:avLst/>
                  <a:gdLst/>
                  <a:ahLst/>
                  <a:cxnLst>
                    <a:cxn ang="0">
                      <a:pos x="wd2" y="hd2"/>
                    </a:cxn>
                    <a:cxn ang="5400000">
                      <a:pos x="wd2" y="hd2"/>
                    </a:cxn>
                    <a:cxn ang="10800000">
                      <a:pos x="wd2" y="hd2"/>
                    </a:cxn>
                    <a:cxn ang="16200000">
                      <a:pos x="wd2" y="hd2"/>
                    </a:cxn>
                  </a:cxnLst>
                  <a:rect l="0" t="0" r="r" b="b"/>
                  <a:pathLst>
                    <a:path w="21317" h="21600" fill="norm" stroke="1" extrusionOk="0">
                      <a:moveTo>
                        <a:pt x="8334" y="0"/>
                      </a:moveTo>
                      <a:cubicBezTo>
                        <a:pt x="8018" y="0"/>
                        <a:pt x="7697" y="145"/>
                        <a:pt x="7399" y="427"/>
                      </a:cubicBezTo>
                      <a:lnTo>
                        <a:pt x="428" y="7469"/>
                      </a:lnTo>
                      <a:cubicBezTo>
                        <a:pt x="-77" y="7976"/>
                        <a:pt x="-150" y="8733"/>
                        <a:pt x="286" y="9177"/>
                      </a:cubicBezTo>
                      <a:lnTo>
                        <a:pt x="12237" y="21302"/>
                      </a:lnTo>
                      <a:cubicBezTo>
                        <a:pt x="12484" y="21503"/>
                        <a:pt x="12741" y="21600"/>
                        <a:pt x="12998" y="21600"/>
                      </a:cubicBezTo>
                      <a:cubicBezTo>
                        <a:pt x="13310" y="21600"/>
                        <a:pt x="13622" y="21455"/>
                        <a:pt x="13901" y="21173"/>
                      </a:cubicBezTo>
                      <a:lnTo>
                        <a:pt x="20909" y="14067"/>
                      </a:lnTo>
                      <a:cubicBezTo>
                        <a:pt x="21413" y="13624"/>
                        <a:pt x="21450" y="12794"/>
                        <a:pt x="21014" y="12415"/>
                      </a:cubicBezTo>
                      <a:lnTo>
                        <a:pt x="9095" y="298"/>
                      </a:lnTo>
                      <a:cubicBezTo>
                        <a:pt x="8852" y="97"/>
                        <a:pt x="8595" y="0"/>
                        <a:pt x="833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6" name="Google Shape;236;p26"/>
                <p:cNvSpPr/>
                <p:nvPr/>
              </p:nvSpPr>
              <p:spPr>
                <a:xfrm>
                  <a:off x="2893173" y="1116789"/>
                  <a:ext cx="70707" cy="40816"/>
                </a:xfrm>
                <a:custGeom>
                  <a:avLst/>
                  <a:gdLst/>
                  <a:ahLst/>
                  <a:cxnLst>
                    <a:cxn ang="0">
                      <a:pos x="wd2" y="hd2"/>
                    </a:cxn>
                    <a:cxn ang="5400000">
                      <a:pos x="wd2" y="hd2"/>
                    </a:cxn>
                    <a:cxn ang="10800000">
                      <a:pos x="wd2" y="hd2"/>
                    </a:cxn>
                    <a:cxn ang="16200000">
                      <a:pos x="wd2" y="hd2"/>
                    </a:cxn>
                  </a:cxnLst>
                  <a:rect l="0" t="0" r="r" b="b"/>
                  <a:pathLst>
                    <a:path w="21152" h="21600" fill="norm" stroke="1" extrusionOk="0">
                      <a:moveTo>
                        <a:pt x="9823" y="0"/>
                      </a:moveTo>
                      <a:cubicBezTo>
                        <a:pt x="9336" y="0"/>
                        <a:pt x="8866" y="215"/>
                        <a:pt x="8440" y="626"/>
                      </a:cubicBezTo>
                      <a:lnTo>
                        <a:pt x="649" y="8560"/>
                      </a:lnTo>
                      <a:cubicBezTo>
                        <a:pt x="-137" y="9333"/>
                        <a:pt x="-225" y="10565"/>
                        <a:pt x="472" y="11260"/>
                      </a:cubicBezTo>
                      <a:lnTo>
                        <a:pt x="10099" y="21121"/>
                      </a:lnTo>
                      <a:cubicBezTo>
                        <a:pt x="10498" y="21443"/>
                        <a:pt x="10918" y="21600"/>
                        <a:pt x="11333" y="21600"/>
                      </a:cubicBezTo>
                      <a:cubicBezTo>
                        <a:pt x="11814" y="21600"/>
                        <a:pt x="12289" y="21385"/>
                        <a:pt x="12710" y="20964"/>
                      </a:cubicBezTo>
                      <a:lnTo>
                        <a:pt x="20507" y="12952"/>
                      </a:lnTo>
                      <a:cubicBezTo>
                        <a:pt x="21292" y="12258"/>
                        <a:pt x="21375" y="11025"/>
                        <a:pt x="20678" y="10340"/>
                      </a:cubicBezTo>
                      <a:lnTo>
                        <a:pt x="11056" y="479"/>
                      </a:lnTo>
                      <a:cubicBezTo>
                        <a:pt x="10652" y="157"/>
                        <a:pt x="10232" y="0"/>
                        <a:pt x="982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7" name="Google Shape;237;p26"/>
                <p:cNvSpPr/>
                <p:nvPr/>
              </p:nvSpPr>
              <p:spPr>
                <a:xfrm>
                  <a:off x="2943815" y="1146051"/>
                  <a:ext cx="70727" cy="40798"/>
                </a:xfrm>
                <a:custGeom>
                  <a:avLst/>
                  <a:gdLst/>
                  <a:ahLst/>
                  <a:cxnLst>
                    <a:cxn ang="0">
                      <a:pos x="wd2" y="hd2"/>
                    </a:cxn>
                    <a:cxn ang="5400000">
                      <a:pos x="wd2" y="hd2"/>
                    </a:cxn>
                    <a:cxn ang="10800000">
                      <a:pos x="wd2" y="hd2"/>
                    </a:cxn>
                    <a:cxn ang="16200000">
                      <a:pos x="wd2" y="hd2"/>
                    </a:cxn>
                  </a:cxnLst>
                  <a:rect l="0" t="0" r="r" b="b"/>
                  <a:pathLst>
                    <a:path w="21158" h="21600" fill="norm" stroke="1" extrusionOk="0">
                      <a:moveTo>
                        <a:pt x="9814" y="0"/>
                      </a:moveTo>
                      <a:cubicBezTo>
                        <a:pt x="9333" y="0"/>
                        <a:pt x="8852" y="215"/>
                        <a:pt x="8404" y="626"/>
                      </a:cubicBezTo>
                      <a:lnTo>
                        <a:pt x="651" y="8564"/>
                      </a:lnTo>
                      <a:cubicBezTo>
                        <a:pt x="-129" y="9337"/>
                        <a:pt x="-217" y="10570"/>
                        <a:pt x="436" y="11265"/>
                      </a:cubicBezTo>
                      <a:lnTo>
                        <a:pt x="10102" y="21130"/>
                      </a:lnTo>
                      <a:cubicBezTo>
                        <a:pt x="10478" y="21443"/>
                        <a:pt x="10882" y="21600"/>
                        <a:pt x="11291" y="21600"/>
                      </a:cubicBezTo>
                      <a:cubicBezTo>
                        <a:pt x="11789" y="21600"/>
                        <a:pt x="12286" y="21365"/>
                        <a:pt x="12718" y="20905"/>
                      </a:cubicBezTo>
                      <a:lnTo>
                        <a:pt x="20515" y="12958"/>
                      </a:lnTo>
                      <a:cubicBezTo>
                        <a:pt x="21295" y="12263"/>
                        <a:pt x="21383" y="10961"/>
                        <a:pt x="20686" y="10345"/>
                      </a:cubicBezTo>
                      <a:lnTo>
                        <a:pt x="11020" y="470"/>
                      </a:lnTo>
                      <a:cubicBezTo>
                        <a:pt x="10638" y="157"/>
                        <a:pt x="10229" y="0"/>
                        <a:pt x="981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8" name="Google Shape;238;p26"/>
                <p:cNvSpPr/>
                <p:nvPr/>
              </p:nvSpPr>
              <p:spPr>
                <a:xfrm>
                  <a:off x="2994455" y="1175239"/>
                  <a:ext cx="70642" cy="40760"/>
                </a:xfrm>
                <a:custGeom>
                  <a:avLst/>
                  <a:gdLst/>
                  <a:ahLst/>
                  <a:cxnLst>
                    <a:cxn ang="0">
                      <a:pos x="wd2" y="hd2"/>
                    </a:cxn>
                    <a:cxn ang="5400000">
                      <a:pos x="wd2" y="hd2"/>
                    </a:cxn>
                    <a:cxn ang="10800000">
                      <a:pos x="wd2" y="hd2"/>
                    </a:cxn>
                    <a:cxn ang="16200000">
                      <a:pos x="wd2" y="hd2"/>
                    </a:cxn>
                  </a:cxnLst>
                  <a:rect l="0" t="0" r="r" b="b"/>
                  <a:pathLst>
                    <a:path w="21171" h="21600" fill="norm" stroke="1" extrusionOk="0">
                      <a:moveTo>
                        <a:pt x="9840" y="0"/>
                      </a:moveTo>
                      <a:cubicBezTo>
                        <a:pt x="9358" y="0"/>
                        <a:pt x="8876" y="206"/>
                        <a:pt x="8427" y="666"/>
                      </a:cubicBezTo>
                      <a:lnTo>
                        <a:pt x="616" y="8611"/>
                      </a:lnTo>
                      <a:cubicBezTo>
                        <a:pt x="-126" y="9384"/>
                        <a:pt x="-215" y="10619"/>
                        <a:pt x="444" y="11314"/>
                      </a:cubicBezTo>
                      <a:lnTo>
                        <a:pt x="10128" y="21189"/>
                      </a:lnTo>
                      <a:cubicBezTo>
                        <a:pt x="10494" y="21463"/>
                        <a:pt x="10892" y="21600"/>
                        <a:pt x="11286" y="21600"/>
                      </a:cubicBezTo>
                      <a:cubicBezTo>
                        <a:pt x="11784" y="21600"/>
                        <a:pt x="12283" y="21384"/>
                        <a:pt x="12748" y="20963"/>
                      </a:cubicBezTo>
                      <a:lnTo>
                        <a:pt x="20554" y="13009"/>
                      </a:lnTo>
                      <a:cubicBezTo>
                        <a:pt x="21296" y="12245"/>
                        <a:pt x="21385" y="11011"/>
                        <a:pt x="20731" y="10315"/>
                      </a:cubicBezTo>
                      <a:lnTo>
                        <a:pt x="11042" y="441"/>
                      </a:lnTo>
                      <a:cubicBezTo>
                        <a:pt x="10660" y="157"/>
                        <a:pt x="10255" y="0"/>
                        <a:pt x="984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19" name="Google Shape;239;p26"/>
                <p:cNvSpPr/>
                <p:nvPr/>
              </p:nvSpPr>
              <p:spPr>
                <a:xfrm>
                  <a:off x="3045119" y="1204445"/>
                  <a:ext cx="70643" cy="40798"/>
                </a:xfrm>
                <a:custGeom>
                  <a:avLst/>
                  <a:gdLst/>
                  <a:ahLst/>
                  <a:cxnLst>
                    <a:cxn ang="0">
                      <a:pos x="wd2" y="hd2"/>
                    </a:cxn>
                    <a:cxn ang="5400000">
                      <a:pos x="wd2" y="hd2"/>
                    </a:cxn>
                    <a:cxn ang="10800000">
                      <a:pos x="wd2" y="hd2"/>
                    </a:cxn>
                    <a:cxn ang="16200000">
                      <a:pos x="wd2" y="hd2"/>
                    </a:cxn>
                  </a:cxnLst>
                  <a:rect l="0" t="0" r="r" b="b"/>
                  <a:pathLst>
                    <a:path w="21171" h="21600" fill="norm" stroke="1" extrusionOk="0">
                      <a:moveTo>
                        <a:pt x="9869" y="0"/>
                      </a:moveTo>
                      <a:cubicBezTo>
                        <a:pt x="9376" y="0"/>
                        <a:pt x="8882" y="235"/>
                        <a:pt x="8428" y="695"/>
                      </a:cubicBezTo>
                      <a:lnTo>
                        <a:pt x="617" y="8632"/>
                      </a:lnTo>
                      <a:cubicBezTo>
                        <a:pt x="-125" y="9405"/>
                        <a:pt x="-214" y="10639"/>
                        <a:pt x="440" y="11333"/>
                      </a:cubicBezTo>
                      <a:lnTo>
                        <a:pt x="10129" y="21120"/>
                      </a:lnTo>
                      <a:cubicBezTo>
                        <a:pt x="10511" y="21443"/>
                        <a:pt x="10921" y="21600"/>
                        <a:pt x="11331" y="21600"/>
                      </a:cubicBezTo>
                      <a:cubicBezTo>
                        <a:pt x="11813" y="21600"/>
                        <a:pt x="12301" y="21385"/>
                        <a:pt x="12744" y="20974"/>
                      </a:cubicBezTo>
                      <a:lnTo>
                        <a:pt x="20555" y="13027"/>
                      </a:lnTo>
                      <a:cubicBezTo>
                        <a:pt x="21297" y="12263"/>
                        <a:pt x="21386" y="11030"/>
                        <a:pt x="20727" y="10335"/>
                      </a:cubicBezTo>
                      <a:lnTo>
                        <a:pt x="11043" y="470"/>
                      </a:lnTo>
                      <a:cubicBezTo>
                        <a:pt x="10672" y="157"/>
                        <a:pt x="10273" y="0"/>
                        <a:pt x="986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0" name="Google Shape;240;p26"/>
                <p:cNvSpPr/>
                <p:nvPr/>
              </p:nvSpPr>
              <p:spPr>
                <a:xfrm>
                  <a:off x="3095677" y="1233689"/>
                  <a:ext cx="70731" cy="40815"/>
                </a:xfrm>
                <a:custGeom>
                  <a:avLst/>
                  <a:gdLst/>
                  <a:ahLst/>
                  <a:cxnLst>
                    <a:cxn ang="0">
                      <a:pos x="wd2" y="hd2"/>
                    </a:cxn>
                    <a:cxn ang="5400000">
                      <a:pos x="wd2" y="hd2"/>
                    </a:cxn>
                    <a:cxn ang="10800000">
                      <a:pos x="wd2" y="hd2"/>
                    </a:cxn>
                    <a:cxn ang="16200000">
                      <a:pos x="wd2" y="hd2"/>
                    </a:cxn>
                  </a:cxnLst>
                  <a:rect l="0" t="0" r="r" b="b"/>
                  <a:pathLst>
                    <a:path w="21160" h="21600" fill="norm" stroke="1" extrusionOk="0">
                      <a:moveTo>
                        <a:pt x="9840" y="0"/>
                      </a:moveTo>
                      <a:cubicBezTo>
                        <a:pt x="9353" y="0"/>
                        <a:pt x="8866" y="215"/>
                        <a:pt x="8440" y="626"/>
                      </a:cubicBezTo>
                      <a:lnTo>
                        <a:pt x="649" y="8638"/>
                      </a:lnTo>
                      <a:cubicBezTo>
                        <a:pt x="-137" y="9333"/>
                        <a:pt x="-225" y="10565"/>
                        <a:pt x="472" y="11260"/>
                      </a:cubicBezTo>
                      <a:lnTo>
                        <a:pt x="10099" y="21121"/>
                      </a:lnTo>
                      <a:cubicBezTo>
                        <a:pt x="10498" y="21443"/>
                        <a:pt x="10918" y="21600"/>
                        <a:pt x="11333" y="21600"/>
                      </a:cubicBezTo>
                      <a:cubicBezTo>
                        <a:pt x="11814" y="21600"/>
                        <a:pt x="12289" y="21385"/>
                        <a:pt x="12710" y="20974"/>
                      </a:cubicBezTo>
                      <a:lnTo>
                        <a:pt x="20507" y="13030"/>
                      </a:lnTo>
                      <a:cubicBezTo>
                        <a:pt x="21292" y="12267"/>
                        <a:pt x="21375" y="11035"/>
                        <a:pt x="20722" y="10340"/>
                      </a:cubicBezTo>
                      <a:lnTo>
                        <a:pt x="11056" y="479"/>
                      </a:lnTo>
                      <a:cubicBezTo>
                        <a:pt x="10675" y="157"/>
                        <a:pt x="10254" y="0"/>
                        <a:pt x="984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1" name="Google Shape;241;p26"/>
                <p:cNvSpPr/>
                <p:nvPr/>
              </p:nvSpPr>
              <p:spPr>
                <a:xfrm>
                  <a:off x="3146312" y="1262950"/>
                  <a:ext cx="70731" cy="40816"/>
                </a:xfrm>
                <a:custGeom>
                  <a:avLst/>
                  <a:gdLst/>
                  <a:ahLst/>
                  <a:cxnLst>
                    <a:cxn ang="0">
                      <a:pos x="wd2" y="hd2"/>
                    </a:cxn>
                    <a:cxn ang="5400000">
                      <a:pos x="wd2" y="hd2"/>
                    </a:cxn>
                    <a:cxn ang="10800000">
                      <a:pos x="wd2" y="hd2"/>
                    </a:cxn>
                    <a:cxn ang="16200000">
                      <a:pos x="wd2" y="hd2"/>
                    </a:cxn>
                  </a:cxnLst>
                  <a:rect l="0" t="0" r="r" b="b"/>
                  <a:pathLst>
                    <a:path w="21160" h="21600" fill="norm" stroke="1" extrusionOk="0">
                      <a:moveTo>
                        <a:pt x="9827" y="0"/>
                      </a:moveTo>
                      <a:cubicBezTo>
                        <a:pt x="9335" y="0"/>
                        <a:pt x="8854" y="215"/>
                        <a:pt x="8406" y="626"/>
                      </a:cubicBezTo>
                      <a:lnTo>
                        <a:pt x="653" y="8570"/>
                      </a:lnTo>
                      <a:cubicBezTo>
                        <a:pt x="-132" y="9333"/>
                        <a:pt x="-215" y="10565"/>
                        <a:pt x="438" y="11260"/>
                      </a:cubicBezTo>
                      <a:lnTo>
                        <a:pt x="10104" y="21121"/>
                      </a:lnTo>
                      <a:cubicBezTo>
                        <a:pt x="10485" y="21443"/>
                        <a:pt x="10906" y="21600"/>
                        <a:pt x="11320" y="21600"/>
                      </a:cubicBezTo>
                      <a:cubicBezTo>
                        <a:pt x="11807" y="21600"/>
                        <a:pt x="12294" y="21385"/>
                        <a:pt x="12720" y="20964"/>
                      </a:cubicBezTo>
                      <a:lnTo>
                        <a:pt x="20511" y="12952"/>
                      </a:lnTo>
                      <a:cubicBezTo>
                        <a:pt x="21297" y="12267"/>
                        <a:pt x="21385" y="11035"/>
                        <a:pt x="20688" y="10340"/>
                      </a:cubicBezTo>
                      <a:lnTo>
                        <a:pt x="11061" y="479"/>
                      </a:lnTo>
                      <a:cubicBezTo>
                        <a:pt x="10662" y="157"/>
                        <a:pt x="10242" y="0"/>
                        <a:pt x="982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2" name="Google Shape;242;p26"/>
                <p:cNvSpPr/>
                <p:nvPr/>
              </p:nvSpPr>
              <p:spPr>
                <a:xfrm>
                  <a:off x="3196972" y="1292193"/>
                  <a:ext cx="70628" cy="40761"/>
                </a:xfrm>
                <a:custGeom>
                  <a:avLst/>
                  <a:gdLst/>
                  <a:ahLst/>
                  <a:cxnLst>
                    <a:cxn ang="0">
                      <a:pos x="wd2" y="hd2"/>
                    </a:cxn>
                    <a:cxn ang="5400000">
                      <a:pos x="wd2" y="hd2"/>
                    </a:cxn>
                    <a:cxn ang="10800000">
                      <a:pos x="wd2" y="hd2"/>
                    </a:cxn>
                    <a:cxn ang="16200000">
                      <a:pos x="wd2" y="hd2"/>
                    </a:cxn>
                  </a:cxnLst>
                  <a:rect l="0" t="0" r="r" b="b"/>
                  <a:pathLst>
                    <a:path w="21167" h="21600" fill="norm" stroke="1" extrusionOk="0">
                      <a:moveTo>
                        <a:pt x="9880" y="0"/>
                      </a:moveTo>
                      <a:cubicBezTo>
                        <a:pt x="9382" y="0"/>
                        <a:pt x="8883" y="216"/>
                        <a:pt x="8423" y="637"/>
                      </a:cubicBezTo>
                      <a:lnTo>
                        <a:pt x="656" y="8591"/>
                      </a:lnTo>
                      <a:cubicBezTo>
                        <a:pt x="-130" y="9355"/>
                        <a:pt x="-219" y="10589"/>
                        <a:pt x="440" y="11285"/>
                      </a:cubicBezTo>
                      <a:lnTo>
                        <a:pt x="10124" y="21159"/>
                      </a:lnTo>
                      <a:cubicBezTo>
                        <a:pt x="10506" y="21443"/>
                        <a:pt x="10916" y="21600"/>
                        <a:pt x="11326" y="21600"/>
                      </a:cubicBezTo>
                      <a:cubicBezTo>
                        <a:pt x="11808" y="21600"/>
                        <a:pt x="12296" y="21384"/>
                        <a:pt x="12739" y="20934"/>
                      </a:cubicBezTo>
                      <a:lnTo>
                        <a:pt x="20550" y="12980"/>
                      </a:lnTo>
                      <a:cubicBezTo>
                        <a:pt x="21292" y="12216"/>
                        <a:pt x="21381" y="10981"/>
                        <a:pt x="20727" y="10286"/>
                      </a:cubicBezTo>
                      <a:lnTo>
                        <a:pt x="11038" y="411"/>
                      </a:lnTo>
                      <a:cubicBezTo>
                        <a:pt x="10672" y="137"/>
                        <a:pt x="10279" y="0"/>
                        <a:pt x="988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3" name="Google Shape;243;p26"/>
                <p:cNvSpPr/>
                <p:nvPr/>
              </p:nvSpPr>
              <p:spPr>
                <a:xfrm>
                  <a:off x="3247513" y="1321344"/>
                  <a:ext cx="70738" cy="40816"/>
                </a:xfrm>
                <a:custGeom>
                  <a:avLst/>
                  <a:gdLst/>
                  <a:ahLst/>
                  <a:cxnLst>
                    <a:cxn ang="0">
                      <a:pos x="wd2" y="hd2"/>
                    </a:cxn>
                    <a:cxn ang="5400000">
                      <a:pos x="wd2" y="hd2"/>
                    </a:cxn>
                    <a:cxn ang="10800000">
                      <a:pos x="wd2" y="hd2"/>
                    </a:cxn>
                    <a:cxn ang="16200000">
                      <a:pos x="wd2" y="hd2"/>
                    </a:cxn>
                  </a:cxnLst>
                  <a:rect l="0" t="0" r="r" b="b"/>
                  <a:pathLst>
                    <a:path w="21156" h="21600" fill="norm" stroke="1" extrusionOk="0">
                      <a:moveTo>
                        <a:pt x="9865" y="0"/>
                      </a:moveTo>
                      <a:cubicBezTo>
                        <a:pt x="9367" y="0"/>
                        <a:pt x="8869" y="235"/>
                        <a:pt x="8438" y="695"/>
                      </a:cubicBezTo>
                      <a:lnTo>
                        <a:pt x="649" y="8638"/>
                      </a:lnTo>
                      <a:cubicBezTo>
                        <a:pt x="-137" y="9401"/>
                        <a:pt x="-225" y="10634"/>
                        <a:pt x="472" y="11328"/>
                      </a:cubicBezTo>
                      <a:lnTo>
                        <a:pt x="10141" y="21189"/>
                      </a:lnTo>
                      <a:cubicBezTo>
                        <a:pt x="10506" y="21463"/>
                        <a:pt x="10898" y="21600"/>
                        <a:pt x="11296" y="21600"/>
                      </a:cubicBezTo>
                      <a:cubicBezTo>
                        <a:pt x="11794" y="21600"/>
                        <a:pt x="12292" y="21385"/>
                        <a:pt x="12750" y="20964"/>
                      </a:cubicBezTo>
                      <a:lnTo>
                        <a:pt x="20501" y="13021"/>
                      </a:lnTo>
                      <a:cubicBezTo>
                        <a:pt x="21287" y="12258"/>
                        <a:pt x="21375" y="11025"/>
                        <a:pt x="20717" y="10330"/>
                      </a:cubicBezTo>
                      <a:lnTo>
                        <a:pt x="11053" y="470"/>
                      </a:lnTo>
                      <a:cubicBezTo>
                        <a:pt x="10683" y="157"/>
                        <a:pt x="10274" y="0"/>
                        <a:pt x="986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4" name="Google Shape;244;p26"/>
                <p:cNvSpPr/>
                <p:nvPr/>
              </p:nvSpPr>
              <p:spPr>
                <a:xfrm>
                  <a:off x="3298178" y="1350606"/>
                  <a:ext cx="70702" cy="40798"/>
                </a:xfrm>
                <a:custGeom>
                  <a:avLst/>
                  <a:gdLst/>
                  <a:ahLst/>
                  <a:cxnLst>
                    <a:cxn ang="0">
                      <a:pos x="wd2" y="hd2"/>
                    </a:cxn>
                    <a:cxn ang="5400000">
                      <a:pos x="wd2" y="hd2"/>
                    </a:cxn>
                    <a:cxn ang="10800000">
                      <a:pos x="wd2" y="hd2"/>
                    </a:cxn>
                    <a:cxn ang="16200000">
                      <a:pos x="wd2" y="hd2"/>
                    </a:cxn>
                  </a:cxnLst>
                  <a:rect l="0" t="0" r="r" b="b"/>
                  <a:pathLst>
                    <a:path w="21151" h="21600" fill="norm" stroke="1" extrusionOk="0">
                      <a:moveTo>
                        <a:pt x="9867" y="0"/>
                      </a:moveTo>
                      <a:cubicBezTo>
                        <a:pt x="9369" y="0"/>
                        <a:pt x="8872" y="235"/>
                        <a:pt x="8440" y="695"/>
                      </a:cubicBezTo>
                      <a:lnTo>
                        <a:pt x="643" y="8642"/>
                      </a:lnTo>
                      <a:cubicBezTo>
                        <a:pt x="-137" y="9327"/>
                        <a:pt x="-225" y="10560"/>
                        <a:pt x="472" y="11255"/>
                      </a:cubicBezTo>
                      <a:lnTo>
                        <a:pt x="10094" y="21120"/>
                      </a:lnTo>
                      <a:cubicBezTo>
                        <a:pt x="10498" y="21443"/>
                        <a:pt x="10918" y="21600"/>
                        <a:pt x="11333" y="21600"/>
                      </a:cubicBezTo>
                      <a:cubicBezTo>
                        <a:pt x="11825" y="21600"/>
                        <a:pt x="12306" y="21385"/>
                        <a:pt x="12754" y="20974"/>
                      </a:cubicBezTo>
                      <a:lnTo>
                        <a:pt x="20507" y="13027"/>
                      </a:lnTo>
                      <a:cubicBezTo>
                        <a:pt x="21287" y="12263"/>
                        <a:pt x="21375" y="11030"/>
                        <a:pt x="20678" y="10335"/>
                      </a:cubicBezTo>
                      <a:lnTo>
                        <a:pt x="11056" y="470"/>
                      </a:lnTo>
                      <a:cubicBezTo>
                        <a:pt x="10680" y="157"/>
                        <a:pt x="10276" y="0"/>
                        <a:pt x="986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5" name="Google Shape;245;p26"/>
                <p:cNvSpPr/>
                <p:nvPr/>
              </p:nvSpPr>
              <p:spPr>
                <a:xfrm>
                  <a:off x="3348839" y="1379849"/>
                  <a:ext cx="70707" cy="40816"/>
                </a:xfrm>
                <a:custGeom>
                  <a:avLst/>
                  <a:gdLst/>
                  <a:ahLst/>
                  <a:cxnLst>
                    <a:cxn ang="0">
                      <a:pos x="wd2" y="hd2"/>
                    </a:cxn>
                    <a:cxn ang="5400000">
                      <a:pos x="wd2" y="hd2"/>
                    </a:cxn>
                    <a:cxn ang="10800000">
                      <a:pos x="wd2" y="hd2"/>
                    </a:cxn>
                    <a:cxn ang="16200000">
                      <a:pos x="wd2" y="hd2"/>
                    </a:cxn>
                  </a:cxnLst>
                  <a:rect l="0" t="0" r="r" b="b"/>
                  <a:pathLst>
                    <a:path w="21152" h="21600" fill="norm" stroke="1" extrusionOk="0">
                      <a:moveTo>
                        <a:pt x="9819" y="0"/>
                      </a:moveTo>
                      <a:cubicBezTo>
                        <a:pt x="9338" y="0"/>
                        <a:pt x="8863" y="215"/>
                        <a:pt x="8442" y="626"/>
                      </a:cubicBezTo>
                      <a:lnTo>
                        <a:pt x="645" y="8570"/>
                      </a:lnTo>
                      <a:cubicBezTo>
                        <a:pt x="-140" y="9333"/>
                        <a:pt x="-223" y="10565"/>
                        <a:pt x="474" y="11260"/>
                      </a:cubicBezTo>
                      <a:lnTo>
                        <a:pt x="10096" y="21121"/>
                      </a:lnTo>
                      <a:cubicBezTo>
                        <a:pt x="10477" y="21443"/>
                        <a:pt x="10898" y="21600"/>
                        <a:pt x="11312" y="21600"/>
                      </a:cubicBezTo>
                      <a:cubicBezTo>
                        <a:pt x="11799" y="21600"/>
                        <a:pt x="12286" y="21385"/>
                        <a:pt x="12712" y="20974"/>
                      </a:cubicBezTo>
                      <a:lnTo>
                        <a:pt x="20503" y="12962"/>
                      </a:lnTo>
                      <a:cubicBezTo>
                        <a:pt x="21289" y="12267"/>
                        <a:pt x="21377" y="11035"/>
                        <a:pt x="20680" y="10340"/>
                      </a:cubicBezTo>
                      <a:lnTo>
                        <a:pt x="11053" y="479"/>
                      </a:lnTo>
                      <a:cubicBezTo>
                        <a:pt x="10654" y="157"/>
                        <a:pt x="10234" y="0"/>
                        <a:pt x="981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6" name="Google Shape;246;p26"/>
                <p:cNvSpPr/>
                <p:nvPr/>
              </p:nvSpPr>
              <p:spPr>
                <a:xfrm>
                  <a:off x="3399471" y="1409111"/>
                  <a:ext cx="70693" cy="40798"/>
                </a:xfrm>
                <a:custGeom>
                  <a:avLst/>
                  <a:gdLst/>
                  <a:ahLst/>
                  <a:cxnLst>
                    <a:cxn ang="0">
                      <a:pos x="wd2" y="hd2"/>
                    </a:cxn>
                    <a:cxn ang="5400000">
                      <a:pos x="wd2" y="hd2"/>
                    </a:cxn>
                    <a:cxn ang="10800000">
                      <a:pos x="wd2" y="hd2"/>
                    </a:cxn>
                    <a:cxn ang="16200000">
                      <a:pos x="wd2" y="hd2"/>
                    </a:cxn>
                  </a:cxnLst>
                  <a:rect l="0" t="0" r="r" b="b"/>
                  <a:pathLst>
                    <a:path w="21143" h="21600" fill="norm" stroke="1" extrusionOk="0">
                      <a:moveTo>
                        <a:pt x="9816" y="0"/>
                      </a:moveTo>
                      <a:cubicBezTo>
                        <a:pt x="9335" y="0"/>
                        <a:pt x="8849" y="215"/>
                        <a:pt x="8407" y="626"/>
                      </a:cubicBezTo>
                      <a:lnTo>
                        <a:pt x="656" y="8573"/>
                      </a:lnTo>
                      <a:cubicBezTo>
                        <a:pt x="-130" y="9337"/>
                        <a:pt x="-218" y="10570"/>
                        <a:pt x="434" y="11265"/>
                      </a:cubicBezTo>
                      <a:lnTo>
                        <a:pt x="10104" y="21130"/>
                      </a:lnTo>
                      <a:cubicBezTo>
                        <a:pt x="10474" y="21443"/>
                        <a:pt x="10872" y="21600"/>
                        <a:pt x="11276" y="21600"/>
                      </a:cubicBezTo>
                      <a:cubicBezTo>
                        <a:pt x="11768" y="21600"/>
                        <a:pt x="12260" y="21365"/>
                        <a:pt x="12713" y="20905"/>
                      </a:cubicBezTo>
                      <a:lnTo>
                        <a:pt x="20508" y="12968"/>
                      </a:lnTo>
                      <a:cubicBezTo>
                        <a:pt x="21249" y="12273"/>
                        <a:pt x="21382" y="10961"/>
                        <a:pt x="20685" y="10345"/>
                      </a:cubicBezTo>
                      <a:lnTo>
                        <a:pt x="11016" y="480"/>
                      </a:lnTo>
                      <a:cubicBezTo>
                        <a:pt x="10635" y="157"/>
                        <a:pt x="10225" y="0"/>
                        <a:pt x="981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7" name="Google Shape;247;p26"/>
                <p:cNvSpPr/>
                <p:nvPr/>
              </p:nvSpPr>
              <p:spPr>
                <a:xfrm>
                  <a:off x="2933148" y="1083720"/>
                  <a:ext cx="72064" cy="41592"/>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9699" y="0"/>
                      </a:moveTo>
                      <a:cubicBezTo>
                        <a:pt x="9216" y="0"/>
                        <a:pt x="8738" y="211"/>
                        <a:pt x="8309" y="634"/>
                      </a:cubicBezTo>
                      <a:lnTo>
                        <a:pt x="607" y="8496"/>
                      </a:lnTo>
                      <a:cubicBezTo>
                        <a:pt x="-115" y="9245"/>
                        <a:pt x="-202" y="10378"/>
                        <a:pt x="395" y="11059"/>
                      </a:cubicBezTo>
                      <a:lnTo>
                        <a:pt x="10362" y="21197"/>
                      </a:lnTo>
                      <a:cubicBezTo>
                        <a:pt x="10704" y="21466"/>
                        <a:pt x="11079" y="21600"/>
                        <a:pt x="11459" y="21600"/>
                      </a:cubicBezTo>
                      <a:cubicBezTo>
                        <a:pt x="11937" y="21600"/>
                        <a:pt x="12415" y="21389"/>
                        <a:pt x="12844" y="20966"/>
                      </a:cubicBezTo>
                      <a:lnTo>
                        <a:pt x="20583" y="13104"/>
                      </a:lnTo>
                      <a:cubicBezTo>
                        <a:pt x="21268" y="12346"/>
                        <a:pt x="21398" y="11213"/>
                        <a:pt x="20757" y="10531"/>
                      </a:cubicBezTo>
                      <a:lnTo>
                        <a:pt x="10834" y="403"/>
                      </a:lnTo>
                      <a:cubicBezTo>
                        <a:pt x="10470" y="134"/>
                        <a:pt x="10085" y="0"/>
                        <a:pt x="969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8" name="Google Shape;248;p26"/>
                <p:cNvSpPr/>
                <p:nvPr/>
              </p:nvSpPr>
              <p:spPr>
                <a:xfrm>
                  <a:off x="2985431" y="1113850"/>
                  <a:ext cx="72046" cy="41648"/>
                </a:xfrm>
                <a:custGeom>
                  <a:avLst/>
                  <a:gdLst/>
                  <a:ahLst/>
                  <a:cxnLst>
                    <a:cxn ang="0">
                      <a:pos x="wd2" y="hd2"/>
                    </a:cxn>
                    <a:cxn ang="5400000">
                      <a:pos x="wd2" y="hd2"/>
                    </a:cxn>
                    <a:cxn ang="10800000">
                      <a:pos x="wd2" y="hd2"/>
                    </a:cxn>
                    <a:cxn ang="16200000">
                      <a:pos x="wd2" y="hd2"/>
                    </a:cxn>
                  </a:cxnLst>
                  <a:rect l="0" t="0" r="r" b="b"/>
                  <a:pathLst>
                    <a:path w="21168" h="21600" fill="norm" stroke="1" extrusionOk="0">
                      <a:moveTo>
                        <a:pt x="9697" y="0"/>
                      </a:moveTo>
                      <a:cubicBezTo>
                        <a:pt x="9219" y="0"/>
                        <a:pt x="8752" y="211"/>
                        <a:pt x="8344" y="633"/>
                      </a:cubicBezTo>
                      <a:lnTo>
                        <a:pt x="605" y="8485"/>
                      </a:lnTo>
                      <a:cubicBezTo>
                        <a:pt x="-123" y="9242"/>
                        <a:pt x="-210" y="10373"/>
                        <a:pt x="431" y="11054"/>
                      </a:cubicBezTo>
                      <a:lnTo>
                        <a:pt x="10354" y="21169"/>
                      </a:lnTo>
                      <a:cubicBezTo>
                        <a:pt x="10718" y="21456"/>
                        <a:pt x="11120" y="21600"/>
                        <a:pt x="11527" y="21600"/>
                      </a:cubicBezTo>
                      <a:cubicBezTo>
                        <a:pt x="11978" y="21600"/>
                        <a:pt x="12428" y="21418"/>
                        <a:pt x="12836" y="21015"/>
                      </a:cubicBezTo>
                      <a:lnTo>
                        <a:pt x="20581" y="13087"/>
                      </a:lnTo>
                      <a:cubicBezTo>
                        <a:pt x="21265" y="12329"/>
                        <a:pt x="21390" y="11198"/>
                        <a:pt x="20749" y="10517"/>
                      </a:cubicBezTo>
                      <a:lnTo>
                        <a:pt x="10826" y="403"/>
                      </a:lnTo>
                      <a:cubicBezTo>
                        <a:pt x="10468" y="134"/>
                        <a:pt x="10077" y="0"/>
                        <a:pt x="969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29" name="Google Shape;249;p26"/>
                <p:cNvSpPr/>
                <p:nvPr/>
              </p:nvSpPr>
              <p:spPr>
                <a:xfrm>
                  <a:off x="3037600" y="1144018"/>
                  <a:ext cx="72132" cy="41629"/>
                </a:xfrm>
                <a:custGeom>
                  <a:avLst/>
                  <a:gdLst/>
                  <a:ahLst/>
                  <a:cxnLst>
                    <a:cxn ang="0">
                      <a:pos x="wd2" y="hd2"/>
                    </a:cxn>
                    <a:cxn ang="5400000">
                      <a:pos x="wd2" y="hd2"/>
                    </a:cxn>
                    <a:cxn ang="10800000">
                      <a:pos x="wd2" y="hd2"/>
                    </a:cxn>
                    <a:cxn ang="16200000">
                      <a:pos x="wd2" y="hd2"/>
                    </a:cxn>
                  </a:cxnLst>
                  <a:rect l="0" t="0" r="r" b="b"/>
                  <a:pathLst>
                    <a:path w="21151" h="21600" fill="norm" stroke="1" extrusionOk="0">
                      <a:moveTo>
                        <a:pt x="9659" y="0"/>
                      </a:moveTo>
                      <a:cubicBezTo>
                        <a:pt x="9193" y="0"/>
                        <a:pt x="8727" y="211"/>
                        <a:pt x="8315" y="614"/>
                      </a:cubicBezTo>
                      <a:lnTo>
                        <a:pt x="586" y="8469"/>
                      </a:lnTo>
                      <a:cubicBezTo>
                        <a:pt x="-97" y="9227"/>
                        <a:pt x="-222" y="10359"/>
                        <a:pt x="418" y="11040"/>
                      </a:cubicBezTo>
                      <a:lnTo>
                        <a:pt x="10321" y="21159"/>
                      </a:lnTo>
                      <a:cubicBezTo>
                        <a:pt x="10705" y="21447"/>
                        <a:pt x="11112" y="21600"/>
                        <a:pt x="11524" y="21600"/>
                      </a:cubicBezTo>
                      <a:cubicBezTo>
                        <a:pt x="11979" y="21600"/>
                        <a:pt x="12434" y="21408"/>
                        <a:pt x="12841" y="21005"/>
                      </a:cubicBezTo>
                      <a:lnTo>
                        <a:pt x="20522" y="13073"/>
                      </a:lnTo>
                      <a:cubicBezTo>
                        <a:pt x="21248" y="12325"/>
                        <a:pt x="21378" y="11193"/>
                        <a:pt x="20738" y="10589"/>
                      </a:cubicBezTo>
                      <a:lnTo>
                        <a:pt x="10830" y="460"/>
                      </a:lnTo>
                      <a:cubicBezTo>
                        <a:pt x="10456" y="153"/>
                        <a:pt x="10060" y="0"/>
                        <a:pt x="965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0" name="Google Shape;250;p26"/>
                <p:cNvSpPr/>
                <p:nvPr/>
              </p:nvSpPr>
              <p:spPr>
                <a:xfrm>
                  <a:off x="3089865" y="1174130"/>
                  <a:ext cx="72040" cy="41574"/>
                </a:xfrm>
                <a:custGeom>
                  <a:avLst/>
                  <a:gdLst/>
                  <a:ahLst/>
                  <a:cxnLst>
                    <a:cxn ang="0">
                      <a:pos x="wd2" y="hd2"/>
                    </a:cxn>
                    <a:cxn ang="5400000">
                      <a:pos x="wd2" y="hd2"/>
                    </a:cxn>
                    <a:cxn ang="10800000">
                      <a:pos x="wd2" y="hd2"/>
                    </a:cxn>
                    <a:cxn ang="16200000">
                      <a:pos x="wd2" y="hd2"/>
                    </a:cxn>
                  </a:cxnLst>
                  <a:rect l="0" t="0" r="r" b="b"/>
                  <a:pathLst>
                    <a:path w="21166" h="21600" fill="norm" stroke="1" extrusionOk="0">
                      <a:moveTo>
                        <a:pt x="9693" y="0"/>
                      </a:moveTo>
                      <a:cubicBezTo>
                        <a:pt x="9226" y="0"/>
                        <a:pt x="8759" y="202"/>
                        <a:pt x="8330" y="624"/>
                      </a:cubicBezTo>
                      <a:lnTo>
                        <a:pt x="591" y="8490"/>
                      </a:lnTo>
                      <a:cubicBezTo>
                        <a:pt x="-94" y="9249"/>
                        <a:pt x="-224" y="10382"/>
                        <a:pt x="417" y="11064"/>
                      </a:cubicBezTo>
                      <a:lnTo>
                        <a:pt x="10340" y="21197"/>
                      </a:lnTo>
                      <a:cubicBezTo>
                        <a:pt x="10704" y="21466"/>
                        <a:pt x="11078" y="21600"/>
                        <a:pt x="11459" y="21600"/>
                      </a:cubicBezTo>
                      <a:cubicBezTo>
                        <a:pt x="11926" y="21600"/>
                        <a:pt x="12393" y="21398"/>
                        <a:pt x="12822" y="20976"/>
                      </a:cubicBezTo>
                      <a:lnTo>
                        <a:pt x="20567" y="13110"/>
                      </a:lnTo>
                      <a:cubicBezTo>
                        <a:pt x="21289" y="12351"/>
                        <a:pt x="21376" y="11218"/>
                        <a:pt x="20735" y="10536"/>
                      </a:cubicBezTo>
                      <a:lnTo>
                        <a:pt x="10812" y="403"/>
                      </a:lnTo>
                      <a:cubicBezTo>
                        <a:pt x="10448" y="134"/>
                        <a:pt x="10074" y="0"/>
                        <a:pt x="969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1" name="Google Shape;251;p26"/>
                <p:cNvSpPr/>
                <p:nvPr/>
              </p:nvSpPr>
              <p:spPr>
                <a:xfrm>
                  <a:off x="3142073" y="1204279"/>
                  <a:ext cx="72046" cy="41685"/>
                </a:xfrm>
                <a:custGeom>
                  <a:avLst/>
                  <a:gdLst/>
                  <a:ahLst/>
                  <a:cxnLst>
                    <a:cxn ang="0">
                      <a:pos x="wd2" y="hd2"/>
                    </a:cxn>
                    <a:cxn ang="5400000">
                      <a:pos x="wd2" y="hd2"/>
                    </a:cxn>
                    <a:cxn ang="10800000">
                      <a:pos x="wd2" y="hd2"/>
                    </a:cxn>
                    <a:cxn ang="16200000">
                      <a:pos x="wd2" y="hd2"/>
                    </a:cxn>
                  </a:cxnLst>
                  <a:rect l="0" t="0" r="r" b="b"/>
                  <a:pathLst>
                    <a:path w="21168" h="21600" fill="norm" stroke="1" extrusionOk="0">
                      <a:moveTo>
                        <a:pt x="9659" y="0"/>
                      </a:moveTo>
                      <a:cubicBezTo>
                        <a:pt x="9191" y="0"/>
                        <a:pt x="8741" y="211"/>
                        <a:pt x="8344" y="613"/>
                      </a:cubicBezTo>
                      <a:lnTo>
                        <a:pt x="605" y="8468"/>
                      </a:lnTo>
                      <a:cubicBezTo>
                        <a:pt x="-123" y="9215"/>
                        <a:pt x="-210" y="10345"/>
                        <a:pt x="431" y="11025"/>
                      </a:cubicBezTo>
                      <a:lnTo>
                        <a:pt x="10359" y="21140"/>
                      </a:lnTo>
                      <a:cubicBezTo>
                        <a:pt x="10712" y="21447"/>
                        <a:pt x="11103" y="21600"/>
                        <a:pt x="11494" y="21600"/>
                      </a:cubicBezTo>
                      <a:cubicBezTo>
                        <a:pt x="11956" y="21600"/>
                        <a:pt x="12423" y="21389"/>
                        <a:pt x="12836" y="20987"/>
                      </a:cubicBezTo>
                      <a:lnTo>
                        <a:pt x="20581" y="13065"/>
                      </a:lnTo>
                      <a:cubicBezTo>
                        <a:pt x="21265" y="12309"/>
                        <a:pt x="21390" y="11178"/>
                        <a:pt x="20749" y="10575"/>
                      </a:cubicBezTo>
                      <a:lnTo>
                        <a:pt x="10826" y="469"/>
                      </a:lnTo>
                      <a:cubicBezTo>
                        <a:pt x="10452" y="153"/>
                        <a:pt x="10050" y="0"/>
                        <a:pt x="965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2" name="Google Shape;252;p26"/>
                <p:cNvSpPr/>
                <p:nvPr/>
              </p:nvSpPr>
              <p:spPr>
                <a:xfrm>
                  <a:off x="3194255" y="1234409"/>
                  <a:ext cx="72181" cy="41685"/>
                </a:xfrm>
                <a:custGeom>
                  <a:avLst/>
                  <a:gdLst/>
                  <a:ahLst/>
                  <a:cxnLst>
                    <a:cxn ang="0">
                      <a:pos x="wd2" y="hd2"/>
                    </a:cxn>
                    <a:cxn ang="5400000">
                      <a:pos x="wd2" y="hd2"/>
                    </a:cxn>
                    <a:cxn ang="10800000">
                      <a:pos x="wd2" y="hd2"/>
                    </a:cxn>
                    <a:cxn ang="16200000">
                      <a:pos x="wd2" y="hd2"/>
                    </a:cxn>
                  </a:cxnLst>
                  <a:rect l="0" t="0" r="r" b="b"/>
                  <a:pathLst>
                    <a:path w="21165" h="21600" fill="norm" stroke="1" extrusionOk="0">
                      <a:moveTo>
                        <a:pt x="9656" y="0"/>
                      </a:moveTo>
                      <a:cubicBezTo>
                        <a:pt x="9190" y="0"/>
                        <a:pt x="8724" y="211"/>
                        <a:pt x="8312" y="623"/>
                      </a:cubicBezTo>
                      <a:lnTo>
                        <a:pt x="626" y="8468"/>
                      </a:lnTo>
                      <a:cubicBezTo>
                        <a:pt x="-100" y="9224"/>
                        <a:pt x="-225" y="10355"/>
                        <a:pt x="415" y="11035"/>
                      </a:cubicBezTo>
                      <a:lnTo>
                        <a:pt x="10318" y="21140"/>
                      </a:lnTo>
                      <a:cubicBezTo>
                        <a:pt x="10692" y="21456"/>
                        <a:pt x="11093" y="21600"/>
                        <a:pt x="11488" y="21600"/>
                      </a:cubicBezTo>
                      <a:cubicBezTo>
                        <a:pt x="11960" y="21600"/>
                        <a:pt x="12421" y="21399"/>
                        <a:pt x="12838" y="20987"/>
                      </a:cubicBezTo>
                      <a:lnTo>
                        <a:pt x="20562" y="13065"/>
                      </a:lnTo>
                      <a:cubicBezTo>
                        <a:pt x="21288" y="12309"/>
                        <a:pt x="21375" y="11178"/>
                        <a:pt x="20735" y="10575"/>
                      </a:cubicBezTo>
                      <a:lnTo>
                        <a:pt x="10832" y="469"/>
                      </a:lnTo>
                      <a:cubicBezTo>
                        <a:pt x="10458" y="153"/>
                        <a:pt x="10057" y="0"/>
                        <a:pt x="965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3" name="Google Shape;253;p26"/>
                <p:cNvSpPr/>
                <p:nvPr/>
              </p:nvSpPr>
              <p:spPr>
                <a:xfrm>
                  <a:off x="3246458" y="1264669"/>
                  <a:ext cx="72095" cy="41593"/>
                </a:xfrm>
                <a:custGeom>
                  <a:avLst/>
                  <a:gdLst/>
                  <a:ahLst/>
                  <a:cxnLst>
                    <a:cxn ang="0">
                      <a:pos x="wd2" y="hd2"/>
                    </a:cxn>
                    <a:cxn ang="5400000">
                      <a:pos x="wd2" y="hd2"/>
                    </a:cxn>
                    <a:cxn ang="10800000">
                      <a:pos x="wd2" y="hd2"/>
                    </a:cxn>
                    <a:cxn ang="16200000">
                      <a:pos x="wd2" y="hd2"/>
                    </a:cxn>
                  </a:cxnLst>
                  <a:rect l="0" t="0" r="r" b="b"/>
                  <a:pathLst>
                    <a:path w="21183" h="21600" fill="norm" stroke="1" extrusionOk="0">
                      <a:moveTo>
                        <a:pt x="9713" y="0"/>
                      </a:moveTo>
                      <a:cubicBezTo>
                        <a:pt x="9240" y="0"/>
                        <a:pt x="8773" y="211"/>
                        <a:pt x="8344" y="634"/>
                      </a:cubicBezTo>
                      <a:lnTo>
                        <a:pt x="605" y="8496"/>
                      </a:lnTo>
                      <a:cubicBezTo>
                        <a:pt x="-123" y="9254"/>
                        <a:pt x="-210" y="10387"/>
                        <a:pt x="431" y="11069"/>
                      </a:cubicBezTo>
                      <a:lnTo>
                        <a:pt x="10354" y="21197"/>
                      </a:lnTo>
                      <a:cubicBezTo>
                        <a:pt x="10718" y="21466"/>
                        <a:pt x="11098" y="21600"/>
                        <a:pt x="11473" y="21600"/>
                      </a:cubicBezTo>
                      <a:cubicBezTo>
                        <a:pt x="11940" y="21600"/>
                        <a:pt x="12407" y="21389"/>
                        <a:pt x="12836" y="20966"/>
                      </a:cubicBezTo>
                      <a:lnTo>
                        <a:pt x="20581" y="13104"/>
                      </a:lnTo>
                      <a:cubicBezTo>
                        <a:pt x="21309" y="12355"/>
                        <a:pt x="21390" y="11213"/>
                        <a:pt x="20749" y="10541"/>
                      </a:cubicBezTo>
                      <a:lnTo>
                        <a:pt x="10826" y="403"/>
                      </a:lnTo>
                      <a:cubicBezTo>
                        <a:pt x="10468" y="134"/>
                        <a:pt x="10088" y="0"/>
                        <a:pt x="971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4" name="Google Shape;254;p26"/>
                <p:cNvSpPr/>
                <p:nvPr/>
              </p:nvSpPr>
              <p:spPr>
                <a:xfrm>
                  <a:off x="3298718" y="1294689"/>
                  <a:ext cx="72100" cy="41685"/>
                </a:xfrm>
                <a:custGeom>
                  <a:avLst/>
                  <a:gdLst/>
                  <a:ahLst/>
                  <a:cxnLst>
                    <a:cxn ang="0">
                      <a:pos x="wd2" y="hd2"/>
                    </a:cxn>
                    <a:cxn ang="5400000">
                      <a:pos x="wd2" y="hd2"/>
                    </a:cxn>
                    <a:cxn ang="10800000">
                      <a:pos x="wd2" y="hd2"/>
                    </a:cxn>
                    <a:cxn ang="16200000">
                      <a:pos x="wd2" y="hd2"/>
                    </a:cxn>
                  </a:cxnLst>
                  <a:rect l="0" t="0" r="r" b="b"/>
                  <a:pathLst>
                    <a:path w="21179" h="21600" fill="norm" stroke="1" extrusionOk="0">
                      <a:moveTo>
                        <a:pt x="9655" y="0"/>
                      </a:moveTo>
                      <a:cubicBezTo>
                        <a:pt x="9188" y="0"/>
                        <a:pt x="8737" y="211"/>
                        <a:pt x="8346" y="613"/>
                      </a:cubicBezTo>
                      <a:lnTo>
                        <a:pt x="603" y="8535"/>
                      </a:lnTo>
                      <a:cubicBezTo>
                        <a:pt x="-124" y="9291"/>
                        <a:pt x="-211" y="10422"/>
                        <a:pt x="435" y="11025"/>
                      </a:cubicBezTo>
                      <a:lnTo>
                        <a:pt x="10356" y="21131"/>
                      </a:lnTo>
                      <a:cubicBezTo>
                        <a:pt x="10708" y="21447"/>
                        <a:pt x="11099" y="21600"/>
                        <a:pt x="11496" y="21600"/>
                      </a:cubicBezTo>
                      <a:cubicBezTo>
                        <a:pt x="11952" y="21600"/>
                        <a:pt x="12419" y="21389"/>
                        <a:pt x="12837" y="20987"/>
                      </a:cubicBezTo>
                      <a:lnTo>
                        <a:pt x="20575" y="13065"/>
                      </a:lnTo>
                      <a:cubicBezTo>
                        <a:pt x="21302" y="12309"/>
                        <a:pt x="21389" y="11178"/>
                        <a:pt x="20743" y="10575"/>
                      </a:cubicBezTo>
                      <a:lnTo>
                        <a:pt x="10822" y="460"/>
                      </a:lnTo>
                      <a:cubicBezTo>
                        <a:pt x="10448" y="153"/>
                        <a:pt x="10046" y="0"/>
                        <a:pt x="965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5" name="Google Shape;255;p26"/>
                <p:cNvSpPr/>
                <p:nvPr/>
              </p:nvSpPr>
              <p:spPr>
                <a:xfrm>
                  <a:off x="3350892" y="1324820"/>
                  <a:ext cx="72038" cy="41684"/>
                </a:xfrm>
                <a:custGeom>
                  <a:avLst/>
                  <a:gdLst/>
                  <a:ahLst/>
                  <a:cxnLst>
                    <a:cxn ang="0">
                      <a:pos x="wd2" y="hd2"/>
                    </a:cxn>
                    <a:cxn ang="5400000">
                      <a:pos x="wd2" y="hd2"/>
                    </a:cxn>
                    <a:cxn ang="10800000">
                      <a:pos x="wd2" y="hd2"/>
                    </a:cxn>
                    <a:cxn ang="16200000">
                      <a:pos x="wd2" y="hd2"/>
                    </a:cxn>
                  </a:cxnLst>
                  <a:rect l="0" t="0" r="r" b="b"/>
                  <a:pathLst>
                    <a:path w="21166" h="21600" fill="norm" stroke="1" extrusionOk="0">
                      <a:moveTo>
                        <a:pt x="9655" y="0"/>
                      </a:moveTo>
                      <a:cubicBezTo>
                        <a:pt x="9199" y="0"/>
                        <a:pt x="8743" y="211"/>
                        <a:pt x="8330" y="613"/>
                      </a:cubicBezTo>
                      <a:lnTo>
                        <a:pt x="591" y="8535"/>
                      </a:lnTo>
                      <a:cubicBezTo>
                        <a:pt x="-94" y="9291"/>
                        <a:pt x="-224" y="10422"/>
                        <a:pt x="417" y="11025"/>
                      </a:cubicBezTo>
                      <a:lnTo>
                        <a:pt x="10340" y="21140"/>
                      </a:lnTo>
                      <a:cubicBezTo>
                        <a:pt x="10714" y="21447"/>
                        <a:pt x="11116" y="21600"/>
                        <a:pt x="11513" y="21600"/>
                      </a:cubicBezTo>
                      <a:cubicBezTo>
                        <a:pt x="11975" y="21600"/>
                        <a:pt x="12431" y="21389"/>
                        <a:pt x="12822" y="20987"/>
                      </a:cubicBezTo>
                      <a:lnTo>
                        <a:pt x="20561" y="13142"/>
                      </a:lnTo>
                      <a:cubicBezTo>
                        <a:pt x="21289" y="12385"/>
                        <a:pt x="21376" y="11255"/>
                        <a:pt x="20735" y="10575"/>
                      </a:cubicBezTo>
                      <a:lnTo>
                        <a:pt x="10812" y="469"/>
                      </a:lnTo>
                      <a:cubicBezTo>
                        <a:pt x="10438" y="153"/>
                        <a:pt x="10046" y="0"/>
                        <a:pt x="965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6" name="Google Shape;256;p26"/>
                <p:cNvSpPr/>
                <p:nvPr/>
              </p:nvSpPr>
              <p:spPr>
                <a:xfrm>
                  <a:off x="3403149" y="1355079"/>
                  <a:ext cx="72046" cy="41556"/>
                </a:xfrm>
                <a:custGeom>
                  <a:avLst/>
                  <a:gdLst/>
                  <a:ahLst/>
                  <a:cxnLst>
                    <a:cxn ang="0">
                      <a:pos x="wd2" y="hd2"/>
                    </a:cxn>
                    <a:cxn ang="5400000">
                      <a:pos x="wd2" y="hd2"/>
                    </a:cxn>
                    <a:cxn ang="10800000">
                      <a:pos x="wd2" y="hd2"/>
                    </a:cxn>
                    <a:cxn ang="16200000">
                      <a:pos x="wd2" y="hd2"/>
                    </a:cxn>
                  </a:cxnLst>
                  <a:rect l="0" t="0" r="r" b="b"/>
                  <a:pathLst>
                    <a:path w="21168" h="21600" fill="norm" stroke="1" extrusionOk="0">
                      <a:moveTo>
                        <a:pt x="9699" y="0"/>
                      </a:moveTo>
                      <a:cubicBezTo>
                        <a:pt x="9226" y="0"/>
                        <a:pt x="8759" y="211"/>
                        <a:pt x="8330" y="634"/>
                      </a:cubicBezTo>
                      <a:lnTo>
                        <a:pt x="591" y="8504"/>
                      </a:lnTo>
                      <a:cubicBezTo>
                        <a:pt x="-94" y="9253"/>
                        <a:pt x="-224" y="10396"/>
                        <a:pt x="417" y="11069"/>
                      </a:cubicBezTo>
                      <a:lnTo>
                        <a:pt x="10345" y="21139"/>
                      </a:lnTo>
                      <a:cubicBezTo>
                        <a:pt x="10714" y="21456"/>
                        <a:pt x="11116" y="21600"/>
                        <a:pt x="11518" y="21600"/>
                      </a:cubicBezTo>
                      <a:cubicBezTo>
                        <a:pt x="11985" y="21600"/>
                        <a:pt x="12452" y="21398"/>
                        <a:pt x="12865" y="20985"/>
                      </a:cubicBezTo>
                      <a:lnTo>
                        <a:pt x="20567" y="13116"/>
                      </a:lnTo>
                      <a:cubicBezTo>
                        <a:pt x="21295" y="12357"/>
                        <a:pt x="21376" y="11223"/>
                        <a:pt x="20735" y="10541"/>
                      </a:cubicBezTo>
                      <a:lnTo>
                        <a:pt x="10812" y="404"/>
                      </a:lnTo>
                      <a:cubicBezTo>
                        <a:pt x="10454" y="135"/>
                        <a:pt x="10074" y="0"/>
                        <a:pt x="969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7" name="Google Shape;257;p26"/>
                <p:cNvSpPr/>
                <p:nvPr/>
              </p:nvSpPr>
              <p:spPr>
                <a:xfrm>
                  <a:off x="3455367" y="1385192"/>
                  <a:ext cx="72046" cy="41610"/>
                </a:xfrm>
                <a:custGeom>
                  <a:avLst/>
                  <a:gdLst/>
                  <a:ahLst/>
                  <a:cxnLst>
                    <a:cxn ang="0">
                      <a:pos x="wd2" y="hd2"/>
                    </a:cxn>
                    <a:cxn ang="5400000">
                      <a:pos x="wd2" y="hd2"/>
                    </a:cxn>
                    <a:cxn ang="10800000">
                      <a:pos x="wd2" y="hd2"/>
                    </a:cxn>
                    <a:cxn ang="16200000">
                      <a:pos x="wd2" y="hd2"/>
                    </a:cxn>
                  </a:cxnLst>
                  <a:rect l="0" t="0" r="r" b="b"/>
                  <a:pathLst>
                    <a:path w="21168" h="21600" fill="norm" stroke="1" extrusionOk="0">
                      <a:moveTo>
                        <a:pt x="9682" y="0"/>
                      </a:moveTo>
                      <a:cubicBezTo>
                        <a:pt x="9221" y="0"/>
                        <a:pt x="8764" y="192"/>
                        <a:pt x="8346" y="566"/>
                      </a:cubicBezTo>
                      <a:lnTo>
                        <a:pt x="601" y="8502"/>
                      </a:lnTo>
                      <a:cubicBezTo>
                        <a:pt x="-127" y="9260"/>
                        <a:pt x="-208" y="10392"/>
                        <a:pt x="433" y="11073"/>
                      </a:cubicBezTo>
                      <a:lnTo>
                        <a:pt x="10356" y="21197"/>
                      </a:lnTo>
                      <a:cubicBezTo>
                        <a:pt x="10714" y="21466"/>
                        <a:pt x="11094" y="21600"/>
                        <a:pt x="11469" y="21600"/>
                      </a:cubicBezTo>
                      <a:cubicBezTo>
                        <a:pt x="11942" y="21600"/>
                        <a:pt x="12409" y="21389"/>
                        <a:pt x="12838" y="20967"/>
                      </a:cubicBezTo>
                      <a:lnTo>
                        <a:pt x="20577" y="13108"/>
                      </a:lnTo>
                      <a:cubicBezTo>
                        <a:pt x="21262" y="12359"/>
                        <a:pt x="21392" y="11217"/>
                        <a:pt x="20751" y="10546"/>
                      </a:cubicBezTo>
                      <a:lnTo>
                        <a:pt x="10823" y="413"/>
                      </a:lnTo>
                      <a:cubicBezTo>
                        <a:pt x="10454" y="134"/>
                        <a:pt x="10068" y="0"/>
                        <a:pt x="968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8" name="Google Shape;258;p26"/>
                <p:cNvSpPr/>
                <p:nvPr/>
              </p:nvSpPr>
              <p:spPr>
                <a:xfrm>
                  <a:off x="2946693" y="1035437"/>
                  <a:ext cx="78018" cy="45067"/>
                </a:xfrm>
                <a:custGeom>
                  <a:avLst/>
                  <a:gdLst/>
                  <a:ahLst/>
                  <a:cxnLst>
                    <a:cxn ang="0">
                      <a:pos x="wd2" y="hd2"/>
                    </a:cxn>
                    <a:cxn ang="5400000">
                      <a:pos x="wd2" y="hd2"/>
                    </a:cxn>
                    <a:cxn ang="10800000">
                      <a:pos x="wd2" y="hd2"/>
                    </a:cxn>
                    <a:cxn ang="16200000">
                      <a:pos x="wd2" y="hd2"/>
                    </a:cxn>
                  </a:cxnLst>
                  <a:rect l="0" t="0" r="r" b="b"/>
                  <a:pathLst>
                    <a:path w="21280" h="21600" fill="norm" stroke="1" extrusionOk="0">
                      <a:moveTo>
                        <a:pt x="9051" y="0"/>
                      </a:moveTo>
                      <a:cubicBezTo>
                        <a:pt x="8698" y="0"/>
                        <a:pt x="8345" y="151"/>
                        <a:pt x="8032" y="487"/>
                      </a:cubicBezTo>
                      <a:lnTo>
                        <a:pt x="484" y="8160"/>
                      </a:lnTo>
                      <a:cubicBezTo>
                        <a:pt x="-111" y="8718"/>
                        <a:pt x="-151" y="9631"/>
                        <a:pt x="328" y="10118"/>
                      </a:cubicBezTo>
                      <a:lnTo>
                        <a:pt x="11284" y="21281"/>
                      </a:lnTo>
                      <a:cubicBezTo>
                        <a:pt x="11562" y="21494"/>
                        <a:pt x="11859" y="21600"/>
                        <a:pt x="12146" y="21600"/>
                      </a:cubicBezTo>
                      <a:cubicBezTo>
                        <a:pt x="12525" y="21600"/>
                        <a:pt x="12898" y="21423"/>
                        <a:pt x="13231" y="21068"/>
                      </a:cubicBezTo>
                      <a:lnTo>
                        <a:pt x="20814" y="13396"/>
                      </a:lnTo>
                      <a:cubicBezTo>
                        <a:pt x="21373" y="12838"/>
                        <a:pt x="21449" y="11934"/>
                        <a:pt x="20935" y="11438"/>
                      </a:cubicBezTo>
                      <a:lnTo>
                        <a:pt x="9973" y="346"/>
                      </a:lnTo>
                      <a:cubicBezTo>
                        <a:pt x="9676" y="115"/>
                        <a:pt x="9363" y="0"/>
                        <a:pt x="905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39" name="Google Shape;259;p26"/>
                <p:cNvSpPr/>
                <p:nvPr/>
              </p:nvSpPr>
              <p:spPr>
                <a:xfrm>
                  <a:off x="3005364" y="1069209"/>
                  <a:ext cx="78018" cy="45049"/>
                </a:xfrm>
                <a:custGeom>
                  <a:avLst/>
                  <a:gdLst/>
                  <a:ahLst/>
                  <a:cxnLst>
                    <a:cxn ang="0">
                      <a:pos x="wd2" y="hd2"/>
                    </a:cxn>
                    <a:cxn ang="5400000">
                      <a:pos x="wd2" y="hd2"/>
                    </a:cxn>
                    <a:cxn ang="10800000">
                      <a:pos x="wd2" y="hd2"/>
                    </a:cxn>
                    <a:cxn ang="16200000">
                      <a:pos x="wd2" y="hd2"/>
                    </a:cxn>
                  </a:cxnLst>
                  <a:rect l="0" t="0" r="r" b="b"/>
                  <a:pathLst>
                    <a:path w="21280" h="21600" fill="norm" stroke="1" extrusionOk="0">
                      <a:moveTo>
                        <a:pt x="9051" y="0"/>
                      </a:moveTo>
                      <a:cubicBezTo>
                        <a:pt x="8698" y="0"/>
                        <a:pt x="8345" y="151"/>
                        <a:pt x="8027" y="487"/>
                      </a:cubicBezTo>
                      <a:lnTo>
                        <a:pt x="484" y="8163"/>
                      </a:lnTo>
                      <a:cubicBezTo>
                        <a:pt x="-111" y="8722"/>
                        <a:pt x="-151" y="9634"/>
                        <a:pt x="328" y="10122"/>
                      </a:cubicBezTo>
                      <a:lnTo>
                        <a:pt x="11284" y="21219"/>
                      </a:lnTo>
                      <a:cubicBezTo>
                        <a:pt x="11577" y="21476"/>
                        <a:pt x="11879" y="21600"/>
                        <a:pt x="12187" y="21600"/>
                      </a:cubicBezTo>
                      <a:cubicBezTo>
                        <a:pt x="12550" y="21600"/>
                        <a:pt x="12908" y="21423"/>
                        <a:pt x="13231" y="21077"/>
                      </a:cubicBezTo>
                      <a:lnTo>
                        <a:pt x="20814" y="13401"/>
                      </a:lnTo>
                      <a:cubicBezTo>
                        <a:pt x="21373" y="12843"/>
                        <a:pt x="21449" y="11939"/>
                        <a:pt x="20935" y="11451"/>
                      </a:cubicBezTo>
                      <a:lnTo>
                        <a:pt x="9973" y="346"/>
                      </a:lnTo>
                      <a:cubicBezTo>
                        <a:pt x="9676" y="115"/>
                        <a:pt x="9363" y="0"/>
                        <a:pt x="905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0" name="Google Shape;260;p26"/>
                <p:cNvSpPr/>
                <p:nvPr/>
              </p:nvSpPr>
              <p:spPr>
                <a:xfrm>
                  <a:off x="3063958" y="1103037"/>
                  <a:ext cx="78016" cy="45030"/>
                </a:xfrm>
                <a:custGeom>
                  <a:avLst/>
                  <a:gdLst/>
                  <a:ahLst/>
                  <a:cxnLst>
                    <a:cxn ang="0">
                      <a:pos x="wd2" y="hd2"/>
                    </a:cxn>
                    <a:cxn ang="5400000">
                      <a:pos x="wd2" y="hd2"/>
                    </a:cxn>
                    <a:cxn ang="10800000">
                      <a:pos x="wd2" y="hd2"/>
                    </a:cxn>
                    <a:cxn ang="16200000">
                      <a:pos x="wd2" y="hd2"/>
                    </a:cxn>
                  </a:cxnLst>
                  <a:rect l="0" t="0" r="r" b="b"/>
                  <a:pathLst>
                    <a:path w="21279" h="21600" fill="norm" stroke="1" extrusionOk="0">
                      <a:moveTo>
                        <a:pt x="9107" y="0"/>
                      </a:moveTo>
                      <a:cubicBezTo>
                        <a:pt x="8739" y="0"/>
                        <a:pt x="8376" y="160"/>
                        <a:pt x="8048" y="461"/>
                      </a:cubicBezTo>
                      <a:lnTo>
                        <a:pt x="465" y="8149"/>
                      </a:lnTo>
                      <a:cubicBezTo>
                        <a:pt x="-89" y="8769"/>
                        <a:pt x="-170" y="9612"/>
                        <a:pt x="344" y="10170"/>
                      </a:cubicBezTo>
                      <a:lnTo>
                        <a:pt x="11306" y="21272"/>
                      </a:lnTo>
                      <a:cubicBezTo>
                        <a:pt x="11593" y="21494"/>
                        <a:pt x="11896" y="21600"/>
                        <a:pt x="12193" y="21600"/>
                      </a:cubicBezTo>
                      <a:cubicBezTo>
                        <a:pt x="12561" y="21600"/>
                        <a:pt x="12924" y="21440"/>
                        <a:pt x="13252" y="21130"/>
                      </a:cubicBezTo>
                      <a:lnTo>
                        <a:pt x="20795" y="13451"/>
                      </a:lnTo>
                      <a:cubicBezTo>
                        <a:pt x="21390" y="12893"/>
                        <a:pt x="21430" y="11988"/>
                        <a:pt x="20956" y="11500"/>
                      </a:cubicBezTo>
                      <a:lnTo>
                        <a:pt x="9995" y="319"/>
                      </a:lnTo>
                      <a:cubicBezTo>
                        <a:pt x="9707" y="106"/>
                        <a:pt x="9410" y="0"/>
                        <a:pt x="910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1" name="Google Shape;261;p26"/>
                <p:cNvSpPr/>
                <p:nvPr/>
              </p:nvSpPr>
              <p:spPr>
                <a:xfrm>
                  <a:off x="3122630" y="1136993"/>
                  <a:ext cx="78089" cy="44994"/>
                </a:xfrm>
                <a:custGeom>
                  <a:avLst/>
                  <a:gdLst/>
                  <a:ahLst/>
                  <a:cxnLst>
                    <a:cxn ang="0">
                      <a:pos x="wd2" y="hd2"/>
                    </a:cxn>
                    <a:cxn ang="5400000">
                      <a:pos x="wd2" y="hd2"/>
                    </a:cxn>
                    <a:cxn ang="10800000">
                      <a:pos x="wd2" y="hd2"/>
                    </a:cxn>
                    <a:cxn ang="16200000">
                      <a:pos x="wd2" y="hd2"/>
                    </a:cxn>
                  </a:cxnLst>
                  <a:rect l="0" t="0" r="r" b="b"/>
                  <a:pathLst>
                    <a:path w="21260" h="21600" fill="norm" stroke="1" extrusionOk="0">
                      <a:moveTo>
                        <a:pt x="9080" y="0"/>
                      </a:moveTo>
                      <a:cubicBezTo>
                        <a:pt x="8718" y="0"/>
                        <a:pt x="8355" y="177"/>
                        <a:pt x="8033" y="515"/>
                      </a:cubicBezTo>
                      <a:lnTo>
                        <a:pt x="464" y="8138"/>
                      </a:lnTo>
                      <a:cubicBezTo>
                        <a:pt x="-89" y="8697"/>
                        <a:pt x="-170" y="9602"/>
                        <a:pt x="343" y="10090"/>
                      </a:cubicBezTo>
                      <a:lnTo>
                        <a:pt x="11284" y="21272"/>
                      </a:lnTo>
                      <a:cubicBezTo>
                        <a:pt x="11551" y="21494"/>
                        <a:pt x="11853" y="21600"/>
                        <a:pt x="12155" y="21600"/>
                      </a:cubicBezTo>
                      <a:cubicBezTo>
                        <a:pt x="12522" y="21600"/>
                        <a:pt x="12900" y="21440"/>
                        <a:pt x="13227" y="21130"/>
                      </a:cubicBezTo>
                      <a:lnTo>
                        <a:pt x="20796" y="13445"/>
                      </a:lnTo>
                      <a:cubicBezTo>
                        <a:pt x="21349" y="12814"/>
                        <a:pt x="21430" y="11980"/>
                        <a:pt x="20917" y="11421"/>
                      </a:cubicBezTo>
                      <a:lnTo>
                        <a:pt x="9976" y="373"/>
                      </a:lnTo>
                      <a:cubicBezTo>
                        <a:pt x="9689" y="124"/>
                        <a:pt x="9382" y="0"/>
                        <a:pt x="908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2" name="Google Shape;262;p26"/>
                <p:cNvSpPr/>
                <p:nvPr/>
              </p:nvSpPr>
              <p:spPr>
                <a:xfrm>
                  <a:off x="3181295" y="1170766"/>
                  <a:ext cx="78021" cy="45048"/>
                </a:xfrm>
                <a:custGeom>
                  <a:avLst/>
                  <a:gdLst/>
                  <a:ahLst/>
                  <a:cxnLst>
                    <a:cxn ang="0">
                      <a:pos x="wd2" y="hd2"/>
                    </a:cxn>
                    <a:cxn ang="5400000">
                      <a:pos x="wd2" y="hd2"/>
                    </a:cxn>
                    <a:cxn ang="10800000">
                      <a:pos x="wd2" y="hd2"/>
                    </a:cxn>
                    <a:cxn ang="16200000">
                      <a:pos x="wd2" y="hd2"/>
                    </a:cxn>
                  </a:cxnLst>
                  <a:rect l="0" t="0" r="r" b="b"/>
                  <a:pathLst>
                    <a:path w="21281" h="21600" fill="norm" stroke="1" extrusionOk="0">
                      <a:moveTo>
                        <a:pt x="9093" y="0"/>
                      </a:moveTo>
                      <a:cubicBezTo>
                        <a:pt x="8730" y="0"/>
                        <a:pt x="8372" y="177"/>
                        <a:pt x="8049" y="514"/>
                      </a:cubicBezTo>
                      <a:lnTo>
                        <a:pt x="466" y="8199"/>
                      </a:lnTo>
                      <a:cubicBezTo>
                        <a:pt x="-93" y="8757"/>
                        <a:pt x="-169" y="9661"/>
                        <a:pt x="345" y="10149"/>
                      </a:cubicBezTo>
                      <a:lnTo>
                        <a:pt x="11307" y="21245"/>
                      </a:lnTo>
                      <a:cubicBezTo>
                        <a:pt x="11584" y="21476"/>
                        <a:pt x="11892" y="21600"/>
                        <a:pt x="12199" y="21600"/>
                      </a:cubicBezTo>
                      <a:cubicBezTo>
                        <a:pt x="12552" y="21600"/>
                        <a:pt x="12915" y="21440"/>
                        <a:pt x="13253" y="21113"/>
                      </a:cubicBezTo>
                      <a:lnTo>
                        <a:pt x="20796" y="13428"/>
                      </a:lnTo>
                      <a:cubicBezTo>
                        <a:pt x="21391" y="12870"/>
                        <a:pt x="21431" y="11966"/>
                        <a:pt x="20957" y="11478"/>
                      </a:cubicBezTo>
                      <a:lnTo>
                        <a:pt x="9996" y="372"/>
                      </a:lnTo>
                      <a:cubicBezTo>
                        <a:pt x="9703" y="124"/>
                        <a:pt x="9401" y="0"/>
                        <a:pt x="909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3" name="Google Shape;263;p26"/>
                <p:cNvSpPr/>
                <p:nvPr/>
              </p:nvSpPr>
              <p:spPr>
                <a:xfrm>
                  <a:off x="3239966" y="1204649"/>
                  <a:ext cx="78019" cy="45030"/>
                </a:xfrm>
                <a:custGeom>
                  <a:avLst/>
                  <a:gdLst/>
                  <a:ahLst/>
                  <a:cxnLst>
                    <a:cxn ang="0">
                      <a:pos x="wd2" y="hd2"/>
                    </a:cxn>
                    <a:cxn ang="5400000">
                      <a:pos x="wd2" y="hd2"/>
                    </a:cxn>
                    <a:cxn ang="10800000">
                      <a:pos x="wd2" y="hd2"/>
                    </a:cxn>
                    <a:cxn ang="16200000">
                      <a:pos x="wd2" y="hd2"/>
                    </a:cxn>
                  </a:cxnLst>
                  <a:rect l="0" t="0" r="r" b="b"/>
                  <a:pathLst>
                    <a:path w="21280" h="21600" fill="norm" stroke="1" extrusionOk="0">
                      <a:moveTo>
                        <a:pt x="9108" y="0"/>
                      </a:moveTo>
                      <a:cubicBezTo>
                        <a:pt x="8740" y="0"/>
                        <a:pt x="8377" y="160"/>
                        <a:pt x="8049" y="461"/>
                      </a:cubicBezTo>
                      <a:lnTo>
                        <a:pt x="466" y="8149"/>
                      </a:lnTo>
                      <a:cubicBezTo>
                        <a:pt x="-93" y="8778"/>
                        <a:pt x="-169" y="9612"/>
                        <a:pt x="345" y="10170"/>
                      </a:cubicBezTo>
                      <a:lnTo>
                        <a:pt x="11307" y="21272"/>
                      </a:lnTo>
                      <a:cubicBezTo>
                        <a:pt x="11574" y="21494"/>
                        <a:pt x="11866" y="21600"/>
                        <a:pt x="12164" y="21600"/>
                      </a:cubicBezTo>
                      <a:cubicBezTo>
                        <a:pt x="12527" y="21600"/>
                        <a:pt x="12900" y="21440"/>
                        <a:pt x="13253" y="21139"/>
                      </a:cubicBezTo>
                      <a:lnTo>
                        <a:pt x="20796" y="13451"/>
                      </a:lnTo>
                      <a:cubicBezTo>
                        <a:pt x="21391" y="12893"/>
                        <a:pt x="21431" y="11988"/>
                        <a:pt x="20952" y="11500"/>
                      </a:cubicBezTo>
                      <a:lnTo>
                        <a:pt x="9996" y="328"/>
                      </a:lnTo>
                      <a:cubicBezTo>
                        <a:pt x="9708" y="106"/>
                        <a:pt x="9406" y="0"/>
                        <a:pt x="9108"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4" name="Google Shape;264;p26"/>
                <p:cNvSpPr/>
                <p:nvPr/>
              </p:nvSpPr>
              <p:spPr>
                <a:xfrm>
                  <a:off x="3298554" y="1238513"/>
                  <a:ext cx="78079" cy="45067"/>
                </a:xfrm>
                <a:custGeom>
                  <a:avLst/>
                  <a:gdLst/>
                  <a:ahLst/>
                  <a:cxnLst>
                    <a:cxn ang="0">
                      <a:pos x="wd2" y="hd2"/>
                    </a:cxn>
                    <a:cxn ang="5400000">
                      <a:pos x="wd2" y="hd2"/>
                    </a:cxn>
                    <a:cxn ang="10800000">
                      <a:pos x="wd2" y="hd2"/>
                    </a:cxn>
                    <a:cxn ang="16200000">
                      <a:pos x="wd2" y="hd2"/>
                    </a:cxn>
                  </a:cxnLst>
                  <a:rect l="0" t="0" r="r" b="b"/>
                  <a:pathLst>
                    <a:path w="21292" h="21600" fill="norm" stroke="1" extrusionOk="0">
                      <a:moveTo>
                        <a:pt x="9089" y="0"/>
                      </a:moveTo>
                      <a:cubicBezTo>
                        <a:pt x="8736" y="0"/>
                        <a:pt x="8383" y="159"/>
                        <a:pt x="8071" y="487"/>
                      </a:cubicBezTo>
                      <a:lnTo>
                        <a:pt x="484" y="8169"/>
                      </a:lnTo>
                      <a:cubicBezTo>
                        <a:pt x="-111" y="8727"/>
                        <a:pt x="-151" y="9631"/>
                        <a:pt x="328" y="10118"/>
                      </a:cubicBezTo>
                      <a:lnTo>
                        <a:pt x="11287" y="21281"/>
                      </a:lnTo>
                      <a:cubicBezTo>
                        <a:pt x="11564" y="21494"/>
                        <a:pt x="11856" y="21600"/>
                        <a:pt x="12149" y="21600"/>
                      </a:cubicBezTo>
                      <a:cubicBezTo>
                        <a:pt x="12522" y="21600"/>
                        <a:pt x="12895" y="21432"/>
                        <a:pt x="13232" y="21077"/>
                      </a:cubicBezTo>
                      <a:lnTo>
                        <a:pt x="20814" y="13396"/>
                      </a:lnTo>
                      <a:cubicBezTo>
                        <a:pt x="21409" y="12838"/>
                        <a:pt x="21449" y="11934"/>
                        <a:pt x="20930" y="11447"/>
                      </a:cubicBezTo>
                      <a:lnTo>
                        <a:pt x="10016" y="354"/>
                      </a:lnTo>
                      <a:cubicBezTo>
                        <a:pt x="9719" y="124"/>
                        <a:pt x="9401" y="0"/>
                        <a:pt x="908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5" name="Google Shape;265;p26"/>
                <p:cNvSpPr/>
                <p:nvPr/>
              </p:nvSpPr>
              <p:spPr>
                <a:xfrm>
                  <a:off x="3357226" y="1272341"/>
                  <a:ext cx="78027" cy="45086"/>
                </a:xfrm>
                <a:custGeom>
                  <a:avLst/>
                  <a:gdLst/>
                  <a:ahLst/>
                  <a:cxnLst>
                    <a:cxn ang="0">
                      <a:pos x="wd2" y="hd2"/>
                    </a:cxn>
                    <a:cxn ang="5400000">
                      <a:pos x="wd2" y="hd2"/>
                    </a:cxn>
                    <a:cxn ang="10800000">
                      <a:pos x="wd2" y="hd2"/>
                    </a:cxn>
                    <a:cxn ang="16200000">
                      <a:pos x="wd2" y="hd2"/>
                    </a:cxn>
                  </a:cxnLst>
                  <a:rect l="0" t="0" r="r" b="b"/>
                  <a:pathLst>
                    <a:path w="21278" h="21600" fill="norm" stroke="1" extrusionOk="0">
                      <a:moveTo>
                        <a:pt x="9124" y="0"/>
                      </a:moveTo>
                      <a:cubicBezTo>
                        <a:pt x="8751" y="0"/>
                        <a:pt x="8378" y="159"/>
                        <a:pt x="8030" y="469"/>
                      </a:cubicBezTo>
                      <a:lnTo>
                        <a:pt x="484" y="8139"/>
                      </a:lnTo>
                      <a:cubicBezTo>
                        <a:pt x="-111" y="8768"/>
                        <a:pt x="-151" y="9671"/>
                        <a:pt x="328" y="10158"/>
                      </a:cubicBezTo>
                      <a:lnTo>
                        <a:pt x="11282" y="21246"/>
                      </a:lnTo>
                      <a:cubicBezTo>
                        <a:pt x="11584" y="21476"/>
                        <a:pt x="11897" y="21600"/>
                        <a:pt x="12209" y="21600"/>
                      </a:cubicBezTo>
                      <a:cubicBezTo>
                        <a:pt x="12562" y="21600"/>
                        <a:pt x="12915" y="21441"/>
                        <a:pt x="13227" y="21113"/>
                      </a:cubicBezTo>
                      <a:lnTo>
                        <a:pt x="20814" y="13435"/>
                      </a:lnTo>
                      <a:cubicBezTo>
                        <a:pt x="21368" y="12877"/>
                        <a:pt x="21449" y="11973"/>
                        <a:pt x="20930" y="11486"/>
                      </a:cubicBezTo>
                      <a:lnTo>
                        <a:pt x="10011" y="328"/>
                      </a:lnTo>
                      <a:cubicBezTo>
                        <a:pt x="9729" y="106"/>
                        <a:pt x="9427" y="0"/>
                        <a:pt x="912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6" name="Google Shape;266;p26"/>
                <p:cNvSpPr/>
                <p:nvPr/>
              </p:nvSpPr>
              <p:spPr>
                <a:xfrm>
                  <a:off x="3415897" y="1306261"/>
                  <a:ext cx="78019" cy="45030"/>
                </a:xfrm>
                <a:custGeom>
                  <a:avLst/>
                  <a:gdLst/>
                  <a:ahLst/>
                  <a:cxnLst>
                    <a:cxn ang="0">
                      <a:pos x="wd2" y="hd2"/>
                    </a:cxn>
                    <a:cxn ang="5400000">
                      <a:pos x="wd2" y="hd2"/>
                    </a:cxn>
                    <a:cxn ang="10800000">
                      <a:pos x="wd2" y="hd2"/>
                    </a:cxn>
                    <a:cxn ang="16200000">
                      <a:pos x="wd2" y="hd2"/>
                    </a:cxn>
                  </a:cxnLst>
                  <a:rect l="0" t="0" r="r" b="b"/>
                  <a:pathLst>
                    <a:path w="21280" h="21600" fill="norm" stroke="1" extrusionOk="0">
                      <a:moveTo>
                        <a:pt x="9106" y="0"/>
                      </a:moveTo>
                      <a:cubicBezTo>
                        <a:pt x="8733" y="0"/>
                        <a:pt x="8355" y="160"/>
                        <a:pt x="8032" y="470"/>
                      </a:cubicBezTo>
                      <a:lnTo>
                        <a:pt x="484" y="8149"/>
                      </a:lnTo>
                      <a:cubicBezTo>
                        <a:pt x="-111" y="8707"/>
                        <a:pt x="-151" y="9612"/>
                        <a:pt x="328" y="10100"/>
                      </a:cubicBezTo>
                      <a:lnTo>
                        <a:pt x="11284" y="21272"/>
                      </a:lnTo>
                      <a:cubicBezTo>
                        <a:pt x="11572" y="21494"/>
                        <a:pt x="11874" y="21600"/>
                        <a:pt x="12177" y="21600"/>
                      </a:cubicBezTo>
                      <a:cubicBezTo>
                        <a:pt x="12540" y="21600"/>
                        <a:pt x="12903" y="21440"/>
                        <a:pt x="13231" y="21139"/>
                      </a:cubicBezTo>
                      <a:lnTo>
                        <a:pt x="20814" y="13451"/>
                      </a:lnTo>
                      <a:cubicBezTo>
                        <a:pt x="21373" y="12822"/>
                        <a:pt x="21449" y="11988"/>
                        <a:pt x="20935" y="11430"/>
                      </a:cubicBezTo>
                      <a:lnTo>
                        <a:pt x="9973" y="328"/>
                      </a:lnTo>
                      <a:cubicBezTo>
                        <a:pt x="9706" y="106"/>
                        <a:pt x="9409" y="0"/>
                        <a:pt x="910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7" name="Google Shape;267;p26"/>
                <p:cNvSpPr/>
                <p:nvPr/>
              </p:nvSpPr>
              <p:spPr>
                <a:xfrm>
                  <a:off x="3474568" y="1340070"/>
                  <a:ext cx="78019" cy="45049"/>
                </a:xfrm>
                <a:custGeom>
                  <a:avLst/>
                  <a:gdLst/>
                  <a:ahLst/>
                  <a:cxnLst>
                    <a:cxn ang="0">
                      <a:pos x="wd2" y="hd2"/>
                    </a:cxn>
                    <a:cxn ang="5400000">
                      <a:pos x="wd2" y="hd2"/>
                    </a:cxn>
                    <a:cxn ang="10800000">
                      <a:pos x="wd2" y="hd2"/>
                    </a:cxn>
                    <a:cxn ang="16200000">
                      <a:pos x="wd2" y="hd2"/>
                    </a:cxn>
                  </a:cxnLst>
                  <a:rect l="0" t="0" r="r" b="b"/>
                  <a:pathLst>
                    <a:path w="21280" h="21600" fill="norm" stroke="1" extrusionOk="0">
                      <a:moveTo>
                        <a:pt x="9076" y="0"/>
                      </a:moveTo>
                      <a:cubicBezTo>
                        <a:pt x="8713" y="0"/>
                        <a:pt x="8355" y="177"/>
                        <a:pt x="8027" y="523"/>
                      </a:cubicBezTo>
                      <a:lnTo>
                        <a:pt x="484" y="8199"/>
                      </a:lnTo>
                      <a:cubicBezTo>
                        <a:pt x="-111" y="8757"/>
                        <a:pt x="-151" y="9661"/>
                        <a:pt x="328" y="10149"/>
                      </a:cubicBezTo>
                      <a:lnTo>
                        <a:pt x="11284" y="21254"/>
                      </a:lnTo>
                      <a:cubicBezTo>
                        <a:pt x="11582" y="21476"/>
                        <a:pt x="11899" y="21600"/>
                        <a:pt x="12212" y="21600"/>
                      </a:cubicBezTo>
                      <a:cubicBezTo>
                        <a:pt x="12565" y="21600"/>
                        <a:pt x="12913" y="21440"/>
                        <a:pt x="13231" y="21113"/>
                      </a:cubicBezTo>
                      <a:lnTo>
                        <a:pt x="20814" y="13437"/>
                      </a:lnTo>
                      <a:cubicBezTo>
                        <a:pt x="21373" y="12878"/>
                        <a:pt x="21449" y="11966"/>
                        <a:pt x="20935" y="11478"/>
                      </a:cubicBezTo>
                      <a:lnTo>
                        <a:pt x="9973" y="381"/>
                      </a:lnTo>
                      <a:cubicBezTo>
                        <a:pt x="9686" y="124"/>
                        <a:pt x="9378" y="0"/>
                        <a:pt x="907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8" name="Google Shape;268;p26"/>
                <p:cNvSpPr/>
                <p:nvPr/>
              </p:nvSpPr>
              <p:spPr>
                <a:xfrm>
                  <a:off x="3533163" y="1373897"/>
                  <a:ext cx="78076" cy="45086"/>
                </a:xfrm>
                <a:custGeom>
                  <a:avLst/>
                  <a:gdLst/>
                  <a:ahLst/>
                  <a:cxnLst>
                    <a:cxn ang="0">
                      <a:pos x="wd2" y="hd2"/>
                    </a:cxn>
                    <a:cxn ang="5400000">
                      <a:pos x="wd2" y="hd2"/>
                    </a:cxn>
                    <a:cxn ang="10800000">
                      <a:pos x="wd2" y="hd2"/>
                    </a:cxn>
                    <a:cxn ang="16200000">
                      <a:pos x="wd2" y="hd2"/>
                    </a:cxn>
                  </a:cxnLst>
                  <a:rect l="0" t="0" r="r" b="b"/>
                  <a:pathLst>
                    <a:path w="21256" h="21600" fill="norm" stroke="1" extrusionOk="0">
                      <a:moveTo>
                        <a:pt x="9055" y="0"/>
                      </a:moveTo>
                      <a:cubicBezTo>
                        <a:pt x="8697" y="0"/>
                        <a:pt x="8350" y="159"/>
                        <a:pt x="8033" y="496"/>
                      </a:cubicBezTo>
                      <a:lnTo>
                        <a:pt x="464" y="8165"/>
                      </a:lnTo>
                      <a:cubicBezTo>
                        <a:pt x="-89" y="8723"/>
                        <a:pt x="-170" y="9627"/>
                        <a:pt x="343" y="10114"/>
                      </a:cubicBezTo>
                      <a:lnTo>
                        <a:pt x="11284" y="21281"/>
                      </a:lnTo>
                      <a:cubicBezTo>
                        <a:pt x="11571" y="21494"/>
                        <a:pt x="11873" y="21600"/>
                        <a:pt x="12170" y="21600"/>
                      </a:cubicBezTo>
                      <a:cubicBezTo>
                        <a:pt x="12537" y="21600"/>
                        <a:pt x="12900" y="21441"/>
                        <a:pt x="13227" y="21139"/>
                      </a:cubicBezTo>
                      <a:lnTo>
                        <a:pt x="20756" y="13399"/>
                      </a:lnTo>
                      <a:cubicBezTo>
                        <a:pt x="21349" y="12841"/>
                        <a:pt x="21430" y="11929"/>
                        <a:pt x="20917" y="11442"/>
                      </a:cubicBezTo>
                      <a:lnTo>
                        <a:pt x="9976" y="354"/>
                      </a:lnTo>
                      <a:cubicBezTo>
                        <a:pt x="9679" y="124"/>
                        <a:pt x="9367" y="0"/>
                        <a:pt x="905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49" name="Google Shape;269;p26"/>
                <p:cNvSpPr/>
                <p:nvPr/>
              </p:nvSpPr>
              <p:spPr>
                <a:xfrm>
                  <a:off x="3444613" y="1491295"/>
                  <a:ext cx="85872" cy="49541"/>
                </a:xfrm>
                <a:custGeom>
                  <a:avLst/>
                  <a:gdLst/>
                  <a:ahLst/>
                  <a:cxnLst>
                    <a:cxn ang="0">
                      <a:pos x="wd2" y="hd2"/>
                    </a:cxn>
                    <a:cxn ang="5400000">
                      <a:pos x="wd2" y="hd2"/>
                    </a:cxn>
                    <a:cxn ang="10800000">
                      <a:pos x="wd2" y="hd2"/>
                    </a:cxn>
                    <a:cxn ang="16200000">
                      <a:pos x="wd2" y="hd2"/>
                    </a:cxn>
                  </a:cxnLst>
                  <a:rect l="0" t="0" r="r" b="b"/>
                  <a:pathLst>
                    <a:path w="21309" h="21600" fill="norm" stroke="1" extrusionOk="0">
                      <a:moveTo>
                        <a:pt x="8305" y="0"/>
                      </a:moveTo>
                      <a:cubicBezTo>
                        <a:pt x="7993" y="0"/>
                        <a:pt x="7681" y="145"/>
                        <a:pt x="7406" y="419"/>
                      </a:cubicBezTo>
                      <a:lnTo>
                        <a:pt x="397" y="7471"/>
                      </a:lnTo>
                      <a:cubicBezTo>
                        <a:pt x="-75" y="8036"/>
                        <a:pt x="-144" y="8801"/>
                        <a:pt x="287" y="9180"/>
                      </a:cubicBezTo>
                      <a:lnTo>
                        <a:pt x="12245" y="21302"/>
                      </a:lnTo>
                      <a:cubicBezTo>
                        <a:pt x="12475" y="21503"/>
                        <a:pt x="12732" y="21600"/>
                        <a:pt x="12988" y="21600"/>
                      </a:cubicBezTo>
                      <a:cubicBezTo>
                        <a:pt x="13305" y="21600"/>
                        <a:pt x="13631" y="21455"/>
                        <a:pt x="13906" y="21181"/>
                      </a:cubicBezTo>
                      <a:lnTo>
                        <a:pt x="20878" y="14072"/>
                      </a:lnTo>
                      <a:cubicBezTo>
                        <a:pt x="21387" y="13564"/>
                        <a:pt x="21456" y="12799"/>
                        <a:pt x="21025" y="12420"/>
                      </a:cubicBezTo>
                      <a:lnTo>
                        <a:pt x="9067" y="298"/>
                      </a:lnTo>
                      <a:cubicBezTo>
                        <a:pt x="8824" y="97"/>
                        <a:pt x="8562" y="0"/>
                        <a:pt x="830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50" name="Google Shape;270;p26"/>
                <p:cNvSpPr/>
                <p:nvPr/>
              </p:nvSpPr>
              <p:spPr>
                <a:xfrm>
                  <a:off x="3381239" y="1454751"/>
                  <a:ext cx="85917" cy="49559"/>
                </a:xfrm>
                <a:custGeom>
                  <a:avLst/>
                  <a:gdLst/>
                  <a:ahLst/>
                  <a:cxnLst>
                    <a:cxn ang="0">
                      <a:pos x="wd2" y="hd2"/>
                    </a:cxn>
                    <a:cxn ang="5400000">
                      <a:pos x="wd2" y="hd2"/>
                    </a:cxn>
                    <a:cxn ang="10800000">
                      <a:pos x="wd2" y="hd2"/>
                    </a:cxn>
                    <a:cxn ang="16200000">
                      <a:pos x="wd2" y="hd2"/>
                    </a:cxn>
                  </a:cxnLst>
                  <a:rect l="0" t="0" r="r" b="b"/>
                  <a:pathLst>
                    <a:path w="21320" h="21600" fill="norm" stroke="1" extrusionOk="0">
                      <a:moveTo>
                        <a:pt x="8321" y="0"/>
                      </a:moveTo>
                      <a:cubicBezTo>
                        <a:pt x="8004" y="0"/>
                        <a:pt x="7692" y="145"/>
                        <a:pt x="7417" y="427"/>
                      </a:cubicBezTo>
                      <a:lnTo>
                        <a:pt x="408" y="7469"/>
                      </a:lnTo>
                      <a:cubicBezTo>
                        <a:pt x="-96" y="7976"/>
                        <a:pt x="-133" y="8733"/>
                        <a:pt x="298" y="9177"/>
                      </a:cubicBezTo>
                      <a:lnTo>
                        <a:pt x="12256" y="21302"/>
                      </a:lnTo>
                      <a:cubicBezTo>
                        <a:pt x="12486" y="21495"/>
                        <a:pt x="12743" y="21600"/>
                        <a:pt x="12999" y="21600"/>
                      </a:cubicBezTo>
                      <a:cubicBezTo>
                        <a:pt x="13321" y="21600"/>
                        <a:pt x="13642" y="21455"/>
                        <a:pt x="13917" y="21173"/>
                      </a:cubicBezTo>
                      <a:lnTo>
                        <a:pt x="20889" y="14067"/>
                      </a:lnTo>
                      <a:cubicBezTo>
                        <a:pt x="21398" y="13559"/>
                        <a:pt x="21467" y="12794"/>
                        <a:pt x="21036" y="12415"/>
                      </a:cubicBezTo>
                      <a:lnTo>
                        <a:pt x="9078" y="298"/>
                      </a:lnTo>
                      <a:cubicBezTo>
                        <a:pt x="8835" y="97"/>
                        <a:pt x="8578" y="0"/>
                        <a:pt x="832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51" name="Google Shape;271;p26"/>
                <p:cNvSpPr/>
                <p:nvPr/>
              </p:nvSpPr>
              <p:spPr>
                <a:xfrm>
                  <a:off x="3317828" y="1418132"/>
                  <a:ext cx="85921" cy="49578"/>
                </a:xfrm>
                <a:custGeom>
                  <a:avLst/>
                  <a:gdLst/>
                  <a:ahLst/>
                  <a:cxnLst>
                    <a:cxn ang="0">
                      <a:pos x="wd2" y="hd2"/>
                    </a:cxn>
                    <a:cxn ang="5400000">
                      <a:pos x="wd2" y="hd2"/>
                    </a:cxn>
                    <a:cxn ang="10800000">
                      <a:pos x="wd2" y="hd2"/>
                    </a:cxn>
                    <a:cxn ang="16200000">
                      <a:pos x="wd2" y="hd2"/>
                    </a:cxn>
                  </a:cxnLst>
                  <a:rect l="0" t="0" r="r" b="b"/>
                  <a:pathLst>
                    <a:path w="21316" h="21600" fill="norm" stroke="1" extrusionOk="0">
                      <a:moveTo>
                        <a:pt x="8297" y="0"/>
                      </a:moveTo>
                      <a:cubicBezTo>
                        <a:pt x="7981" y="0"/>
                        <a:pt x="7669" y="121"/>
                        <a:pt x="7399" y="395"/>
                      </a:cubicBezTo>
                      <a:lnTo>
                        <a:pt x="428" y="7498"/>
                      </a:lnTo>
                      <a:cubicBezTo>
                        <a:pt x="-77" y="8005"/>
                        <a:pt x="-150" y="8770"/>
                        <a:pt x="286" y="9213"/>
                      </a:cubicBezTo>
                      <a:lnTo>
                        <a:pt x="12237" y="21326"/>
                      </a:lnTo>
                      <a:cubicBezTo>
                        <a:pt x="12489" y="21503"/>
                        <a:pt x="12755" y="21600"/>
                        <a:pt x="13021" y="21600"/>
                      </a:cubicBezTo>
                      <a:cubicBezTo>
                        <a:pt x="13328" y="21600"/>
                        <a:pt x="13631" y="21471"/>
                        <a:pt x="13901" y="21197"/>
                      </a:cubicBezTo>
                      <a:lnTo>
                        <a:pt x="20904" y="14094"/>
                      </a:lnTo>
                      <a:cubicBezTo>
                        <a:pt x="21413" y="13587"/>
                        <a:pt x="21450" y="12830"/>
                        <a:pt x="21014" y="12379"/>
                      </a:cubicBezTo>
                      <a:lnTo>
                        <a:pt x="9095" y="266"/>
                      </a:lnTo>
                      <a:cubicBezTo>
                        <a:pt x="8843" y="89"/>
                        <a:pt x="8568" y="0"/>
                        <a:pt x="829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52" name="Google Shape;272;p26"/>
                <p:cNvSpPr/>
                <p:nvPr/>
              </p:nvSpPr>
              <p:spPr>
                <a:xfrm>
                  <a:off x="2923680" y="1190526"/>
                  <a:ext cx="416691" cy="240546"/>
                </a:xfrm>
                <a:custGeom>
                  <a:avLst/>
                  <a:gdLst/>
                  <a:ahLst/>
                  <a:cxnLst>
                    <a:cxn ang="0">
                      <a:pos x="wd2" y="hd2"/>
                    </a:cxn>
                    <a:cxn ang="5400000">
                      <a:pos x="wd2" y="hd2"/>
                    </a:cxn>
                    <a:cxn ang="10800000">
                      <a:pos x="wd2" y="hd2"/>
                    </a:cxn>
                    <a:cxn ang="16200000">
                      <a:pos x="wd2" y="hd2"/>
                    </a:cxn>
                  </a:cxnLst>
                  <a:rect l="0" t="0" r="r" b="b"/>
                  <a:pathLst>
                    <a:path w="21542" h="21600" fill="norm" stroke="1" extrusionOk="0">
                      <a:moveTo>
                        <a:pt x="1733" y="0"/>
                      </a:moveTo>
                      <a:cubicBezTo>
                        <a:pt x="1667" y="0"/>
                        <a:pt x="1602" y="30"/>
                        <a:pt x="1545" y="86"/>
                      </a:cubicBezTo>
                      <a:lnTo>
                        <a:pt x="85" y="1550"/>
                      </a:lnTo>
                      <a:cubicBezTo>
                        <a:pt x="-20" y="1655"/>
                        <a:pt x="-28" y="1813"/>
                        <a:pt x="62" y="1904"/>
                      </a:cubicBezTo>
                      <a:lnTo>
                        <a:pt x="19652" y="21539"/>
                      </a:lnTo>
                      <a:cubicBezTo>
                        <a:pt x="19700" y="21580"/>
                        <a:pt x="19752" y="21600"/>
                        <a:pt x="19805" y="21600"/>
                      </a:cubicBezTo>
                      <a:cubicBezTo>
                        <a:pt x="19870" y="21600"/>
                        <a:pt x="19937" y="21570"/>
                        <a:pt x="19999" y="21514"/>
                      </a:cubicBezTo>
                      <a:lnTo>
                        <a:pt x="21459" y="20061"/>
                      </a:lnTo>
                      <a:cubicBezTo>
                        <a:pt x="21557" y="19957"/>
                        <a:pt x="21572" y="19801"/>
                        <a:pt x="21481" y="19709"/>
                      </a:cubicBezTo>
                      <a:lnTo>
                        <a:pt x="1891" y="61"/>
                      </a:lnTo>
                      <a:cubicBezTo>
                        <a:pt x="1840" y="20"/>
                        <a:pt x="1787" y="0"/>
                        <a:pt x="173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53" name="Google Shape;273;p26"/>
                <p:cNvSpPr/>
                <p:nvPr/>
              </p:nvSpPr>
              <p:spPr>
                <a:xfrm>
                  <a:off x="3225225" y="885930"/>
                  <a:ext cx="500057" cy="288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06" y="0"/>
                      </a:moveTo>
                      <a:cubicBezTo>
                        <a:pt x="5354" y="0"/>
                        <a:pt x="5089" y="108"/>
                        <a:pt x="4879" y="315"/>
                      </a:cubicBezTo>
                      <a:lnTo>
                        <a:pt x="440" y="4759"/>
                      </a:lnTo>
                      <a:lnTo>
                        <a:pt x="0" y="4585"/>
                      </a:lnTo>
                      <a:lnTo>
                        <a:pt x="0" y="5610"/>
                      </a:lnTo>
                      <a:cubicBezTo>
                        <a:pt x="0" y="5816"/>
                        <a:pt x="75" y="6012"/>
                        <a:pt x="220" y="6164"/>
                      </a:cubicBezTo>
                      <a:lnTo>
                        <a:pt x="15431" y="21380"/>
                      </a:lnTo>
                      <a:cubicBezTo>
                        <a:pt x="15579" y="21528"/>
                        <a:pt x="15777" y="21600"/>
                        <a:pt x="15985" y="21600"/>
                      </a:cubicBezTo>
                      <a:cubicBezTo>
                        <a:pt x="16240" y="21600"/>
                        <a:pt x="16510" y="21492"/>
                        <a:pt x="16721" y="21282"/>
                      </a:cubicBezTo>
                      <a:lnTo>
                        <a:pt x="21286" y="16719"/>
                      </a:lnTo>
                      <a:cubicBezTo>
                        <a:pt x="21493" y="16512"/>
                        <a:pt x="21600" y="16239"/>
                        <a:pt x="21600" y="15989"/>
                      </a:cubicBezTo>
                      <a:lnTo>
                        <a:pt x="21600" y="14966"/>
                      </a:lnTo>
                      <a:lnTo>
                        <a:pt x="20915" y="14966"/>
                      </a:lnTo>
                      <a:lnTo>
                        <a:pt x="6169" y="228"/>
                      </a:lnTo>
                      <a:cubicBezTo>
                        <a:pt x="6017" y="75"/>
                        <a:pt x="5816" y="0"/>
                        <a:pt x="5606"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154" name="Google Shape;274;p26"/>
                <p:cNvSpPr/>
                <p:nvPr/>
              </p:nvSpPr>
              <p:spPr>
                <a:xfrm>
                  <a:off x="3225225" y="872251"/>
                  <a:ext cx="500057" cy="2887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06" y="0"/>
                      </a:moveTo>
                      <a:cubicBezTo>
                        <a:pt x="5354" y="0"/>
                        <a:pt x="5089" y="106"/>
                        <a:pt x="4879" y="315"/>
                      </a:cubicBezTo>
                      <a:lnTo>
                        <a:pt x="314" y="4878"/>
                      </a:lnTo>
                      <a:cubicBezTo>
                        <a:pt x="107" y="5095"/>
                        <a:pt x="0" y="5357"/>
                        <a:pt x="0" y="5607"/>
                      </a:cubicBezTo>
                      <a:cubicBezTo>
                        <a:pt x="0" y="5826"/>
                        <a:pt x="75" y="6021"/>
                        <a:pt x="226" y="6174"/>
                      </a:cubicBezTo>
                      <a:lnTo>
                        <a:pt x="15431" y="21376"/>
                      </a:lnTo>
                      <a:cubicBezTo>
                        <a:pt x="15581" y="21525"/>
                        <a:pt x="15783" y="21600"/>
                        <a:pt x="15996" y="21600"/>
                      </a:cubicBezTo>
                      <a:cubicBezTo>
                        <a:pt x="16247" y="21600"/>
                        <a:pt x="16512" y="21496"/>
                        <a:pt x="16721" y="21289"/>
                      </a:cubicBezTo>
                      <a:lnTo>
                        <a:pt x="21286" y="16715"/>
                      </a:lnTo>
                      <a:cubicBezTo>
                        <a:pt x="21493" y="16509"/>
                        <a:pt x="21600" y="16247"/>
                        <a:pt x="21600" y="15986"/>
                      </a:cubicBezTo>
                      <a:cubicBezTo>
                        <a:pt x="21600" y="15779"/>
                        <a:pt x="21525" y="15582"/>
                        <a:pt x="21374" y="15430"/>
                      </a:cubicBezTo>
                      <a:lnTo>
                        <a:pt x="6169" y="228"/>
                      </a:lnTo>
                      <a:cubicBezTo>
                        <a:pt x="6017" y="75"/>
                        <a:pt x="5816" y="0"/>
                        <a:pt x="560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55" name="Google Shape;275;p26"/>
                <p:cNvSpPr/>
                <p:nvPr/>
              </p:nvSpPr>
              <p:spPr>
                <a:xfrm>
                  <a:off x="3351736" y="823321"/>
                  <a:ext cx="247183" cy="2647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550"/>
                      </a:lnTo>
                      <a:cubicBezTo>
                        <a:pt x="0" y="10608"/>
                        <a:pt x="37" y="10667"/>
                        <a:pt x="102" y="10691"/>
                      </a:cubicBezTo>
                      <a:lnTo>
                        <a:pt x="20227" y="21549"/>
                      </a:lnTo>
                      <a:cubicBezTo>
                        <a:pt x="20316" y="21582"/>
                        <a:pt x="20410" y="21600"/>
                        <a:pt x="20502" y="21600"/>
                      </a:cubicBezTo>
                      <a:cubicBezTo>
                        <a:pt x="20610" y="21600"/>
                        <a:pt x="20716" y="21576"/>
                        <a:pt x="20812" y="21526"/>
                      </a:cubicBezTo>
                      <a:lnTo>
                        <a:pt x="21461" y="21169"/>
                      </a:lnTo>
                      <a:cubicBezTo>
                        <a:pt x="21537" y="21146"/>
                        <a:pt x="21587" y="21074"/>
                        <a:pt x="21600" y="20991"/>
                      </a:cubicBezTo>
                      <a:lnTo>
                        <a:pt x="21600" y="10443"/>
                      </a:lnTo>
                      <a:lnTo>
                        <a:pt x="18662" y="9824"/>
                      </a:lnTo>
                      <a:lnTo>
                        <a:pt x="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156" name="Google Shape;276;p26"/>
                <p:cNvSpPr/>
                <p:nvPr/>
              </p:nvSpPr>
              <p:spPr>
                <a:xfrm>
                  <a:off x="3351600" y="815946"/>
                  <a:ext cx="247319" cy="142668"/>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1102" y="0"/>
                      </a:moveTo>
                      <a:cubicBezTo>
                        <a:pt x="991" y="0"/>
                        <a:pt x="883" y="50"/>
                        <a:pt x="784" y="148"/>
                      </a:cubicBezTo>
                      <a:lnTo>
                        <a:pt x="150" y="786"/>
                      </a:lnTo>
                      <a:cubicBezTo>
                        <a:pt x="-27" y="963"/>
                        <a:pt x="-53" y="1226"/>
                        <a:pt x="100" y="1383"/>
                      </a:cubicBezTo>
                      <a:lnTo>
                        <a:pt x="20178" y="21505"/>
                      </a:lnTo>
                      <a:cubicBezTo>
                        <a:pt x="20260" y="21566"/>
                        <a:pt x="20350" y="21600"/>
                        <a:pt x="20442" y="21600"/>
                      </a:cubicBezTo>
                      <a:cubicBezTo>
                        <a:pt x="20547" y="21600"/>
                        <a:pt x="20653" y="21555"/>
                        <a:pt x="20748" y="21460"/>
                      </a:cubicBezTo>
                      <a:lnTo>
                        <a:pt x="21396" y="20822"/>
                      </a:lnTo>
                      <a:cubicBezTo>
                        <a:pt x="21471" y="20755"/>
                        <a:pt x="21534" y="20646"/>
                        <a:pt x="21547" y="20492"/>
                      </a:cubicBezTo>
                      <a:cubicBezTo>
                        <a:pt x="21534" y="20380"/>
                        <a:pt x="21497" y="20271"/>
                        <a:pt x="21446" y="20226"/>
                      </a:cubicBezTo>
                      <a:lnTo>
                        <a:pt x="1367" y="104"/>
                      </a:lnTo>
                      <a:cubicBezTo>
                        <a:pt x="1282" y="34"/>
                        <a:pt x="1192" y="0"/>
                        <a:pt x="1102"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157" name="Google Shape;277;p26"/>
                <p:cNvSpPr/>
                <p:nvPr/>
              </p:nvSpPr>
              <p:spPr>
                <a:xfrm>
                  <a:off x="3046161" y="0"/>
                  <a:ext cx="864896" cy="11275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20" y="0"/>
                      </a:moveTo>
                      <a:cubicBezTo>
                        <a:pt x="873" y="0"/>
                        <a:pt x="831" y="9"/>
                        <a:pt x="793" y="27"/>
                      </a:cubicBezTo>
                      <a:lnTo>
                        <a:pt x="0" y="378"/>
                      </a:lnTo>
                      <a:lnTo>
                        <a:pt x="625" y="718"/>
                      </a:lnTo>
                      <a:lnTo>
                        <a:pt x="625" y="11664"/>
                      </a:lnTo>
                      <a:cubicBezTo>
                        <a:pt x="625" y="11937"/>
                        <a:pt x="840" y="12255"/>
                        <a:pt x="1109" y="12372"/>
                      </a:cubicBezTo>
                      <a:lnTo>
                        <a:pt x="20611" y="21009"/>
                      </a:lnTo>
                      <a:lnTo>
                        <a:pt x="20640" y="21600"/>
                      </a:lnTo>
                      <a:lnTo>
                        <a:pt x="21432" y="21249"/>
                      </a:lnTo>
                      <a:cubicBezTo>
                        <a:pt x="21534" y="21204"/>
                        <a:pt x="21600" y="21098"/>
                        <a:pt x="21600" y="20947"/>
                      </a:cubicBezTo>
                      <a:lnTo>
                        <a:pt x="21600" y="9614"/>
                      </a:lnTo>
                      <a:cubicBezTo>
                        <a:pt x="21600" y="9341"/>
                        <a:pt x="21382" y="9023"/>
                        <a:pt x="21116" y="8903"/>
                      </a:cubicBezTo>
                      <a:lnTo>
                        <a:pt x="1109" y="46"/>
                      </a:lnTo>
                      <a:cubicBezTo>
                        <a:pt x="1041" y="15"/>
                        <a:pt x="978" y="0"/>
                        <a:pt x="920"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158" name="Google Shape;278;p26"/>
                <p:cNvSpPr/>
                <p:nvPr/>
              </p:nvSpPr>
              <p:spPr>
                <a:xfrm>
                  <a:off x="3039451" y="18355"/>
                  <a:ext cx="839867" cy="11105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2" y="0"/>
                      </a:moveTo>
                      <a:cubicBezTo>
                        <a:pt x="254" y="0"/>
                        <a:pt x="211" y="9"/>
                        <a:pt x="173" y="27"/>
                      </a:cubicBezTo>
                      <a:cubicBezTo>
                        <a:pt x="68" y="72"/>
                        <a:pt x="0" y="179"/>
                        <a:pt x="0" y="330"/>
                      </a:cubicBezTo>
                      <a:lnTo>
                        <a:pt x="0" y="11839"/>
                      </a:lnTo>
                      <a:cubicBezTo>
                        <a:pt x="0" y="12117"/>
                        <a:pt x="221" y="12442"/>
                        <a:pt x="498" y="12561"/>
                      </a:cubicBezTo>
                      <a:lnTo>
                        <a:pt x="21098" y="21554"/>
                      </a:lnTo>
                      <a:cubicBezTo>
                        <a:pt x="21167" y="21585"/>
                        <a:pt x="21234" y="21600"/>
                        <a:pt x="21295" y="21600"/>
                      </a:cubicBezTo>
                      <a:cubicBezTo>
                        <a:pt x="21343" y="21600"/>
                        <a:pt x="21388" y="21591"/>
                        <a:pt x="21427" y="21573"/>
                      </a:cubicBezTo>
                      <a:cubicBezTo>
                        <a:pt x="21532" y="21528"/>
                        <a:pt x="21600" y="21421"/>
                        <a:pt x="21600" y="21270"/>
                      </a:cubicBezTo>
                      <a:lnTo>
                        <a:pt x="21600" y="9761"/>
                      </a:lnTo>
                      <a:cubicBezTo>
                        <a:pt x="21600" y="9483"/>
                        <a:pt x="21375" y="9160"/>
                        <a:pt x="21098" y="9039"/>
                      </a:cubicBezTo>
                      <a:lnTo>
                        <a:pt x="498" y="46"/>
                      </a:lnTo>
                      <a:cubicBezTo>
                        <a:pt x="429" y="15"/>
                        <a:pt x="362" y="0"/>
                        <a:pt x="30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59" name="Google Shape;279;p26"/>
                <p:cNvSpPr/>
                <p:nvPr/>
              </p:nvSpPr>
              <p:spPr>
                <a:xfrm>
                  <a:off x="3057215" y="43180"/>
                  <a:ext cx="804339" cy="10609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8" y="0"/>
                      </a:moveTo>
                      <a:cubicBezTo>
                        <a:pt x="77" y="0"/>
                        <a:pt x="0" y="78"/>
                        <a:pt x="0" y="210"/>
                      </a:cubicBezTo>
                      <a:lnTo>
                        <a:pt x="0" y="11935"/>
                      </a:lnTo>
                      <a:cubicBezTo>
                        <a:pt x="0" y="12113"/>
                        <a:pt x="141" y="12318"/>
                        <a:pt x="313" y="12395"/>
                      </a:cubicBezTo>
                      <a:lnTo>
                        <a:pt x="21283" y="21571"/>
                      </a:lnTo>
                      <a:cubicBezTo>
                        <a:pt x="21328" y="21591"/>
                        <a:pt x="21372" y="21600"/>
                        <a:pt x="21410" y="21600"/>
                      </a:cubicBezTo>
                      <a:cubicBezTo>
                        <a:pt x="21523" y="21600"/>
                        <a:pt x="21600" y="21522"/>
                        <a:pt x="21600" y="21390"/>
                      </a:cubicBezTo>
                      <a:lnTo>
                        <a:pt x="21600" y="9665"/>
                      </a:lnTo>
                      <a:cubicBezTo>
                        <a:pt x="21600" y="9487"/>
                        <a:pt x="21459" y="9282"/>
                        <a:pt x="21283" y="9205"/>
                      </a:cubicBezTo>
                      <a:lnTo>
                        <a:pt x="313" y="29"/>
                      </a:lnTo>
                      <a:cubicBezTo>
                        <a:pt x="269" y="9"/>
                        <a:pt x="226" y="0"/>
                        <a:pt x="188"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160" name="Google Shape;280;p26"/>
                <p:cNvSpPr/>
                <p:nvPr/>
              </p:nvSpPr>
              <p:spPr>
                <a:xfrm>
                  <a:off x="209153" y="247125"/>
                  <a:ext cx="791833" cy="906377"/>
                </a:xfrm>
                <a:custGeom>
                  <a:avLst/>
                  <a:gdLst/>
                  <a:ahLst/>
                  <a:cxnLst>
                    <a:cxn ang="0">
                      <a:pos x="wd2" y="hd2"/>
                    </a:cxn>
                    <a:cxn ang="5400000">
                      <a:pos x="wd2" y="hd2"/>
                    </a:cxn>
                    <a:cxn ang="10800000">
                      <a:pos x="wd2" y="hd2"/>
                    </a:cxn>
                    <a:cxn ang="16200000">
                      <a:pos x="wd2" y="hd2"/>
                    </a:cxn>
                  </a:cxnLst>
                  <a:rect l="0" t="0" r="r" b="b"/>
                  <a:pathLst>
                    <a:path w="21557" h="21600" fill="norm" stroke="1" extrusionOk="0">
                      <a:moveTo>
                        <a:pt x="18862" y="0"/>
                      </a:moveTo>
                      <a:cubicBezTo>
                        <a:pt x="18802" y="0"/>
                        <a:pt x="18742" y="14"/>
                        <a:pt x="18688" y="41"/>
                      </a:cubicBezTo>
                      <a:lnTo>
                        <a:pt x="172" y="9402"/>
                      </a:lnTo>
                      <a:cubicBezTo>
                        <a:pt x="45" y="9464"/>
                        <a:pt x="-22" y="9589"/>
                        <a:pt x="6" y="9714"/>
                      </a:cubicBezTo>
                      <a:lnTo>
                        <a:pt x="2356" y="21215"/>
                      </a:lnTo>
                      <a:cubicBezTo>
                        <a:pt x="2372" y="21302"/>
                        <a:pt x="2435" y="21378"/>
                        <a:pt x="2522" y="21423"/>
                      </a:cubicBezTo>
                      <a:lnTo>
                        <a:pt x="2875" y="21600"/>
                      </a:lnTo>
                      <a:lnTo>
                        <a:pt x="2990" y="21360"/>
                      </a:lnTo>
                      <a:lnTo>
                        <a:pt x="21384" y="12066"/>
                      </a:lnTo>
                      <a:cubicBezTo>
                        <a:pt x="21511" y="12000"/>
                        <a:pt x="21578" y="11876"/>
                        <a:pt x="21550" y="11750"/>
                      </a:cubicBezTo>
                      <a:lnTo>
                        <a:pt x="19224" y="361"/>
                      </a:lnTo>
                      <a:lnTo>
                        <a:pt x="19386" y="218"/>
                      </a:lnTo>
                      <a:lnTo>
                        <a:pt x="19038" y="41"/>
                      </a:lnTo>
                      <a:cubicBezTo>
                        <a:pt x="18982" y="14"/>
                        <a:pt x="18921" y="0"/>
                        <a:pt x="18862"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161" name="Google Shape;281;p26"/>
                <p:cNvSpPr/>
                <p:nvPr/>
              </p:nvSpPr>
              <p:spPr>
                <a:xfrm>
                  <a:off x="316814" y="776998"/>
                  <a:ext cx="1052408" cy="6075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32" y="0"/>
                      </a:moveTo>
                      <a:cubicBezTo>
                        <a:pt x="14293" y="0"/>
                        <a:pt x="14257" y="16"/>
                        <a:pt x="14223" y="48"/>
                      </a:cubicBezTo>
                      <a:lnTo>
                        <a:pt x="311" y="13960"/>
                      </a:lnTo>
                      <a:lnTo>
                        <a:pt x="0" y="13691"/>
                      </a:lnTo>
                      <a:lnTo>
                        <a:pt x="0" y="14343"/>
                      </a:lnTo>
                      <a:cubicBezTo>
                        <a:pt x="6" y="14415"/>
                        <a:pt x="33" y="14478"/>
                        <a:pt x="72" y="14508"/>
                      </a:cubicBezTo>
                      <a:lnTo>
                        <a:pt x="7090" y="21532"/>
                      </a:lnTo>
                      <a:cubicBezTo>
                        <a:pt x="7141" y="21578"/>
                        <a:pt x="7198" y="21599"/>
                        <a:pt x="7255" y="21599"/>
                      </a:cubicBezTo>
                      <a:cubicBezTo>
                        <a:pt x="7259" y="21599"/>
                        <a:pt x="7263" y="21600"/>
                        <a:pt x="7268" y="21600"/>
                      </a:cubicBezTo>
                      <a:cubicBezTo>
                        <a:pt x="7306" y="21600"/>
                        <a:pt x="7345" y="21580"/>
                        <a:pt x="7380" y="21553"/>
                      </a:cubicBezTo>
                      <a:lnTo>
                        <a:pt x="21549" y="7376"/>
                      </a:lnTo>
                      <a:cubicBezTo>
                        <a:pt x="21579" y="7356"/>
                        <a:pt x="21597" y="7309"/>
                        <a:pt x="21600" y="7252"/>
                      </a:cubicBezTo>
                      <a:lnTo>
                        <a:pt x="21600" y="6600"/>
                      </a:lnTo>
                      <a:lnTo>
                        <a:pt x="21301" y="6864"/>
                      </a:lnTo>
                      <a:lnTo>
                        <a:pt x="14510" y="68"/>
                      </a:lnTo>
                      <a:cubicBezTo>
                        <a:pt x="14463" y="26"/>
                        <a:pt x="14414" y="1"/>
                        <a:pt x="14362" y="1"/>
                      </a:cubicBezTo>
                      <a:cubicBezTo>
                        <a:pt x="14358" y="1"/>
                        <a:pt x="14353" y="1"/>
                        <a:pt x="14348" y="1"/>
                      </a:cubicBezTo>
                      <a:cubicBezTo>
                        <a:pt x="14343" y="1"/>
                        <a:pt x="14337" y="0"/>
                        <a:pt x="14332"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162" name="Google Shape;282;p26"/>
                <p:cNvSpPr/>
                <p:nvPr/>
              </p:nvSpPr>
              <p:spPr>
                <a:xfrm>
                  <a:off x="316814" y="758532"/>
                  <a:ext cx="1052408" cy="6076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48" y="0"/>
                      </a:moveTo>
                      <a:cubicBezTo>
                        <a:pt x="14304" y="0"/>
                        <a:pt x="14261" y="16"/>
                        <a:pt x="14223" y="52"/>
                      </a:cubicBezTo>
                      <a:lnTo>
                        <a:pt x="51" y="14221"/>
                      </a:lnTo>
                      <a:cubicBezTo>
                        <a:pt x="21" y="14241"/>
                        <a:pt x="3" y="14293"/>
                        <a:pt x="0" y="14345"/>
                      </a:cubicBezTo>
                      <a:cubicBezTo>
                        <a:pt x="6" y="14418"/>
                        <a:pt x="33" y="14479"/>
                        <a:pt x="72" y="14511"/>
                      </a:cubicBezTo>
                      <a:lnTo>
                        <a:pt x="7090" y="21528"/>
                      </a:lnTo>
                      <a:cubicBezTo>
                        <a:pt x="7141" y="21574"/>
                        <a:pt x="7198" y="21600"/>
                        <a:pt x="7255" y="21600"/>
                      </a:cubicBezTo>
                      <a:cubicBezTo>
                        <a:pt x="7296" y="21600"/>
                        <a:pt x="7341" y="21585"/>
                        <a:pt x="7380" y="21548"/>
                      </a:cubicBezTo>
                      <a:lnTo>
                        <a:pt x="21549" y="7380"/>
                      </a:lnTo>
                      <a:cubicBezTo>
                        <a:pt x="21579" y="7354"/>
                        <a:pt x="21597" y="7307"/>
                        <a:pt x="21600" y="7255"/>
                      </a:cubicBezTo>
                      <a:cubicBezTo>
                        <a:pt x="21594" y="7183"/>
                        <a:pt x="21567" y="7121"/>
                        <a:pt x="21528" y="7090"/>
                      </a:cubicBezTo>
                      <a:lnTo>
                        <a:pt x="14510" y="73"/>
                      </a:lnTo>
                      <a:cubicBezTo>
                        <a:pt x="14459" y="26"/>
                        <a:pt x="14405" y="0"/>
                        <a:pt x="14348"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63" name="Google Shape;283;p26"/>
                <p:cNvSpPr/>
                <p:nvPr/>
              </p:nvSpPr>
              <p:spPr>
                <a:xfrm>
                  <a:off x="328437" y="763726"/>
                  <a:ext cx="1029087" cy="594127"/>
                </a:xfrm>
                <a:custGeom>
                  <a:avLst/>
                  <a:gdLst/>
                  <a:ahLst/>
                  <a:cxnLst>
                    <a:cxn ang="0">
                      <a:pos x="wd2" y="hd2"/>
                    </a:cxn>
                    <a:cxn ang="5400000">
                      <a:pos x="wd2" y="hd2"/>
                    </a:cxn>
                    <a:cxn ang="10800000">
                      <a:pos x="wd2" y="hd2"/>
                    </a:cxn>
                    <a:cxn ang="16200000">
                      <a:pos x="wd2" y="hd2"/>
                    </a:cxn>
                  </a:cxnLst>
                  <a:rect l="0" t="0" r="r" b="b"/>
                  <a:pathLst>
                    <a:path w="21575" h="21600" fill="norm" stroke="1" extrusionOk="0">
                      <a:moveTo>
                        <a:pt x="14413" y="0"/>
                      </a:moveTo>
                      <a:cubicBezTo>
                        <a:pt x="14390" y="0"/>
                        <a:pt x="14366" y="9"/>
                        <a:pt x="14345" y="28"/>
                      </a:cubicBezTo>
                      <a:lnTo>
                        <a:pt x="24" y="14361"/>
                      </a:lnTo>
                      <a:cubicBezTo>
                        <a:pt x="-12" y="14398"/>
                        <a:pt x="-9" y="14467"/>
                        <a:pt x="37" y="14509"/>
                      </a:cubicBezTo>
                      <a:lnTo>
                        <a:pt x="7081" y="21564"/>
                      </a:lnTo>
                      <a:cubicBezTo>
                        <a:pt x="7106" y="21588"/>
                        <a:pt x="7134" y="21600"/>
                        <a:pt x="7162" y="21600"/>
                      </a:cubicBezTo>
                      <a:cubicBezTo>
                        <a:pt x="7186" y="21600"/>
                        <a:pt x="7209" y="21592"/>
                        <a:pt x="7231" y="21575"/>
                      </a:cubicBezTo>
                      <a:lnTo>
                        <a:pt x="21548" y="7237"/>
                      </a:lnTo>
                      <a:cubicBezTo>
                        <a:pt x="21588" y="7200"/>
                        <a:pt x="21582" y="7131"/>
                        <a:pt x="21539" y="7089"/>
                      </a:cubicBezTo>
                      <a:lnTo>
                        <a:pt x="14495" y="39"/>
                      </a:lnTo>
                      <a:cubicBezTo>
                        <a:pt x="14470" y="13"/>
                        <a:pt x="14441" y="0"/>
                        <a:pt x="14413"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164" name="Google Shape;284;p26"/>
                <p:cNvSpPr/>
                <p:nvPr/>
              </p:nvSpPr>
              <p:spPr>
                <a:xfrm>
                  <a:off x="373864" y="1136273"/>
                  <a:ext cx="68536" cy="39577"/>
                </a:xfrm>
                <a:custGeom>
                  <a:avLst/>
                  <a:gdLst/>
                  <a:ahLst/>
                  <a:cxnLst>
                    <a:cxn ang="0">
                      <a:pos x="wd2" y="hd2"/>
                    </a:cxn>
                    <a:cxn ang="5400000">
                      <a:pos x="wd2" y="hd2"/>
                    </a:cxn>
                    <a:cxn ang="10800000">
                      <a:pos x="wd2" y="hd2"/>
                    </a:cxn>
                    <a:cxn ang="16200000">
                      <a:pos x="wd2" y="hd2"/>
                    </a:cxn>
                  </a:cxnLst>
                  <a:rect l="0" t="0" r="r" b="b"/>
                  <a:pathLst>
                    <a:path w="21008" h="21600" fill="norm" stroke="1" extrusionOk="0">
                      <a:moveTo>
                        <a:pt x="12934" y="0"/>
                      </a:moveTo>
                      <a:cubicBezTo>
                        <a:pt x="12373" y="0"/>
                        <a:pt x="11812" y="222"/>
                        <a:pt x="11297" y="666"/>
                      </a:cubicBezTo>
                      <a:lnTo>
                        <a:pt x="633" y="11622"/>
                      </a:lnTo>
                      <a:cubicBezTo>
                        <a:pt x="-308" y="12581"/>
                        <a:pt x="-172" y="14165"/>
                        <a:pt x="854" y="15284"/>
                      </a:cubicBezTo>
                      <a:lnTo>
                        <a:pt x="6163" y="20763"/>
                      </a:lnTo>
                      <a:cubicBezTo>
                        <a:pt x="6747" y="21328"/>
                        <a:pt x="7404" y="21600"/>
                        <a:pt x="8061" y="21600"/>
                      </a:cubicBezTo>
                      <a:cubicBezTo>
                        <a:pt x="8622" y="21600"/>
                        <a:pt x="9177" y="21398"/>
                        <a:pt x="9687" y="21005"/>
                      </a:cubicBezTo>
                      <a:lnTo>
                        <a:pt x="20402" y="10038"/>
                      </a:lnTo>
                      <a:cubicBezTo>
                        <a:pt x="21292" y="9080"/>
                        <a:pt x="21201" y="7415"/>
                        <a:pt x="20130" y="6386"/>
                      </a:cubicBezTo>
                      <a:lnTo>
                        <a:pt x="14821" y="898"/>
                      </a:lnTo>
                      <a:cubicBezTo>
                        <a:pt x="14243" y="303"/>
                        <a:pt x="13591" y="0"/>
                        <a:pt x="1293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65" name="Google Shape;285;p26"/>
                <p:cNvSpPr/>
                <p:nvPr/>
              </p:nvSpPr>
              <p:spPr>
                <a:xfrm>
                  <a:off x="440030" y="1098101"/>
                  <a:ext cx="68522" cy="39577"/>
                </a:xfrm>
                <a:custGeom>
                  <a:avLst/>
                  <a:gdLst/>
                  <a:ahLst/>
                  <a:cxnLst>
                    <a:cxn ang="0">
                      <a:pos x="wd2" y="hd2"/>
                    </a:cxn>
                    <a:cxn ang="5400000">
                      <a:pos x="wd2" y="hd2"/>
                    </a:cxn>
                    <a:cxn ang="10800000">
                      <a:pos x="wd2" y="hd2"/>
                    </a:cxn>
                    <a:cxn ang="16200000">
                      <a:pos x="wd2" y="hd2"/>
                    </a:cxn>
                  </a:cxnLst>
                  <a:rect l="0" t="0" r="r" b="b"/>
                  <a:pathLst>
                    <a:path w="21010" h="21600" fill="norm" stroke="1" extrusionOk="0">
                      <a:moveTo>
                        <a:pt x="12896" y="0"/>
                      </a:moveTo>
                      <a:cubicBezTo>
                        <a:pt x="12346" y="0"/>
                        <a:pt x="11802" y="202"/>
                        <a:pt x="11275" y="595"/>
                      </a:cubicBezTo>
                      <a:lnTo>
                        <a:pt x="608" y="11642"/>
                      </a:lnTo>
                      <a:cubicBezTo>
                        <a:pt x="-282" y="12601"/>
                        <a:pt x="-197" y="14185"/>
                        <a:pt x="874" y="15214"/>
                      </a:cubicBezTo>
                      <a:lnTo>
                        <a:pt x="6145" y="20702"/>
                      </a:lnTo>
                      <a:cubicBezTo>
                        <a:pt x="6746" y="21297"/>
                        <a:pt x="7398" y="21600"/>
                        <a:pt x="8055" y="21600"/>
                      </a:cubicBezTo>
                      <a:cubicBezTo>
                        <a:pt x="8616" y="21600"/>
                        <a:pt x="9178" y="21378"/>
                        <a:pt x="9716" y="20934"/>
                      </a:cubicBezTo>
                      <a:lnTo>
                        <a:pt x="20383" y="9978"/>
                      </a:lnTo>
                      <a:cubicBezTo>
                        <a:pt x="21318" y="9019"/>
                        <a:pt x="21188" y="7435"/>
                        <a:pt x="20116" y="6316"/>
                      </a:cubicBezTo>
                      <a:lnTo>
                        <a:pt x="14845" y="918"/>
                      </a:lnTo>
                      <a:cubicBezTo>
                        <a:pt x="14233" y="303"/>
                        <a:pt x="13564" y="0"/>
                        <a:pt x="1289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66" name="Google Shape;286;p26"/>
                <p:cNvSpPr/>
                <p:nvPr/>
              </p:nvSpPr>
              <p:spPr>
                <a:xfrm>
                  <a:off x="506199" y="1059893"/>
                  <a:ext cx="68532" cy="39540"/>
                </a:xfrm>
                <a:custGeom>
                  <a:avLst/>
                  <a:gdLst/>
                  <a:ahLst/>
                  <a:cxnLst>
                    <a:cxn ang="0">
                      <a:pos x="wd2" y="hd2"/>
                    </a:cxn>
                    <a:cxn ang="5400000">
                      <a:pos x="wd2" y="hd2"/>
                    </a:cxn>
                    <a:cxn ang="10800000">
                      <a:pos x="wd2" y="hd2"/>
                    </a:cxn>
                    <a:cxn ang="16200000">
                      <a:pos x="wd2" y="hd2"/>
                    </a:cxn>
                  </a:cxnLst>
                  <a:rect l="0" t="0" r="r" b="b"/>
                  <a:pathLst>
                    <a:path w="21007" h="21600" fill="norm" stroke="1" extrusionOk="0">
                      <a:moveTo>
                        <a:pt x="12912" y="0"/>
                      </a:moveTo>
                      <a:cubicBezTo>
                        <a:pt x="12368" y="0"/>
                        <a:pt x="11818" y="202"/>
                        <a:pt x="11297" y="636"/>
                      </a:cubicBezTo>
                      <a:lnTo>
                        <a:pt x="633" y="11613"/>
                      </a:lnTo>
                      <a:cubicBezTo>
                        <a:pt x="-308" y="12562"/>
                        <a:pt x="-172" y="14158"/>
                        <a:pt x="854" y="15268"/>
                      </a:cubicBezTo>
                      <a:lnTo>
                        <a:pt x="6163" y="20752"/>
                      </a:lnTo>
                      <a:cubicBezTo>
                        <a:pt x="6769" y="21317"/>
                        <a:pt x="7427" y="21600"/>
                        <a:pt x="8078" y="21600"/>
                      </a:cubicBezTo>
                      <a:cubicBezTo>
                        <a:pt x="8628" y="21600"/>
                        <a:pt x="9177" y="21398"/>
                        <a:pt x="9687" y="20994"/>
                      </a:cubicBezTo>
                      <a:lnTo>
                        <a:pt x="20397" y="10017"/>
                      </a:lnTo>
                      <a:cubicBezTo>
                        <a:pt x="21292" y="9068"/>
                        <a:pt x="21201" y="7392"/>
                        <a:pt x="20130" y="6362"/>
                      </a:cubicBezTo>
                      <a:lnTo>
                        <a:pt x="14821" y="879"/>
                      </a:lnTo>
                      <a:cubicBezTo>
                        <a:pt x="14232" y="303"/>
                        <a:pt x="13574" y="0"/>
                        <a:pt x="1291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67" name="Google Shape;287;p26"/>
                <p:cNvSpPr/>
                <p:nvPr/>
              </p:nvSpPr>
              <p:spPr>
                <a:xfrm>
                  <a:off x="572413" y="1021684"/>
                  <a:ext cx="68523" cy="39559"/>
                </a:xfrm>
                <a:custGeom>
                  <a:avLst/>
                  <a:gdLst/>
                  <a:ahLst/>
                  <a:cxnLst>
                    <a:cxn ang="0">
                      <a:pos x="wd2" y="hd2"/>
                    </a:cxn>
                    <a:cxn ang="5400000">
                      <a:pos x="wd2" y="hd2"/>
                    </a:cxn>
                    <a:cxn ang="10800000">
                      <a:pos x="wd2" y="hd2"/>
                    </a:cxn>
                    <a:cxn ang="16200000">
                      <a:pos x="wd2" y="hd2"/>
                    </a:cxn>
                  </a:cxnLst>
                  <a:rect l="0" t="0" r="r" b="b"/>
                  <a:pathLst>
                    <a:path w="21010" h="21600" fill="norm" stroke="1" extrusionOk="0">
                      <a:moveTo>
                        <a:pt x="12909" y="0"/>
                      </a:moveTo>
                      <a:cubicBezTo>
                        <a:pt x="12354" y="0"/>
                        <a:pt x="11809" y="202"/>
                        <a:pt x="11305" y="596"/>
                      </a:cubicBezTo>
                      <a:lnTo>
                        <a:pt x="593" y="11638"/>
                      </a:lnTo>
                      <a:cubicBezTo>
                        <a:pt x="-297" y="12516"/>
                        <a:pt x="-167" y="14181"/>
                        <a:pt x="859" y="15302"/>
                      </a:cubicBezTo>
                      <a:lnTo>
                        <a:pt x="6170" y="20702"/>
                      </a:lnTo>
                      <a:cubicBezTo>
                        <a:pt x="6748" y="21307"/>
                        <a:pt x="7406" y="21600"/>
                        <a:pt x="8057" y="21600"/>
                      </a:cubicBezTo>
                      <a:cubicBezTo>
                        <a:pt x="8624" y="21600"/>
                        <a:pt x="9185" y="21378"/>
                        <a:pt x="9701" y="20944"/>
                      </a:cubicBezTo>
                      <a:lnTo>
                        <a:pt x="20413" y="9972"/>
                      </a:lnTo>
                      <a:cubicBezTo>
                        <a:pt x="21303" y="9013"/>
                        <a:pt x="21173" y="7429"/>
                        <a:pt x="20186" y="6399"/>
                      </a:cubicBezTo>
                      <a:lnTo>
                        <a:pt x="14876" y="908"/>
                      </a:lnTo>
                      <a:cubicBezTo>
                        <a:pt x="14264" y="293"/>
                        <a:pt x="13583" y="0"/>
                        <a:pt x="1290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68" name="Google Shape;288;p26"/>
                <p:cNvSpPr/>
                <p:nvPr/>
              </p:nvSpPr>
              <p:spPr>
                <a:xfrm>
                  <a:off x="638603" y="983531"/>
                  <a:ext cx="68476" cy="39522"/>
                </a:xfrm>
                <a:custGeom>
                  <a:avLst/>
                  <a:gdLst/>
                  <a:ahLst/>
                  <a:cxnLst>
                    <a:cxn ang="0">
                      <a:pos x="wd2" y="hd2"/>
                    </a:cxn>
                    <a:cxn ang="5400000">
                      <a:pos x="wd2" y="hd2"/>
                    </a:cxn>
                    <a:cxn ang="10800000">
                      <a:pos x="wd2" y="hd2"/>
                    </a:cxn>
                    <a:cxn ang="16200000">
                      <a:pos x="wd2" y="hd2"/>
                    </a:cxn>
                  </a:cxnLst>
                  <a:rect l="0" t="0" r="r" b="b"/>
                  <a:pathLst>
                    <a:path w="21034" h="21600" fill="norm" stroke="1" extrusionOk="0">
                      <a:moveTo>
                        <a:pt x="12957" y="0"/>
                      </a:moveTo>
                      <a:cubicBezTo>
                        <a:pt x="12406" y="0"/>
                        <a:pt x="11855" y="202"/>
                        <a:pt x="11344" y="596"/>
                      </a:cubicBezTo>
                      <a:lnTo>
                        <a:pt x="606" y="11578"/>
                      </a:lnTo>
                      <a:cubicBezTo>
                        <a:pt x="-285" y="12538"/>
                        <a:pt x="-194" y="14205"/>
                        <a:pt x="879" y="15235"/>
                      </a:cubicBezTo>
                      <a:lnTo>
                        <a:pt x="6154" y="20731"/>
                      </a:lnTo>
                      <a:cubicBezTo>
                        <a:pt x="6767" y="21297"/>
                        <a:pt x="7437" y="21600"/>
                        <a:pt x="8107" y="21600"/>
                      </a:cubicBezTo>
                      <a:cubicBezTo>
                        <a:pt x="8658" y="21600"/>
                        <a:pt x="9209" y="21398"/>
                        <a:pt x="9731" y="20964"/>
                      </a:cubicBezTo>
                      <a:lnTo>
                        <a:pt x="20418" y="9992"/>
                      </a:lnTo>
                      <a:cubicBezTo>
                        <a:pt x="21315" y="9032"/>
                        <a:pt x="21224" y="7446"/>
                        <a:pt x="20196" y="6324"/>
                      </a:cubicBezTo>
                      <a:lnTo>
                        <a:pt x="14876" y="839"/>
                      </a:lnTo>
                      <a:cubicBezTo>
                        <a:pt x="14268" y="273"/>
                        <a:pt x="13610" y="0"/>
                        <a:pt x="1295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69" name="Google Shape;289;p26"/>
                <p:cNvSpPr/>
                <p:nvPr/>
              </p:nvSpPr>
              <p:spPr>
                <a:xfrm>
                  <a:off x="704740" y="945267"/>
                  <a:ext cx="68516" cy="39577"/>
                </a:xfrm>
                <a:custGeom>
                  <a:avLst/>
                  <a:gdLst/>
                  <a:ahLst/>
                  <a:cxnLst>
                    <a:cxn ang="0">
                      <a:pos x="wd2" y="hd2"/>
                    </a:cxn>
                    <a:cxn ang="5400000">
                      <a:pos x="wd2" y="hd2"/>
                    </a:cxn>
                    <a:cxn ang="10800000">
                      <a:pos x="wd2" y="hd2"/>
                    </a:cxn>
                    <a:cxn ang="16200000">
                      <a:pos x="wd2" y="hd2"/>
                    </a:cxn>
                  </a:cxnLst>
                  <a:rect l="0" t="0" r="r" b="b"/>
                  <a:pathLst>
                    <a:path w="21002" h="21600" fill="norm" stroke="1" extrusionOk="0">
                      <a:moveTo>
                        <a:pt x="12942" y="0"/>
                      </a:moveTo>
                      <a:cubicBezTo>
                        <a:pt x="12381" y="0"/>
                        <a:pt x="11820" y="222"/>
                        <a:pt x="11305" y="666"/>
                      </a:cubicBezTo>
                      <a:lnTo>
                        <a:pt x="595" y="11632"/>
                      </a:lnTo>
                      <a:cubicBezTo>
                        <a:pt x="-300" y="12581"/>
                        <a:pt x="-164" y="14175"/>
                        <a:pt x="862" y="15284"/>
                      </a:cubicBezTo>
                      <a:lnTo>
                        <a:pt x="6171" y="20682"/>
                      </a:lnTo>
                      <a:cubicBezTo>
                        <a:pt x="6760" y="21297"/>
                        <a:pt x="7435" y="21600"/>
                        <a:pt x="8103" y="21600"/>
                      </a:cubicBezTo>
                      <a:cubicBezTo>
                        <a:pt x="8647" y="21600"/>
                        <a:pt x="9197" y="21398"/>
                        <a:pt x="9701" y="21005"/>
                      </a:cubicBezTo>
                      <a:lnTo>
                        <a:pt x="20410" y="9958"/>
                      </a:lnTo>
                      <a:cubicBezTo>
                        <a:pt x="21300" y="9090"/>
                        <a:pt x="21170" y="7415"/>
                        <a:pt x="20138" y="6386"/>
                      </a:cubicBezTo>
                      <a:lnTo>
                        <a:pt x="14829" y="898"/>
                      </a:lnTo>
                      <a:cubicBezTo>
                        <a:pt x="14251" y="303"/>
                        <a:pt x="13599" y="0"/>
                        <a:pt x="1294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0" name="Google Shape;290;p26"/>
                <p:cNvSpPr/>
                <p:nvPr/>
              </p:nvSpPr>
              <p:spPr>
                <a:xfrm>
                  <a:off x="770938" y="907095"/>
                  <a:ext cx="68521" cy="39522"/>
                </a:xfrm>
                <a:custGeom>
                  <a:avLst/>
                  <a:gdLst/>
                  <a:ahLst/>
                  <a:cxnLst>
                    <a:cxn ang="0">
                      <a:pos x="wd2" y="hd2"/>
                    </a:cxn>
                    <a:cxn ang="5400000">
                      <a:pos x="wd2" y="hd2"/>
                    </a:cxn>
                    <a:cxn ang="10800000">
                      <a:pos x="wd2" y="hd2"/>
                    </a:cxn>
                    <a:cxn ang="16200000">
                      <a:pos x="wd2" y="hd2"/>
                    </a:cxn>
                  </a:cxnLst>
                  <a:rect l="0" t="0" r="r" b="b"/>
                  <a:pathLst>
                    <a:path w="21004" h="21600" fill="norm" stroke="1" extrusionOk="0">
                      <a:moveTo>
                        <a:pt x="12924" y="0"/>
                      </a:moveTo>
                      <a:cubicBezTo>
                        <a:pt x="12363" y="0"/>
                        <a:pt x="11802" y="202"/>
                        <a:pt x="11275" y="606"/>
                      </a:cubicBezTo>
                      <a:lnTo>
                        <a:pt x="606" y="11659"/>
                      </a:lnTo>
                      <a:cubicBezTo>
                        <a:pt x="-284" y="12538"/>
                        <a:pt x="-193" y="14205"/>
                        <a:pt x="878" y="15245"/>
                      </a:cubicBezTo>
                      <a:lnTo>
                        <a:pt x="6187" y="20731"/>
                      </a:lnTo>
                      <a:cubicBezTo>
                        <a:pt x="6776" y="21297"/>
                        <a:pt x="7434" y="21600"/>
                        <a:pt x="8096" y="21600"/>
                      </a:cubicBezTo>
                      <a:cubicBezTo>
                        <a:pt x="8640" y="21600"/>
                        <a:pt x="9190" y="21398"/>
                        <a:pt x="9711" y="20974"/>
                      </a:cubicBezTo>
                      <a:lnTo>
                        <a:pt x="20375" y="9992"/>
                      </a:lnTo>
                      <a:cubicBezTo>
                        <a:pt x="21316" y="9032"/>
                        <a:pt x="21180" y="7446"/>
                        <a:pt x="20109" y="6335"/>
                      </a:cubicBezTo>
                      <a:lnTo>
                        <a:pt x="14845" y="839"/>
                      </a:lnTo>
                      <a:cubicBezTo>
                        <a:pt x="14239" y="283"/>
                        <a:pt x="13581" y="0"/>
                        <a:pt x="1292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1" name="Google Shape;291;p26"/>
                <p:cNvSpPr/>
                <p:nvPr/>
              </p:nvSpPr>
              <p:spPr>
                <a:xfrm>
                  <a:off x="837099" y="868850"/>
                  <a:ext cx="68535" cy="39559"/>
                </a:xfrm>
                <a:custGeom>
                  <a:avLst/>
                  <a:gdLst/>
                  <a:ahLst/>
                  <a:cxnLst>
                    <a:cxn ang="0">
                      <a:pos x="wd2" y="hd2"/>
                    </a:cxn>
                    <a:cxn ang="5400000">
                      <a:pos x="wd2" y="hd2"/>
                    </a:cxn>
                    <a:cxn ang="10800000">
                      <a:pos x="wd2" y="hd2"/>
                    </a:cxn>
                    <a:cxn ang="16200000">
                      <a:pos x="wd2" y="hd2"/>
                    </a:cxn>
                  </a:cxnLst>
                  <a:rect l="0" t="0" r="r" b="b"/>
                  <a:pathLst>
                    <a:path w="21008" h="21600" fill="norm" stroke="1" extrusionOk="0">
                      <a:moveTo>
                        <a:pt x="12951" y="0"/>
                      </a:moveTo>
                      <a:cubicBezTo>
                        <a:pt x="12396" y="0"/>
                        <a:pt x="11835" y="222"/>
                        <a:pt x="11297" y="656"/>
                      </a:cubicBezTo>
                      <a:lnTo>
                        <a:pt x="633" y="11628"/>
                      </a:lnTo>
                      <a:cubicBezTo>
                        <a:pt x="-308" y="12576"/>
                        <a:pt x="-172" y="14171"/>
                        <a:pt x="854" y="15281"/>
                      </a:cubicBezTo>
                      <a:lnTo>
                        <a:pt x="6163" y="20692"/>
                      </a:lnTo>
                      <a:cubicBezTo>
                        <a:pt x="6781" y="21297"/>
                        <a:pt x="7444" y="21600"/>
                        <a:pt x="8106" y="21600"/>
                      </a:cubicBezTo>
                      <a:cubicBezTo>
                        <a:pt x="8650" y="21600"/>
                        <a:pt x="9189" y="21398"/>
                        <a:pt x="9687" y="21004"/>
                      </a:cubicBezTo>
                      <a:lnTo>
                        <a:pt x="20402" y="9962"/>
                      </a:lnTo>
                      <a:cubicBezTo>
                        <a:pt x="21292" y="9084"/>
                        <a:pt x="21201" y="7419"/>
                        <a:pt x="20130" y="6379"/>
                      </a:cubicBezTo>
                      <a:lnTo>
                        <a:pt x="14821" y="898"/>
                      </a:lnTo>
                      <a:cubicBezTo>
                        <a:pt x="14243" y="293"/>
                        <a:pt x="13603" y="0"/>
                        <a:pt x="1295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2" name="Google Shape;292;p26"/>
                <p:cNvSpPr/>
                <p:nvPr/>
              </p:nvSpPr>
              <p:spPr>
                <a:xfrm>
                  <a:off x="903315" y="830678"/>
                  <a:ext cx="68516" cy="39559"/>
                </a:xfrm>
                <a:custGeom>
                  <a:avLst/>
                  <a:gdLst/>
                  <a:ahLst/>
                  <a:cxnLst>
                    <a:cxn ang="0">
                      <a:pos x="wd2" y="hd2"/>
                    </a:cxn>
                    <a:cxn ang="5400000">
                      <a:pos x="wd2" y="hd2"/>
                    </a:cxn>
                    <a:cxn ang="10800000">
                      <a:pos x="wd2" y="hd2"/>
                    </a:cxn>
                    <a:cxn ang="16200000">
                      <a:pos x="wd2" y="hd2"/>
                    </a:cxn>
                  </a:cxnLst>
                  <a:rect l="0" t="0" r="r" b="b"/>
                  <a:pathLst>
                    <a:path w="21002" h="21600" fill="norm" stroke="1" extrusionOk="0">
                      <a:moveTo>
                        <a:pt x="12900" y="0"/>
                      </a:moveTo>
                      <a:cubicBezTo>
                        <a:pt x="12356" y="0"/>
                        <a:pt x="11806" y="202"/>
                        <a:pt x="11302" y="596"/>
                      </a:cubicBezTo>
                      <a:lnTo>
                        <a:pt x="593" y="11567"/>
                      </a:lnTo>
                      <a:cubicBezTo>
                        <a:pt x="-297" y="12516"/>
                        <a:pt x="-167" y="14191"/>
                        <a:pt x="865" y="15221"/>
                      </a:cubicBezTo>
                      <a:lnTo>
                        <a:pt x="6174" y="20702"/>
                      </a:lnTo>
                      <a:cubicBezTo>
                        <a:pt x="6746" y="21307"/>
                        <a:pt x="7392" y="21600"/>
                        <a:pt x="8038" y="21600"/>
                      </a:cubicBezTo>
                      <a:cubicBezTo>
                        <a:pt x="8599" y="21600"/>
                        <a:pt x="9160" y="21388"/>
                        <a:pt x="9698" y="20944"/>
                      </a:cubicBezTo>
                      <a:lnTo>
                        <a:pt x="20408" y="9972"/>
                      </a:lnTo>
                      <a:cubicBezTo>
                        <a:pt x="21303" y="9024"/>
                        <a:pt x="21167" y="7429"/>
                        <a:pt x="20141" y="6319"/>
                      </a:cubicBezTo>
                      <a:lnTo>
                        <a:pt x="14832" y="908"/>
                      </a:lnTo>
                      <a:cubicBezTo>
                        <a:pt x="14243" y="303"/>
                        <a:pt x="13568" y="0"/>
                        <a:pt x="1290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3" name="Google Shape;293;p26"/>
                <p:cNvSpPr/>
                <p:nvPr/>
              </p:nvSpPr>
              <p:spPr>
                <a:xfrm>
                  <a:off x="969556" y="792415"/>
                  <a:ext cx="68426" cy="39558"/>
                </a:xfrm>
                <a:custGeom>
                  <a:avLst/>
                  <a:gdLst/>
                  <a:ahLst/>
                  <a:cxnLst>
                    <a:cxn ang="0">
                      <a:pos x="wd2" y="hd2"/>
                    </a:cxn>
                    <a:cxn ang="5400000">
                      <a:pos x="wd2" y="hd2"/>
                    </a:cxn>
                    <a:cxn ang="10800000">
                      <a:pos x="wd2" y="hd2"/>
                    </a:cxn>
                    <a:cxn ang="16200000">
                      <a:pos x="wd2" y="hd2"/>
                    </a:cxn>
                  </a:cxnLst>
                  <a:rect l="0" t="0" r="r" b="b"/>
                  <a:pathLst>
                    <a:path w="21019" h="21600" fill="norm" stroke="1" extrusionOk="0">
                      <a:moveTo>
                        <a:pt x="12969" y="0"/>
                      </a:moveTo>
                      <a:cubicBezTo>
                        <a:pt x="12407" y="0"/>
                        <a:pt x="11845" y="222"/>
                        <a:pt x="11328" y="656"/>
                      </a:cubicBezTo>
                      <a:lnTo>
                        <a:pt x="596" y="11628"/>
                      </a:lnTo>
                      <a:cubicBezTo>
                        <a:pt x="-301" y="12587"/>
                        <a:pt x="-165" y="14171"/>
                        <a:pt x="863" y="15292"/>
                      </a:cubicBezTo>
                      <a:lnTo>
                        <a:pt x="6184" y="20692"/>
                      </a:lnTo>
                      <a:cubicBezTo>
                        <a:pt x="6774" y="21307"/>
                        <a:pt x="7444" y="21600"/>
                        <a:pt x="8120" y="21600"/>
                      </a:cubicBezTo>
                      <a:cubicBezTo>
                        <a:pt x="8665" y="21600"/>
                        <a:pt x="9216" y="21408"/>
                        <a:pt x="9715" y="21015"/>
                      </a:cubicBezTo>
                      <a:lnTo>
                        <a:pt x="20408" y="9962"/>
                      </a:lnTo>
                      <a:cubicBezTo>
                        <a:pt x="21299" y="9084"/>
                        <a:pt x="21208" y="7419"/>
                        <a:pt x="20180" y="6389"/>
                      </a:cubicBezTo>
                      <a:lnTo>
                        <a:pt x="14860" y="898"/>
                      </a:lnTo>
                      <a:cubicBezTo>
                        <a:pt x="14281" y="303"/>
                        <a:pt x="13628" y="0"/>
                        <a:pt x="1296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4" name="Google Shape;294;p26"/>
                <p:cNvSpPr/>
                <p:nvPr/>
              </p:nvSpPr>
              <p:spPr>
                <a:xfrm>
                  <a:off x="419627" y="1162762"/>
                  <a:ext cx="71773" cy="41388"/>
                </a:xfrm>
                <a:custGeom>
                  <a:avLst/>
                  <a:gdLst/>
                  <a:ahLst/>
                  <a:cxnLst>
                    <a:cxn ang="0">
                      <a:pos x="wd2" y="hd2"/>
                    </a:cxn>
                    <a:cxn ang="5400000">
                      <a:pos x="wd2" y="hd2"/>
                    </a:cxn>
                    <a:cxn ang="10800000">
                      <a:pos x="wd2" y="hd2"/>
                    </a:cxn>
                    <a:cxn ang="16200000">
                      <a:pos x="wd2" y="hd2"/>
                    </a:cxn>
                  </a:cxnLst>
                  <a:rect l="0" t="0" r="r" b="b"/>
                  <a:pathLst>
                    <a:path w="21302" h="21600" fill="norm" stroke="1" extrusionOk="0">
                      <a:moveTo>
                        <a:pt x="13041" y="0"/>
                      </a:moveTo>
                      <a:cubicBezTo>
                        <a:pt x="12745" y="0"/>
                        <a:pt x="12443" y="116"/>
                        <a:pt x="12175" y="328"/>
                      </a:cubicBezTo>
                      <a:lnTo>
                        <a:pt x="291" y="12339"/>
                      </a:lnTo>
                      <a:cubicBezTo>
                        <a:pt x="-137" y="12792"/>
                        <a:pt x="-93" y="13631"/>
                        <a:pt x="423" y="14162"/>
                      </a:cubicBezTo>
                      <a:lnTo>
                        <a:pt x="7335" y="21147"/>
                      </a:lnTo>
                      <a:cubicBezTo>
                        <a:pt x="7626" y="21446"/>
                        <a:pt x="7966" y="21600"/>
                        <a:pt x="8312" y="21600"/>
                      </a:cubicBezTo>
                      <a:cubicBezTo>
                        <a:pt x="8586" y="21600"/>
                        <a:pt x="8861" y="21504"/>
                        <a:pt x="9108" y="21301"/>
                      </a:cubicBezTo>
                      <a:lnTo>
                        <a:pt x="20991" y="9223"/>
                      </a:lnTo>
                      <a:cubicBezTo>
                        <a:pt x="21463" y="8769"/>
                        <a:pt x="21381" y="8007"/>
                        <a:pt x="20859" y="7477"/>
                      </a:cubicBezTo>
                      <a:lnTo>
                        <a:pt x="13947" y="405"/>
                      </a:lnTo>
                      <a:cubicBezTo>
                        <a:pt x="13678" y="135"/>
                        <a:pt x="13360" y="0"/>
                        <a:pt x="1304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5" name="Google Shape;295;p26"/>
                <p:cNvSpPr/>
                <p:nvPr/>
              </p:nvSpPr>
              <p:spPr>
                <a:xfrm>
                  <a:off x="460765" y="1170285"/>
                  <a:ext cx="99129" cy="57267"/>
                </a:xfrm>
                <a:custGeom>
                  <a:avLst/>
                  <a:gdLst/>
                  <a:ahLst/>
                  <a:cxnLst>
                    <a:cxn ang="0">
                      <a:pos x="wd2" y="hd2"/>
                    </a:cxn>
                    <a:cxn ang="5400000">
                      <a:pos x="wd2" y="hd2"/>
                    </a:cxn>
                    <a:cxn ang="10800000">
                      <a:pos x="wd2" y="hd2"/>
                    </a:cxn>
                    <a:cxn ang="16200000">
                      <a:pos x="wd2" y="hd2"/>
                    </a:cxn>
                  </a:cxnLst>
                  <a:rect l="0" t="0" r="r" b="b"/>
                  <a:pathLst>
                    <a:path w="21348" h="21600" fill="norm" stroke="1" extrusionOk="0">
                      <a:moveTo>
                        <a:pt x="15400" y="0"/>
                      </a:moveTo>
                      <a:cubicBezTo>
                        <a:pt x="15157" y="0"/>
                        <a:pt x="14923" y="84"/>
                        <a:pt x="14712" y="258"/>
                      </a:cubicBezTo>
                      <a:lnTo>
                        <a:pt x="257" y="14865"/>
                      </a:lnTo>
                      <a:cubicBezTo>
                        <a:pt x="-117" y="15248"/>
                        <a:pt x="-89" y="15959"/>
                        <a:pt x="385" y="16399"/>
                      </a:cubicBezTo>
                      <a:lnTo>
                        <a:pt x="5118" y="21230"/>
                      </a:lnTo>
                      <a:cubicBezTo>
                        <a:pt x="5377" y="21474"/>
                        <a:pt x="5663" y="21600"/>
                        <a:pt x="5954" y="21600"/>
                      </a:cubicBezTo>
                      <a:cubicBezTo>
                        <a:pt x="6189" y="21600"/>
                        <a:pt x="6427" y="21516"/>
                        <a:pt x="6654" y="21342"/>
                      </a:cubicBezTo>
                      <a:lnTo>
                        <a:pt x="21073" y="6735"/>
                      </a:lnTo>
                      <a:cubicBezTo>
                        <a:pt x="21483" y="6352"/>
                        <a:pt x="21419" y="5641"/>
                        <a:pt x="20981" y="5201"/>
                      </a:cubicBezTo>
                      <a:lnTo>
                        <a:pt x="16248" y="370"/>
                      </a:lnTo>
                      <a:cubicBezTo>
                        <a:pt x="15989" y="126"/>
                        <a:pt x="15691" y="0"/>
                        <a:pt x="1540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6" name="Google Shape;296;p26"/>
                <p:cNvSpPr/>
                <p:nvPr/>
              </p:nvSpPr>
              <p:spPr>
                <a:xfrm>
                  <a:off x="501531" y="1189066"/>
                  <a:ext cx="107327" cy="61925"/>
                </a:xfrm>
                <a:custGeom>
                  <a:avLst/>
                  <a:gdLst/>
                  <a:ahLst/>
                  <a:cxnLst>
                    <a:cxn ang="0">
                      <a:pos x="wd2" y="hd2"/>
                    </a:cxn>
                    <a:cxn ang="5400000">
                      <a:pos x="wd2" y="hd2"/>
                    </a:cxn>
                    <a:cxn ang="10800000">
                      <a:pos x="wd2" y="hd2"/>
                    </a:cxn>
                    <a:cxn ang="16200000">
                      <a:pos x="wd2" y="hd2"/>
                    </a:cxn>
                  </a:cxnLst>
                  <a:rect l="0" t="0" r="r" b="b"/>
                  <a:pathLst>
                    <a:path w="21376" h="21600" fill="norm" stroke="1" extrusionOk="0">
                      <a:moveTo>
                        <a:pt x="15879" y="0"/>
                      </a:moveTo>
                      <a:cubicBezTo>
                        <a:pt x="15658" y="0"/>
                        <a:pt x="15437" y="77"/>
                        <a:pt x="15228" y="239"/>
                      </a:cubicBezTo>
                      <a:lnTo>
                        <a:pt x="236" y="15371"/>
                      </a:lnTo>
                      <a:cubicBezTo>
                        <a:pt x="-110" y="15778"/>
                        <a:pt x="-81" y="16435"/>
                        <a:pt x="354" y="16842"/>
                      </a:cubicBezTo>
                      <a:lnTo>
                        <a:pt x="4702" y="21258"/>
                      </a:lnTo>
                      <a:cubicBezTo>
                        <a:pt x="4956" y="21484"/>
                        <a:pt x="5228" y="21600"/>
                        <a:pt x="5501" y="21600"/>
                      </a:cubicBezTo>
                      <a:cubicBezTo>
                        <a:pt x="5722" y="21600"/>
                        <a:pt x="5943" y="21523"/>
                        <a:pt x="6152" y="21361"/>
                      </a:cubicBezTo>
                      <a:lnTo>
                        <a:pt x="21114" y="6229"/>
                      </a:lnTo>
                      <a:cubicBezTo>
                        <a:pt x="21490" y="5822"/>
                        <a:pt x="21461" y="5165"/>
                        <a:pt x="21026" y="4758"/>
                      </a:cubicBezTo>
                      <a:lnTo>
                        <a:pt x="16678" y="342"/>
                      </a:lnTo>
                      <a:cubicBezTo>
                        <a:pt x="16420" y="116"/>
                        <a:pt x="16148" y="0"/>
                        <a:pt x="1587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7" name="Google Shape;297;p26"/>
                <p:cNvSpPr/>
                <p:nvPr/>
              </p:nvSpPr>
              <p:spPr>
                <a:xfrm>
                  <a:off x="1015276" y="818904"/>
                  <a:ext cx="71787" cy="41389"/>
                </a:xfrm>
                <a:custGeom>
                  <a:avLst/>
                  <a:gdLst/>
                  <a:ahLst/>
                  <a:cxnLst>
                    <a:cxn ang="0">
                      <a:pos x="wd2" y="hd2"/>
                    </a:cxn>
                    <a:cxn ang="5400000">
                      <a:pos x="wd2" y="hd2"/>
                    </a:cxn>
                    <a:cxn ang="10800000">
                      <a:pos x="wd2" y="hd2"/>
                    </a:cxn>
                    <a:cxn ang="16200000">
                      <a:pos x="wd2" y="hd2"/>
                    </a:cxn>
                  </a:cxnLst>
                  <a:rect l="0" t="0" r="r" b="b"/>
                  <a:pathLst>
                    <a:path w="21301" h="21600" fill="norm" stroke="1" extrusionOk="0">
                      <a:moveTo>
                        <a:pt x="13041" y="0"/>
                      </a:moveTo>
                      <a:cubicBezTo>
                        <a:pt x="12751" y="0"/>
                        <a:pt x="12460" y="116"/>
                        <a:pt x="12191" y="328"/>
                      </a:cubicBezTo>
                      <a:lnTo>
                        <a:pt x="311" y="12339"/>
                      </a:lnTo>
                      <a:cubicBezTo>
                        <a:pt x="-161" y="12792"/>
                        <a:pt x="-79" y="13631"/>
                        <a:pt x="442" y="14162"/>
                      </a:cubicBezTo>
                      <a:lnTo>
                        <a:pt x="7310" y="21147"/>
                      </a:lnTo>
                      <a:cubicBezTo>
                        <a:pt x="7622" y="21446"/>
                        <a:pt x="7962" y="21600"/>
                        <a:pt x="8308" y="21600"/>
                      </a:cubicBezTo>
                      <a:cubicBezTo>
                        <a:pt x="8582" y="21600"/>
                        <a:pt x="8856" y="21504"/>
                        <a:pt x="9125" y="21301"/>
                      </a:cubicBezTo>
                      <a:lnTo>
                        <a:pt x="21006" y="9223"/>
                      </a:lnTo>
                      <a:cubicBezTo>
                        <a:pt x="21439" y="8769"/>
                        <a:pt x="21395" y="8007"/>
                        <a:pt x="20874" y="7399"/>
                      </a:cubicBezTo>
                      <a:lnTo>
                        <a:pt x="13963" y="405"/>
                      </a:lnTo>
                      <a:cubicBezTo>
                        <a:pt x="13672" y="135"/>
                        <a:pt x="13354" y="0"/>
                        <a:pt x="1304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8" name="Google Shape;298;p26"/>
                <p:cNvSpPr/>
                <p:nvPr/>
              </p:nvSpPr>
              <p:spPr>
                <a:xfrm>
                  <a:off x="1028242" y="842583"/>
                  <a:ext cx="99197" cy="57267"/>
                </a:xfrm>
                <a:custGeom>
                  <a:avLst/>
                  <a:gdLst/>
                  <a:ahLst/>
                  <a:cxnLst>
                    <a:cxn ang="0">
                      <a:pos x="wd2" y="hd2"/>
                    </a:cxn>
                    <a:cxn ang="5400000">
                      <a:pos x="wd2" y="hd2"/>
                    </a:cxn>
                    <a:cxn ang="10800000">
                      <a:pos x="wd2" y="hd2"/>
                    </a:cxn>
                    <a:cxn ang="16200000">
                      <a:pos x="wd2" y="hd2"/>
                    </a:cxn>
                  </a:cxnLst>
                  <a:rect l="0" t="0" r="r" b="b"/>
                  <a:pathLst>
                    <a:path w="21362" h="21600" fill="norm" stroke="1" extrusionOk="0">
                      <a:moveTo>
                        <a:pt x="15410" y="0"/>
                      </a:moveTo>
                      <a:cubicBezTo>
                        <a:pt x="15171" y="0"/>
                        <a:pt x="14937" y="84"/>
                        <a:pt x="14710" y="258"/>
                      </a:cubicBezTo>
                      <a:lnTo>
                        <a:pt x="255" y="14865"/>
                      </a:lnTo>
                      <a:cubicBezTo>
                        <a:pt x="-119" y="15248"/>
                        <a:pt x="-87" y="15959"/>
                        <a:pt x="383" y="16399"/>
                      </a:cubicBezTo>
                      <a:lnTo>
                        <a:pt x="5116" y="21237"/>
                      </a:lnTo>
                      <a:cubicBezTo>
                        <a:pt x="5375" y="21474"/>
                        <a:pt x="5661" y="21600"/>
                        <a:pt x="5952" y="21600"/>
                      </a:cubicBezTo>
                      <a:cubicBezTo>
                        <a:pt x="6187" y="21600"/>
                        <a:pt x="6425" y="21516"/>
                        <a:pt x="6652" y="21342"/>
                      </a:cubicBezTo>
                      <a:lnTo>
                        <a:pt x="21103" y="6735"/>
                      </a:lnTo>
                      <a:cubicBezTo>
                        <a:pt x="21481" y="6352"/>
                        <a:pt x="21449" y="5641"/>
                        <a:pt x="20979" y="5201"/>
                      </a:cubicBezTo>
                      <a:lnTo>
                        <a:pt x="16246" y="370"/>
                      </a:lnTo>
                      <a:cubicBezTo>
                        <a:pt x="15987" y="126"/>
                        <a:pt x="15701" y="0"/>
                        <a:pt x="1541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79" name="Google Shape;299;p26"/>
                <p:cNvSpPr/>
                <p:nvPr/>
              </p:nvSpPr>
              <p:spPr>
                <a:xfrm>
                  <a:off x="1060726" y="866170"/>
                  <a:ext cx="107327" cy="61925"/>
                </a:xfrm>
                <a:custGeom>
                  <a:avLst/>
                  <a:gdLst/>
                  <a:ahLst/>
                  <a:cxnLst>
                    <a:cxn ang="0">
                      <a:pos x="wd2" y="hd2"/>
                    </a:cxn>
                    <a:cxn ang="5400000">
                      <a:pos x="wd2" y="hd2"/>
                    </a:cxn>
                    <a:cxn ang="10800000">
                      <a:pos x="wd2" y="hd2"/>
                    </a:cxn>
                    <a:cxn ang="16200000">
                      <a:pos x="wd2" y="hd2"/>
                    </a:cxn>
                  </a:cxnLst>
                  <a:rect l="0" t="0" r="r" b="b"/>
                  <a:pathLst>
                    <a:path w="21376" h="21600" fill="norm" stroke="1" extrusionOk="0">
                      <a:moveTo>
                        <a:pt x="15875" y="0"/>
                      </a:moveTo>
                      <a:cubicBezTo>
                        <a:pt x="15654" y="0"/>
                        <a:pt x="15433" y="77"/>
                        <a:pt x="15224" y="239"/>
                      </a:cubicBezTo>
                      <a:lnTo>
                        <a:pt x="262" y="15371"/>
                      </a:lnTo>
                      <a:cubicBezTo>
                        <a:pt x="-114" y="15778"/>
                        <a:pt x="-85" y="16435"/>
                        <a:pt x="350" y="16842"/>
                      </a:cubicBezTo>
                      <a:lnTo>
                        <a:pt x="4698" y="21258"/>
                      </a:lnTo>
                      <a:cubicBezTo>
                        <a:pt x="4956" y="21484"/>
                        <a:pt x="5228" y="21600"/>
                        <a:pt x="5500" y="21600"/>
                      </a:cubicBezTo>
                      <a:cubicBezTo>
                        <a:pt x="5729" y="21600"/>
                        <a:pt x="5957" y="21523"/>
                        <a:pt x="6178" y="21361"/>
                      </a:cubicBezTo>
                      <a:lnTo>
                        <a:pt x="21140" y="6229"/>
                      </a:lnTo>
                      <a:cubicBezTo>
                        <a:pt x="21486" y="5822"/>
                        <a:pt x="21457" y="5165"/>
                        <a:pt x="21022" y="4758"/>
                      </a:cubicBezTo>
                      <a:lnTo>
                        <a:pt x="16674" y="342"/>
                      </a:lnTo>
                      <a:cubicBezTo>
                        <a:pt x="16420" y="116"/>
                        <a:pt x="16148" y="0"/>
                        <a:pt x="1587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0" name="Google Shape;300;p26"/>
                <p:cNvSpPr/>
                <p:nvPr/>
              </p:nvSpPr>
              <p:spPr>
                <a:xfrm>
                  <a:off x="541747" y="1233282"/>
                  <a:ext cx="71978" cy="41500"/>
                </a:xfrm>
                <a:custGeom>
                  <a:avLst/>
                  <a:gdLst/>
                  <a:ahLst/>
                  <a:cxnLst>
                    <a:cxn ang="0">
                      <a:pos x="wd2" y="hd2"/>
                    </a:cxn>
                    <a:cxn ang="5400000">
                      <a:pos x="wd2" y="hd2"/>
                    </a:cxn>
                    <a:cxn ang="10800000">
                      <a:pos x="wd2" y="hd2"/>
                    </a:cxn>
                    <a:cxn ang="16200000">
                      <a:pos x="wd2" y="hd2"/>
                    </a:cxn>
                  </a:cxnLst>
                  <a:rect l="0" t="0" r="r" b="b"/>
                  <a:pathLst>
                    <a:path w="21314" h="21600" fill="norm" stroke="1" extrusionOk="0">
                      <a:moveTo>
                        <a:pt x="12954" y="0"/>
                      </a:moveTo>
                      <a:cubicBezTo>
                        <a:pt x="12702" y="0"/>
                        <a:pt x="12445" y="96"/>
                        <a:pt x="12199" y="298"/>
                      </a:cubicBezTo>
                      <a:lnTo>
                        <a:pt x="298" y="12421"/>
                      </a:lnTo>
                      <a:cubicBezTo>
                        <a:pt x="-134" y="12883"/>
                        <a:pt x="-90" y="13633"/>
                        <a:pt x="386" y="14095"/>
                      </a:cubicBezTo>
                      <a:lnTo>
                        <a:pt x="7415" y="21215"/>
                      </a:lnTo>
                      <a:cubicBezTo>
                        <a:pt x="7694" y="21456"/>
                        <a:pt x="7995" y="21600"/>
                        <a:pt x="8307" y="21600"/>
                      </a:cubicBezTo>
                      <a:cubicBezTo>
                        <a:pt x="8569" y="21600"/>
                        <a:pt x="8838" y="21494"/>
                        <a:pt x="9095" y="21292"/>
                      </a:cubicBezTo>
                      <a:lnTo>
                        <a:pt x="21034" y="9246"/>
                      </a:lnTo>
                      <a:cubicBezTo>
                        <a:pt x="21466" y="8784"/>
                        <a:pt x="21378" y="8034"/>
                        <a:pt x="20908" y="7495"/>
                      </a:cubicBezTo>
                      <a:lnTo>
                        <a:pt x="13879" y="452"/>
                      </a:lnTo>
                      <a:cubicBezTo>
                        <a:pt x="13589" y="154"/>
                        <a:pt x="13277" y="0"/>
                        <a:pt x="1295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1" name="Google Shape;301;p26"/>
                <p:cNvSpPr/>
                <p:nvPr/>
              </p:nvSpPr>
              <p:spPr>
                <a:xfrm>
                  <a:off x="594866" y="1202560"/>
                  <a:ext cx="71903" cy="41573"/>
                </a:xfrm>
                <a:custGeom>
                  <a:avLst/>
                  <a:gdLst/>
                  <a:ahLst/>
                  <a:cxnLst>
                    <a:cxn ang="0">
                      <a:pos x="wd2" y="hd2"/>
                    </a:cxn>
                    <a:cxn ang="5400000">
                      <a:pos x="wd2" y="hd2"/>
                    </a:cxn>
                    <a:cxn ang="10800000">
                      <a:pos x="wd2" y="hd2"/>
                    </a:cxn>
                    <a:cxn ang="16200000">
                      <a:pos x="wd2" y="hd2"/>
                    </a:cxn>
                  </a:cxnLst>
                  <a:rect l="0" t="0" r="r" b="b"/>
                  <a:pathLst>
                    <a:path w="21335" h="21600" fill="norm" stroke="1" extrusionOk="0">
                      <a:moveTo>
                        <a:pt x="12989" y="0"/>
                      </a:moveTo>
                      <a:cubicBezTo>
                        <a:pt x="12731" y="0"/>
                        <a:pt x="12479" y="106"/>
                        <a:pt x="12226" y="298"/>
                      </a:cubicBezTo>
                      <a:lnTo>
                        <a:pt x="263" y="12409"/>
                      </a:lnTo>
                      <a:cubicBezTo>
                        <a:pt x="-126" y="12860"/>
                        <a:pt x="-82" y="13619"/>
                        <a:pt x="390" y="14070"/>
                      </a:cubicBezTo>
                      <a:lnTo>
                        <a:pt x="7432" y="21177"/>
                      </a:lnTo>
                      <a:cubicBezTo>
                        <a:pt x="7690" y="21466"/>
                        <a:pt x="7997" y="21600"/>
                        <a:pt x="8310" y="21600"/>
                      </a:cubicBezTo>
                      <a:cubicBezTo>
                        <a:pt x="8573" y="21600"/>
                        <a:pt x="8837" y="21504"/>
                        <a:pt x="9072" y="21331"/>
                      </a:cubicBezTo>
                      <a:lnTo>
                        <a:pt x="21041" y="9230"/>
                      </a:lnTo>
                      <a:cubicBezTo>
                        <a:pt x="21474" y="8778"/>
                        <a:pt x="21430" y="8096"/>
                        <a:pt x="20909" y="7491"/>
                      </a:cubicBezTo>
                      <a:lnTo>
                        <a:pt x="13910" y="451"/>
                      </a:lnTo>
                      <a:cubicBezTo>
                        <a:pt x="13625" y="154"/>
                        <a:pt x="13307" y="0"/>
                        <a:pt x="1298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2" name="Google Shape;302;p26"/>
                <p:cNvSpPr/>
                <p:nvPr/>
              </p:nvSpPr>
              <p:spPr>
                <a:xfrm>
                  <a:off x="647892" y="1172004"/>
                  <a:ext cx="72022" cy="41481"/>
                </a:xfrm>
                <a:custGeom>
                  <a:avLst/>
                  <a:gdLst/>
                  <a:ahLst/>
                  <a:cxnLst>
                    <a:cxn ang="0">
                      <a:pos x="wd2" y="hd2"/>
                    </a:cxn>
                    <a:cxn ang="5400000">
                      <a:pos x="wd2" y="hd2"/>
                    </a:cxn>
                    <a:cxn ang="10800000">
                      <a:pos x="wd2" y="hd2"/>
                    </a:cxn>
                    <a:cxn ang="16200000">
                      <a:pos x="wd2" y="hd2"/>
                    </a:cxn>
                  </a:cxnLst>
                  <a:rect l="0" t="0" r="r" b="b"/>
                  <a:pathLst>
                    <a:path w="21333" h="21600" fill="norm" stroke="1" extrusionOk="0">
                      <a:moveTo>
                        <a:pt x="12995" y="0"/>
                      </a:moveTo>
                      <a:cubicBezTo>
                        <a:pt x="12743" y="0"/>
                        <a:pt x="12486" y="96"/>
                        <a:pt x="12239" y="298"/>
                      </a:cubicBezTo>
                      <a:lnTo>
                        <a:pt x="292" y="12427"/>
                      </a:lnTo>
                      <a:cubicBezTo>
                        <a:pt x="-135" y="12802"/>
                        <a:pt x="-97" y="13640"/>
                        <a:pt x="423" y="14092"/>
                      </a:cubicBezTo>
                      <a:lnTo>
                        <a:pt x="7410" y="21215"/>
                      </a:lnTo>
                      <a:cubicBezTo>
                        <a:pt x="7689" y="21465"/>
                        <a:pt x="8007" y="21600"/>
                        <a:pt x="8324" y="21600"/>
                      </a:cubicBezTo>
                      <a:cubicBezTo>
                        <a:pt x="8587" y="21600"/>
                        <a:pt x="8855" y="21504"/>
                        <a:pt x="9091" y="21292"/>
                      </a:cubicBezTo>
                      <a:lnTo>
                        <a:pt x="21038" y="9164"/>
                      </a:lnTo>
                      <a:cubicBezTo>
                        <a:pt x="21465" y="8788"/>
                        <a:pt x="21421" y="8028"/>
                        <a:pt x="20950" y="7498"/>
                      </a:cubicBezTo>
                      <a:lnTo>
                        <a:pt x="13920" y="443"/>
                      </a:lnTo>
                      <a:cubicBezTo>
                        <a:pt x="13630" y="154"/>
                        <a:pt x="13318" y="0"/>
                        <a:pt x="1299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3" name="Google Shape;303;p26"/>
                <p:cNvSpPr/>
                <p:nvPr/>
              </p:nvSpPr>
              <p:spPr>
                <a:xfrm>
                  <a:off x="594042" y="1163446"/>
                  <a:ext cx="59203" cy="34124"/>
                </a:xfrm>
                <a:custGeom>
                  <a:avLst/>
                  <a:gdLst/>
                  <a:ahLst/>
                  <a:cxnLst>
                    <a:cxn ang="0">
                      <a:pos x="wd2" y="hd2"/>
                    </a:cxn>
                    <a:cxn ang="5400000">
                      <a:pos x="wd2" y="hd2"/>
                    </a:cxn>
                    <a:cxn ang="10800000">
                      <a:pos x="wd2" y="hd2"/>
                    </a:cxn>
                    <a:cxn ang="16200000">
                      <a:pos x="wd2" y="hd2"/>
                    </a:cxn>
                  </a:cxnLst>
                  <a:rect l="0" t="0" r="r" b="b"/>
                  <a:pathLst>
                    <a:path w="21168" h="21600" fill="norm" stroke="1" extrusionOk="0">
                      <a:moveTo>
                        <a:pt x="11293" y="0"/>
                      </a:moveTo>
                      <a:cubicBezTo>
                        <a:pt x="10890" y="0"/>
                        <a:pt x="10480" y="140"/>
                        <a:pt x="10083" y="433"/>
                      </a:cubicBezTo>
                      <a:lnTo>
                        <a:pt x="453" y="10297"/>
                      </a:lnTo>
                      <a:cubicBezTo>
                        <a:pt x="-221" y="11034"/>
                        <a:pt x="-122" y="12228"/>
                        <a:pt x="612" y="12965"/>
                      </a:cubicBezTo>
                      <a:lnTo>
                        <a:pt x="8418" y="20980"/>
                      </a:lnTo>
                      <a:cubicBezTo>
                        <a:pt x="8874" y="21389"/>
                        <a:pt x="9363" y="21600"/>
                        <a:pt x="9852" y="21600"/>
                      </a:cubicBezTo>
                      <a:cubicBezTo>
                        <a:pt x="10249" y="21600"/>
                        <a:pt x="10645" y="21460"/>
                        <a:pt x="11022" y="21167"/>
                      </a:cubicBezTo>
                      <a:lnTo>
                        <a:pt x="20705" y="11303"/>
                      </a:lnTo>
                      <a:cubicBezTo>
                        <a:pt x="21379" y="10566"/>
                        <a:pt x="21326" y="9372"/>
                        <a:pt x="20493" y="8635"/>
                      </a:cubicBezTo>
                      <a:lnTo>
                        <a:pt x="12687" y="620"/>
                      </a:lnTo>
                      <a:cubicBezTo>
                        <a:pt x="12258" y="211"/>
                        <a:pt x="11782" y="0"/>
                        <a:pt x="1129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4" name="Google Shape;304;p26"/>
                <p:cNvSpPr/>
                <p:nvPr/>
              </p:nvSpPr>
              <p:spPr>
                <a:xfrm>
                  <a:off x="636422" y="1138990"/>
                  <a:ext cx="59205" cy="34124"/>
                </a:xfrm>
                <a:custGeom>
                  <a:avLst/>
                  <a:gdLst/>
                  <a:ahLst/>
                  <a:cxnLst>
                    <a:cxn ang="0">
                      <a:pos x="wd2" y="hd2"/>
                    </a:cxn>
                    <a:cxn ang="5400000">
                      <a:pos x="wd2" y="hd2"/>
                    </a:cxn>
                    <a:cxn ang="10800000">
                      <a:pos x="wd2" y="hd2"/>
                    </a:cxn>
                    <a:cxn ang="16200000">
                      <a:pos x="wd2" y="hd2"/>
                    </a:cxn>
                  </a:cxnLst>
                  <a:rect l="0" t="0" r="r" b="b"/>
                  <a:pathLst>
                    <a:path w="21169" h="21600" fill="norm" stroke="1" extrusionOk="0">
                      <a:moveTo>
                        <a:pt x="11302" y="0"/>
                      </a:moveTo>
                      <a:cubicBezTo>
                        <a:pt x="10899" y="0"/>
                        <a:pt x="10509" y="140"/>
                        <a:pt x="10132" y="433"/>
                      </a:cubicBezTo>
                      <a:lnTo>
                        <a:pt x="449" y="10285"/>
                      </a:lnTo>
                      <a:cubicBezTo>
                        <a:pt x="-225" y="11022"/>
                        <a:pt x="-126" y="12228"/>
                        <a:pt x="654" y="12965"/>
                      </a:cubicBezTo>
                      <a:lnTo>
                        <a:pt x="8467" y="20980"/>
                      </a:lnTo>
                      <a:cubicBezTo>
                        <a:pt x="8896" y="21389"/>
                        <a:pt x="9385" y="21600"/>
                        <a:pt x="9881" y="21600"/>
                      </a:cubicBezTo>
                      <a:cubicBezTo>
                        <a:pt x="10284" y="21600"/>
                        <a:pt x="10694" y="21460"/>
                        <a:pt x="11071" y="21167"/>
                      </a:cubicBezTo>
                      <a:lnTo>
                        <a:pt x="20701" y="11303"/>
                      </a:lnTo>
                      <a:cubicBezTo>
                        <a:pt x="21375" y="10566"/>
                        <a:pt x="21322" y="9372"/>
                        <a:pt x="20542" y="8542"/>
                      </a:cubicBezTo>
                      <a:lnTo>
                        <a:pt x="12736" y="608"/>
                      </a:lnTo>
                      <a:cubicBezTo>
                        <a:pt x="12274" y="211"/>
                        <a:pt x="11785" y="0"/>
                        <a:pt x="1130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5" name="Google Shape;305;p26"/>
                <p:cNvSpPr/>
                <p:nvPr/>
              </p:nvSpPr>
              <p:spPr>
                <a:xfrm>
                  <a:off x="678842" y="1114479"/>
                  <a:ext cx="59233" cy="34161"/>
                </a:xfrm>
                <a:custGeom>
                  <a:avLst/>
                  <a:gdLst/>
                  <a:ahLst/>
                  <a:cxnLst>
                    <a:cxn ang="0">
                      <a:pos x="wd2" y="hd2"/>
                    </a:cxn>
                    <a:cxn ang="5400000">
                      <a:pos x="wd2" y="hd2"/>
                    </a:cxn>
                    <a:cxn ang="10800000">
                      <a:pos x="wd2" y="hd2"/>
                    </a:cxn>
                    <a:cxn ang="16200000">
                      <a:pos x="wd2" y="hd2"/>
                    </a:cxn>
                  </a:cxnLst>
                  <a:rect l="0" t="0" r="r" b="b"/>
                  <a:pathLst>
                    <a:path w="21173" h="21600" fill="norm" stroke="1" extrusionOk="0">
                      <a:moveTo>
                        <a:pt x="11345" y="0"/>
                      </a:moveTo>
                      <a:cubicBezTo>
                        <a:pt x="10922" y="0"/>
                        <a:pt x="10500" y="164"/>
                        <a:pt x="10110" y="468"/>
                      </a:cubicBezTo>
                      <a:lnTo>
                        <a:pt x="430" y="10309"/>
                      </a:lnTo>
                      <a:cubicBezTo>
                        <a:pt x="-198" y="10952"/>
                        <a:pt x="-145" y="12156"/>
                        <a:pt x="635" y="12986"/>
                      </a:cubicBezTo>
                      <a:lnTo>
                        <a:pt x="8445" y="20992"/>
                      </a:lnTo>
                      <a:cubicBezTo>
                        <a:pt x="8874" y="21401"/>
                        <a:pt x="9363" y="21600"/>
                        <a:pt x="9859" y="21600"/>
                      </a:cubicBezTo>
                      <a:cubicBezTo>
                        <a:pt x="10262" y="21600"/>
                        <a:pt x="10671" y="21460"/>
                        <a:pt x="11041" y="21179"/>
                      </a:cubicBezTo>
                      <a:lnTo>
                        <a:pt x="20721" y="11232"/>
                      </a:lnTo>
                      <a:cubicBezTo>
                        <a:pt x="21402" y="10590"/>
                        <a:pt x="21296" y="9397"/>
                        <a:pt x="20517" y="8568"/>
                      </a:cubicBezTo>
                      <a:lnTo>
                        <a:pt x="12706" y="643"/>
                      </a:lnTo>
                      <a:cubicBezTo>
                        <a:pt x="12297" y="210"/>
                        <a:pt x="11821" y="0"/>
                        <a:pt x="1134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6" name="Google Shape;306;p26"/>
                <p:cNvSpPr/>
                <p:nvPr/>
              </p:nvSpPr>
              <p:spPr>
                <a:xfrm>
                  <a:off x="721281" y="1089968"/>
                  <a:ext cx="59153" cy="34216"/>
                </a:xfrm>
                <a:custGeom>
                  <a:avLst/>
                  <a:gdLst/>
                  <a:ahLst/>
                  <a:cxnLst>
                    <a:cxn ang="0">
                      <a:pos x="wd2" y="hd2"/>
                    </a:cxn>
                    <a:cxn ang="5400000">
                      <a:pos x="wd2" y="hd2"/>
                    </a:cxn>
                    <a:cxn ang="10800000">
                      <a:pos x="wd2" y="hd2"/>
                    </a:cxn>
                    <a:cxn ang="16200000">
                      <a:pos x="wd2" y="hd2"/>
                    </a:cxn>
                  </a:cxnLst>
                  <a:rect l="0" t="0" r="r" b="b"/>
                  <a:pathLst>
                    <a:path w="21151" h="21600" fill="norm" stroke="1" extrusionOk="0">
                      <a:moveTo>
                        <a:pt x="11284" y="0"/>
                      </a:moveTo>
                      <a:cubicBezTo>
                        <a:pt x="10874" y="0"/>
                        <a:pt x="10465" y="163"/>
                        <a:pt x="10081" y="502"/>
                      </a:cubicBezTo>
                      <a:lnTo>
                        <a:pt x="451" y="10327"/>
                      </a:lnTo>
                      <a:cubicBezTo>
                        <a:pt x="-223" y="10969"/>
                        <a:pt x="-117" y="12171"/>
                        <a:pt x="610" y="13000"/>
                      </a:cubicBezTo>
                      <a:lnTo>
                        <a:pt x="8416" y="20900"/>
                      </a:lnTo>
                      <a:cubicBezTo>
                        <a:pt x="8885" y="21367"/>
                        <a:pt x="9387" y="21600"/>
                        <a:pt x="9883" y="21600"/>
                      </a:cubicBezTo>
                      <a:cubicBezTo>
                        <a:pt x="10273" y="21600"/>
                        <a:pt x="10656" y="21460"/>
                        <a:pt x="11020" y="21180"/>
                      </a:cubicBezTo>
                      <a:lnTo>
                        <a:pt x="20703" y="11249"/>
                      </a:lnTo>
                      <a:cubicBezTo>
                        <a:pt x="21377" y="10607"/>
                        <a:pt x="21278" y="9406"/>
                        <a:pt x="20491" y="8589"/>
                      </a:cubicBezTo>
                      <a:lnTo>
                        <a:pt x="12685" y="677"/>
                      </a:lnTo>
                      <a:cubicBezTo>
                        <a:pt x="12262" y="233"/>
                        <a:pt x="11773" y="0"/>
                        <a:pt x="1128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7" name="Google Shape;307;p26"/>
                <p:cNvSpPr/>
                <p:nvPr/>
              </p:nvSpPr>
              <p:spPr>
                <a:xfrm>
                  <a:off x="763662" y="1065475"/>
                  <a:ext cx="59197" cy="34254"/>
                </a:xfrm>
                <a:custGeom>
                  <a:avLst/>
                  <a:gdLst/>
                  <a:ahLst/>
                  <a:cxnLst>
                    <a:cxn ang="0">
                      <a:pos x="wd2" y="hd2"/>
                    </a:cxn>
                    <a:cxn ang="5400000">
                      <a:pos x="wd2" y="hd2"/>
                    </a:cxn>
                    <a:cxn ang="10800000">
                      <a:pos x="wd2" y="hd2"/>
                    </a:cxn>
                    <a:cxn ang="16200000">
                      <a:pos x="wd2" y="hd2"/>
                    </a:cxn>
                  </a:cxnLst>
                  <a:rect l="0" t="0" r="r" b="b"/>
                  <a:pathLst>
                    <a:path w="21167" h="21600" fill="norm" stroke="1" extrusionOk="0">
                      <a:moveTo>
                        <a:pt x="11299" y="0"/>
                      </a:moveTo>
                      <a:cubicBezTo>
                        <a:pt x="10902" y="0"/>
                        <a:pt x="10506" y="140"/>
                        <a:pt x="10129" y="431"/>
                      </a:cubicBezTo>
                      <a:lnTo>
                        <a:pt x="446" y="10340"/>
                      </a:lnTo>
                      <a:cubicBezTo>
                        <a:pt x="-228" y="11074"/>
                        <a:pt x="-122" y="12275"/>
                        <a:pt x="658" y="13009"/>
                      </a:cubicBezTo>
                      <a:lnTo>
                        <a:pt x="8464" y="20994"/>
                      </a:lnTo>
                      <a:cubicBezTo>
                        <a:pt x="8893" y="21390"/>
                        <a:pt x="9382" y="21600"/>
                        <a:pt x="9878" y="21600"/>
                      </a:cubicBezTo>
                      <a:cubicBezTo>
                        <a:pt x="10288" y="21600"/>
                        <a:pt x="10691" y="21460"/>
                        <a:pt x="11068" y="21169"/>
                      </a:cubicBezTo>
                      <a:lnTo>
                        <a:pt x="20698" y="11354"/>
                      </a:lnTo>
                      <a:cubicBezTo>
                        <a:pt x="21372" y="10619"/>
                        <a:pt x="21319" y="9419"/>
                        <a:pt x="20539" y="8591"/>
                      </a:cubicBezTo>
                      <a:lnTo>
                        <a:pt x="12733" y="606"/>
                      </a:lnTo>
                      <a:cubicBezTo>
                        <a:pt x="12277" y="210"/>
                        <a:pt x="11788" y="0"/>
                        <a:pt x="1129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8" name="Google Shape;308;p26"/>
                <p:cNvSpPr/>
                <p:nvPr/>
              </p:nvSpPr>
              <p:spPr>
                <a:xfrm>
                  <a:off x="806021" y="1041019"/>
                  <a:ext cx="59287" cy="34106"/>
                </a:xfrm>
                <a:custGeom>
                  <a:avLst/>
                  <a:gdLst/>
                  <a:ahLst/>
                  <a:cxnLst>
                    <a:cxn ang="0">
                      <a:pos x="wd2" y="hd2"/>
                    </a:cxn>
                    <a:cxn ang="5400000">
                      <a:pos x="wd2" y="hd2"/>
                    </a:cxn>
                    <a:cxn ang="10800000">
                      <a:pos x="wd2" y="hd2"/>
                    </a:cxn>
                    <a:cxn ang="16200000">
                      <a:pos x="wd2" y="hd2"/>
                    </a:cxn>
                  </a:cxnLst>
                  <a:rect l="0" t="0" r="r" b="b"/>
                  <a:pathLst>
                    <a:path w="21146" h="21600" fill="norm" stroke="1" extrusionOk="0">
                      <a:moveTo>
                        <a:pt x="11287" y="0"/>
                      </a:moveTo>
                      <a:cubicBezTo>
                        <a:pt x="10885" y="0"/>
                        <a:pt x="10483" y="140"/>
                        <a:pt x="10107" y="421"/>
                      </a:cubicBezTo>
                      <a:lnTo>
                        <a:pt x="448" y="10291"/>
                      </a:lnTo>
                      <a:cubicBezTo>
                        <a:pt x="-225" y="11028"/>
                        <a:pt x="-126" y="12234"/>
                        <a:pt x="652" y="12972"/>
                      </a:cubicBezTo>
                      <a:lnTo>
                        <a:pt x="8445" y="20991"/>
                      </a:lnTo>
                      <a:cubicBezTo>
                        <a:pt x="8874" y="21389"/>
                        <a:pt x="9362" y="21600"/>
                        <a:pt x="9856" y="21600"/>
                      </a:cubicBezTo>
                      <a:cubicBezTo>
                        <a:pt x="10259" y="21600"/>
                        <a:pt x="10667" y="21460"/>
                        <a:pt x="11043" y="21167"/>
                      </a:cubicBezTo>
                      <a:lnTo>
                        <a:pt x="20696" y="11309"/>
                      </a:lnTo>
                      <a:cubicBezTo>
                        <a:pt x="21375" y="10572"/>
                        <a:pt x="21270" y="9366"/>
                        <a:pt x="20491" y="8628"/>
                      </a:cubicBezTo>
                      <a:lnTo>
                        <a:pt x="12705" y="609"/>
                      </a:lnTo>
                      <a:cubicBezTo>
                        <a:pt x="12276" y="211"/>
                        <a:pt x="11782" y="0"/>
                        <a:pt x="1128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89" name="Google Shape;309;p26"/>
                <p:cNvSpPr/>
                <p:nvPr/>
              </p:nvSpPr>
              <p:spPr>
                <a:xfrm>
                  <a:off x="848465" y="1016453"/>
                  <a:ext cx="59271" cy="34124"/>
                </a:xfrm>
                <a:custGeom>
                  <a:avLst/>
                  <a:gdLst/>
                  <a:ahLst/>
                  <a:cxnLst>
                    <a:cxn ang="0">
                      <a:pos x="wd2" y="hd2"/>
                    </a:cxn>
                    <a:cxn ang="5400000">
                      <a:pos x="wd2" y="hd2"/>
                    </a:cxn>
                    <a:cxn ang="10800000">
                      <a:pos x="wd2" y="hd2"/>
                    </a:cxn>
                    <a:cxn ang="16200000">
                      <a:pos x="wd2" y="hd2"/>
                    </a:cxn>
                  </a:cxnLst>
                  <a:rect l="0" t="0" r="r" b="b"/>
                  <a:pathLst>
                    <a:path w="21135" h="21600" fill="norm" stroke="1" extrusionOk="0">
                      <a:moveTo>
                        <a:pt x="11276" y="0"/>
                      </a:moveTo>
                      <a:cubicBezTo>
                        <a:pt x="10861" y="0"/>
                        <a:pt x="10452" y="164"/>
                        <a:pt x="10077" y="491"/>
                      </a:cubicBezTo>
                      <a:lnTo>
                        <a:pt x="473" y="10355"/>
                      </a:lnTo>
                      <a:cubicBezTo>
                        <a:pt x="-206" y="10999"/>
                        <a:pt x="-153" y="12204"/>
                        <a:pt x="625" y="13023"/>
                      </a:cubicBezTo>
                      <a:lnTo>
                        <a:pt x="8416" y="20956"/>
                      </a:lnTo>
                      <a:cubicBezTo>
                        <a:pt x="8857" y="21389"/>
                        <a:pt x="9325" y="21600"/>
                        <a:pt x="9793" y="21600"/>
                      </a:cubicBezTo>
                      <a:cubicBezTo>
                        <a:pt x="10208" y="21600"/>
                        <a:pt x="10617" y="21436"/>
                        <a:pt x="11006" y="21132"/>
                      </a:cubicBezTo>
                      <a:lnTo>
                        <a:pt x="20662" y="11280"/>
                      </a:lnTo>
                      <a:cubicBezTo>
                        <a:pt x="21394" y="10636"/>
                        <a:pt x="21236" y="9431"/>
                        <a:pt x="20458" y="8600"/>
                      </a:cubicBezTo>
                      <a:lnTo>
                        <a:pt x="12667" y="679"/>
                      </a:lnTo>
                      <a:cubicBezTo>
                        <a:pt x="12245" y="234"/>
                        <a:pt x="11764" y="0"/>
                        <a:pt x="1127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0" name="Google Shape;310;p26"/>
                <p:cNvSpPr/>
                <p:nvPr/>
              </p:nvSpPr>
              <p:spPr>
                <a:xfrm>
                  <a:off x="890894" y="992053"/>
                  <a:ext cx="59204" cy="34161"/>
                </a:xfrm>
                <a:custGeom>
                  <a:avLst/>
                  <a:gdLst/>
                  <a:ahLst/>
                  <a:cxnLst>
                    <a:cxn ang="0">
                      <a:pos x="wd2" y="hd2"/>
                    </a:cxn>
                    <a:cxn ang="5400000">
                      <a:pos x="wd2" y="hd2"/>
                    </a:cxn>
                    <a:cxn ang="10800000">
                      <a:pos x="wd2" y="hd2"/>
                    </a:cxn>
                    <a:cxn ang="16200000">
                      <a:pos x="wd2" y="hd2"/>
                    </a:cxn>
                  </a:cxnLst>
                  <a:rect l="0" t="0" r="r" b="b"/>
                  <a:pathLst>
                    <a:path w="21169" h="21600" fill="norm" stroke="1" extrusionOk="0">
                      <a:moveTo>
                        <a:pt x="11352" y="0"/>
                      </a:moveTo>
                      <a:cubicBezTo>
                        <a:pt x="10936" y="0"/>
                        <a:pt x="10519" y="152"/>
                        <a:pt x="10129" y="456"/>
                      </a:cubicBezTo>
                      <a:lnTo>
                        <a:pt x="446" y="10309"/>
                      </a:lnTo>
                      <a:cubicBezTo>
                        <a:pt x="-228" y="10952"/>
                        <a:pt x="-122" y="12144"/>
                        <a:pt x="658" y="12974"/>
                      </a:cubicBezTo>
                      <a:lnTo>
                        <a:pt x="8464" y="20992"/>
                      </a:lnTo>
                      <a:cubicBezTo>
                        <a:pt x="8893" y="21390"/>
                        <a:pt x="9389" y="21600"/>
                        <a:pt x="9885" y="21600"/>
                      </a:cubicBezTo>
                      <a:cubicBezTo>
                        <a:pt x="10288" y="21600"/>
                        <a:pt x="10691" y="21460"/>
                        <a:pt x="11068" y="21168"/>
                      </a:cubicBezTo>
                      <a:lnTo>
                        <a:pt x="20698" y="11232"/>
                      </a:lnTo>
                      <a:cubicBezTo>
                        <a:pt x="21372" y="10590"/>
                        <a:pt x="21326" y="9479"/>
                        <a:pt x="20539" y="8556"/>
                      </a:cubicBezTo>
                      <a:lnTo>
                        <a:pt x="12733" y="643"/>
                      </a:lnTo>
                      <a:cubicBezTo>
                        <a:pt x="12290" y="199"/>
                        <a:pt x="11821" y="0"/>
                        <a:pt x="1135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1" name="Google Shape;311;p26"/>
                <p:cNvSpPr/>
                <p:nvPr/>
              </p:nvSpPr>
              <p:spPr>
                <a:xfrm>
                  <a:off x="933261" y="967523"/>
                  <a:ext cx="59222" cy="34198"/>
                </a:xfrm>
                <a:custGeom>
                  <a:avLst/>
                  <a:gdLst/>
                  <a:ahLst/>
                  <a:cxnLst>
                    <a:cxn ang="0">
                      <a:pos x="wd2" y="hd2"/>
                    </a:cxn>
                    <a:cxn ang="5400000">
                      <a:pos x="wd2" y="hd2"/>
                    </a:cxn>
                    <a:cxn ang="10800000">
                      <a:pos x="wd2" y="hd2"/>
                    </a:cxn>
                    <a:cxn ang="16200000">
                      <a:pos x="wd2" y="hd2"/>
                    </a:cxn>
                  </a:cxnLst>
                  <a:rect l="0" t="0" r="r" b="b"/>
                  <a:pathLst>
                    <a:path w="21175" h="21600" fill="norm" stroke="1" extrusionOk="0">
                      <a:moveTo>
                        <a:pt x="11332" y="0"/>
                      </a:moveTo>
                      <a:cubicBezTo>
                        <a:pt x="10922" y="0"/>
                        <a:pt x="10513" y="163"/>
                        <a:pt x="10129" y="502"/>
                      </a:cubicBezTo>
                      <a:lnTo>
                        <a:pt x="446" y="10345"/>
                      </a:lnTo>
                      <a:cubicBezTo>
                        <a:pt x="-228" y="10987"/>
                        <a:pt x="-122" y="12178"/>
                        <a:pt x="658" y="13007"/>
                      </a:cubicBezTo>
                      <a:lnTo>
                        <a:pt x="8464" y="20923"/>
                      </a:lnTo>
                      <a:cubicBezTo>
                        <a:pt x="8887" y="21366"/>
                        <a:pt x="9376" y="21600"/>
                        <a:pt x="9865" y="21600"/>
                      </a:cubicBezTo>
                      <a:cubicBezTo>
                        <a:pt x="10275" y="21600"/>
                        <a:pt x="10684" y="21437"/>
                        <a:pt x="11068" y="21098"/>
                      </a:cubicBezTo>
                      <a:lnTo>
                        <a:pt x="20751" y="11267"/>
                      </a:lnTo>
                      <a:cubicBezTo>
                        <a:pt x="21372" y="10613"/>
                        <a:pt x="21319" y="9422"/>
                        <a:pt x="20539" y="8593"/>
                      </a:cubicBezTo>
                      <a:lnTo>
                        <a:pt x="12733" y="689"/>
                      </a:lnTo>
                      <a:cubicBezTo>
                        <a:pt x="12310" y="234"/>
                        <a:pt x="11821" y="0"/>
                        <a:pt x="1133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2" name="Google Shape;312;p26"/>
                <p:cNvSpPr/>
                <p:nvPr/>
              </p:nvSpPr>
              <p:spPr>
                <a:xfrm>
                  <a:off x="975769" y="943030"/>
                  <a:ext cx="59155" cy="34180"/>
                </a:xfrm>
                <a:custGeom>
                  <a:avLst/>
                  <a:gdLst/>
                  <a:ahLst/>
                  <a:cxnLst>
                    <a:cxn ang="0">
                      <a:pos x="wd2" y="hd2"/>
                    </a:cxn>
                    <a:cxn ang="5400000">
                      <a:pos x="wd2" y="hd2"/>
                    </a:cxn>
                    <a:cxn ang="10800000">
                      <a:pos x="wd2" y="hd2"/>
                    </a:cxn>
                    <a:cxn ang="16200000">
                      <a:pos x="wd2" y="hd2"/>
                    </a:cxn>
                  </a:cxnLst>
                  <a:rect l="0" t="0" r="r" b="b"/>
                  <a:pathLst>
                    <a:path w="21151" h="21600" fill="norm" stroke="1" extrusionOk="0">
                      <a:moveTo>
                        <a:pt x="11302" y="0"/>
                      </a:moveTo>
                      <a:cubicBezTo>
                        <a:pt x="10899" y="0"/>
                        <a:pt x="10509" y="140"/>
                        <a:pt x="10132" y="432"/>
                      </a:cubicBezTo>
                      <a:lnTo>
                        <a:pt x="449" y="10374"/>
                      </a:lnTo>
                      <a:cubicBezTo>
                        <a:pt x="-225" y="11016"/>
                        <a:pt x="-126" y="12208"/>
                        <a:pt x="654" y="13037"/>
                      </a:cubicBezTo>
                      <a:lnTo>
                        <a:pt x="8467" y="20946"/>
                      </a:lnTo>
                      <a:cubicBezTo>
                        <a:pt x="8883" y="21390"/>
                        <a:pt x="9339" y="21600"/>
                        <a:pt x="9808" y="21600"/>
                      </a:cubicBezTo>
                      <a:cubicBezTo>
                        <a:pt x="10225" y="21600"/>
                        <a:pt x="10654" y="21436"/>
                        <a:pt x="11071" y="21133"/>
                      </a:cubicBezTo>
                      <a:lnTo>
                        <a:pt x="20701" y="11296"/>
                      </a:lnTo>
                      <a:cubicBezTo>
                        <a:pt x="21375" y="10642"/>
                        <a:pt x="21269" y="9357"/>
                        <a:pt x="20542" y="8621"/>
                      </a:cubicBezTo>
                      <a:lnTo>
                        <a:pt x="12736" y="619"/>
                      </a:lnTo>
                      <a:cubicBezTo>
                        <a:pt x="12274" y="210"/>
                        <a:pt x="11785" y="0"/>
                        <a:pt x="1130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3" name="Google Shape;313;p26"/>
                <p:cNvSpPr/>
                <p:nvPr/>
              </p:nvSpPr>
              <p:spPr>
                <a:xfrm>
                  <a:off x="1018129" y="918575"/>
                  <a:ext cx="59160" cy="34124"/>
                </a:xfrm>
                <a:custGeom>
                  <a:avLst/>
                  <a:gdLst/>
                  <a:ahLst/>
                  <a:cxnLst>
                    <a:cxn ang="0">
                      <a:pos x="wd2" y="hd2"/>
                    </a:cxn>
                    <a:cxn ang="5400000">
                      <a:pos x="wd2" y="hd2"/>
                    </a:cxn>
                    <a:cxn ang="10800000">
                      <a:pos x="wd2" y="hd2"/>
                    </a:cxn>
                    <a:cxn ang="16200000">
                      <a:pos x="wd2" y="hd2"/>
                    </a:cxn>
                  </a:cxnLst>
                  <a:rect l="0" t="0" r="r" b="b"/>
                  <a:pathLst>
                    <a:path w="21146" h="21600" fill="norm" stroke="1" extrusionOk="0">
                      <a:moveTo>
                        <a:pt x="11295" y="0"/>
                      </a:moveTo>
                      <a:cubicBezTo>
                        <a:pt x="10898" y="0"/>
                        <a:pt x="10502" y="140"/>
                        <a:pt x="10132" y="433"/>
                      </a:cubicBezTo>
                      <a:lnTo>
                        <a:pt x="452" y="10297"/>
                      </a:lnTo>
                      <a:cubicBezTo>
                        <a:pt x="-229" y="11034"/>
                        <a:pt x="-123" y="12228"/>
                        <a:pt x="656" y="13058"/>
                      </a:cubicBezTo>
                      <a:lnTo>
                        <a:pt x="8467" y="20980"/>
                      </a:lnTo>
                      <a:cubicBezTo>
                        <a:pt x="8896" y="21389"/>
                        <a:pt x="9372" y="21600"/>
                        <a:pt x="9861" y="21600"/>
                      </a:cubicBezTo>
                      <a:cubicBezTo>
                        <a:pt x="10257" y="21600"/>
                        <a:pt x="10667" y="21460"/>
                        <a:pt x="11063" y="21167"/>
                      </a:cubicBezTo>
                      <a:lnTo>
                        <a:pt x="20690" y="11303"/>
                      </a:lnTo>
                      <a:cubicBezTo>
                        <a:pt x="21371" y="10566"/>
                        <a:pt x="21265" y="9372"/>
                        <a:pt x="20538" y="8635"/>
                      </a:cubicBezTo>
                      <a:lnTo>
                        <a:pt x="12728" y="620"/>
                      </a:lnTo>
                      <a:cubicBezTo>
                        <a:pt x="12272" y="211"/>
                        <a:pt x="11783" y="0"/>
                        <a:pt x="1129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4" name="Google Shape;314;p26"/>
                <p:cNvSpPr/>
                <p:nvPr/>
              </p:nvSpPr>
              <p:spPr>
                <a:xfrm>
                  <a:off x="546006" y="1143352"/>
                  <a:ext cx="60399" cy="34993"/>
                </a:xfrm>
                <a:custGeom>
                  <a:avLst/>
                  <a:gdLst/>
                  <a:ahLst/>
                  <a:cxnLst>
                    <a:cxn ang="0">
                      <a:pos x="wd2" y="hd2"/>
                    </a:cxn>
                    <a:cxn ang="5400000">
                      <a:pos x="wd2" y="hd2"/>
                    </a:cxn>
                    <a:cxn ang="10800000">
                      <a:pos x="wd2" y="hd2"/>
                    </a:cxn>
                    <a:cxn ang="16200000">
                      <a:pos x="wd2" y="hd2"/>
                    </a:cxn>
                  </a:cxnLst>
                  <a:rect l="0" t="0" r="r" b="b"/>
                  <a:pathLst>
                    <a:path w="21188" h="21600" fill="norm" stroke="1" extrusionOk="0">
                      <a:moveTo>
                        <a:pt x="11492" y="0"/>
                      </a:moveTo>
                      <a:cubicBezTo>
                        <a:pt x="11109" y="0"/>
                        <a:pt x="10720" y="137"/>
                        <a:pt x="10351" y="422"/>
                      </a:cubicBezTo>
                      <a:lnTo>
                        <a:pt x="442" y="10577"/>
                      </a:lnTo>
                      <a:cubicBezTo>
                        <a:pt x="-219" y="11205"/>
                        <a:pt x="-115" y="12369"/>
                        <a:pt x="598" y="13088"/>
                      </a:cubicBezTo>
                      <a:lnTo>
                        <a:pt x="8360" y="20995"/>
                      </a:lnTo>
                      <a:cubicBezTo>
                        <a:pt x="8782" y="21395"/>
                        <a:pt x="9248" y="21600"/>
                        <a:pt x="9709" y="21600"/>
                      </a:cubicBezTo>
                      <a:cubicBezTo>
                        <a:pt x="10091" y="21600"/>
                        <a:pt x="10468" y="21463"/>
                        <a:pt x="10811" y="21178"/>
                      </a:cubicBezTo>
                      <a:lnTo>
                        <a:pt x="20771" y="11023"/>
                      </a:lnTo>
                      <a:cubicBezTo>
                        <a:pt x="21381" y="10395"/>
                        <a:pt x="21329" y="9231"/>
                        <a:pt x="20564" y="8512"/>
                      </a:cubicBezTo>
                      <a:lnTo>
                        <a:pt x="12854" y="605"/>
                      </a:lnTo>
                      <a:cubicBezTo>
                        <a:pt x="12432" y="205"/>
                        <a:pt x="11965" y="0"/>
                        <a:pt x="1149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5" name="Google Shape;315;p26"/>
                <p:cNvSpPr/>
                <p:nvPr/>
              </p:nvSpPr>
              <p:spPr>
                <a:xfrm>
                  <a:off x="589744" y="1118120"/>
                  <a:ext cx="60412" cy="34901"/>
                </a:xfrm>
                <a:custGeom>
                  <a:avLst/>
                  <a:gdLst/>
                  <a:ahLst/>
                  <a:cxnLst>
                    <a:cxn ang="0">
                      <a:pos x="wd2" y="hd2"/>
                    </a:cxn>
                    <a:cxn ang="5400000">
                      <a:pos x="wd2" y="hd2"/>
                    </a:cxn>
                    <a:cxn ang="10800000">
                      <a:pos x="wd2" y="hd2"/>
                    </a:cxn>
                    <a:cxn ang="16200000">
                      <a:pos x="wd2" y="hd2"/>
                    </a:cxn>
                  </a:cxnLst>
                  <a:rect l="0" t="0" r="r" b="b"/>
                  <a:pathLst>
                    <a:path w="21186" h="21600" fill="norm" stroke="1" extrusionOk="0">
                      <a:moveTo>
                        <a:pt x="11520" y="0"/>
                      </a:moveTo>
                      <a:cubicBezTo>
                        <a:pt x="11131" y="0"/>
                        <a:pt x="10736" y="160"/>
                        <a:pt x="10379" y="458"/>
                      </a:cubicBezTo>
                      <a:lnTo>
                        <a:pt x="422" y="10548"/>
                      </a:lnTo>
                      <a:cubicBezTo>
                        <a:pt x="-194" y="11269"/>
                        <a:pt x="-142" y="12344"/>
                        <a:pt x="623" y="13157"/>
                      </a:cubicBezTo>
                      <a:lnTo>
                        <a:pt x="8337" y="20994"/>
                      </a:lnTo>
                      <a:cubicBezTo>
                        <a:pt x="8758" y="21394"/>
                        <a:pt x="9225" y="21600"/>
                        <a:pt x="9692" y="21600"/>
                      </a:cubicBezTo>
                      <a:cubicBezTo>
                        <a:pt x="10081" y="21600"/>
                        <a:pt x="10470" y="21463"/>
                        <a:pt x="10833" y="21177"/>
                      </a:cubicBezTo>
                      <a:lnTo>
                        <a:pt x="20738" y="11086"/>
                      </a:lnTo>
                      <a:cubicBezTo>
                        <a:pt x="21406" y="10365"/>
                        <a:pt x="21302" y="9278"/>
                        <a:pt x="20589" y="8466"/>
                      </a:cubicBezTo>
                      <a:lnTo>
                        <a:pt x="12830" y="629"/>
                      </a:lnTo>
                      <a:cubicBezTo>
                        <a:pt x="12421" y="206"/>
                        <a:pt x="11967" y="0"/>
                        <a:pt x="11520"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6" name="Google Shape;316;p26"/>
                <p:cNvSpPr/>
                <p:nvPr/>
              </p:nvSpPr>
              <p:spPr>
                <a:xfrm>
                  <a:off x="633495" y="1092833"/>
                  <a:ext cx="60406" cy="34993"/>
                </a:xfrm>
                <a:custGeom>
                  <a:avLst/>
                  <a:gdLst/>
                  <a:ahLst/>
                  <a:cxnLst>
                    <a:cxn ang="0">
                      <a:pos x="wd2" y="hd2"/>
                    </a:cxn>
                    <a:cxn ang="5400000">
                      <a:pos x="wd2" y="hd2"/>
                    </a:cxn>
                    <a:cxn ang="10800000">
                      <a:pos x="wd2" y="hd2"/>
                    </a:cxn>
                    <a:cxn ang="16200000">
                      <a:pos x="wd2" y="hd2"/>
                    </a:cxn>
                  </a:cxnLst>
                  <a:rect l="0" t="0" r="r" b="b"/>
                  <a:pathLst>
                    <a:path w="21190" h="21600" fill="norm" stroke="1" extrusionOk="0">
                      <a:moveTo>
                        <a:pt x="11492" y="0"/>
                      </a:moveTo>
                      <a:cubicBezTo>
                        <a:pt x="11109" y="0"/>
                        <a:pt x="10720" y="137"/>
                        <a:pt x="10351" y="422"/>
                      </a:cubicBezTo>
                      <a:lnTo>
                        <a:pt x="442" y="10577"/>
                      </a:lnTo>
                      <a:cubicBezTo>
                        <a:pt x="-219" y="11205"/>
                        <a:pt x="-115" y="12380"/>
                        <a:pt x="598" y="13099"/>
                      </a:cubicBezTo>
                      <a:lnTo>
                        <a:pt x="8308" y="21007"/>
                      </a:lnTo>
                      <a:cubicBezTo>
                        <a:pt x="8762" y="21395"/>
                        <a:pt x="9242" y="21600"/>
                        <a:pt x="9709" y="21600"/>
                      </a:cubicBezTo>
                      <a:cubicBezTo>
                        <a:pt x="10091" y="21600"/>
                        <a:pt x="10468" y="21463"/>
                        <a:pt x="10811" y="21178"/>
                      </a:cubicBezTo>
                      <a:lnTo>
                        <a:pt x="20771" y="11023"/>
                      </a:lnTo>
                      <a:cubicBezTo>
                        <a:pt x="21381" y="10395"/>
                        <a:pt x="21336" y="9231"/>
                        <a:pt x="20564" y="8512"/>
                      </a:cubicBezTo>
                      <a:lnTo>
                        <a:pt x="12854" y="605"/>
                      </a:lnTo>
                      <a:cubicBezTo>
                        <a:pt x="12432" y="205"/>
                        <a:pt x="11965" y="0"/>
                        <a:pt x="1149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7" name="Google Shape;317;p26"/>
                <p:cNvSpPr/>
                <p:nvPr/>
              </p:nvSpPr>
              <p:spPr>
                <a:xfrm>
                  <a:off x="677243" y="1067601"/>
                  <a:ext cx="60405" cy="34900"/>
                </a:xfrm>
                <a:custGeom>
                  <a:avLst/>
                  <a:gdLst/>
                  <a:ahLst/>
                  <a:cxnLst>
                    <a:cxn ang="0">
                      <a:pos x="wd2" y="hd2"/>
                    </a:cxn>
                    <a:cxn ang="5400000">
                      <a:pos x="wd2" y="hd2"/>
                    </a:cxn>
                    <a:cxn ang="10800000">
                      <a:pos x="wd2" y="hd2"/>
                    </a:cxn>
                    <a:cxn ang="16200000">
                      <a:pos x="wd2" y="hd2"/>
                    </a:cxn>
                  </a:cxnLst>
                  <a:rect l="0" t="0" r="r" b="b"/>
                  <a:pathLst>
                    <a:path w="21190" h="21600" fill="norm" stroke="1" extrusionOk="0">
                      <a:moveTo>
                        <a:pt x="11527" y="0"/>
                      </a:moveTo>
                      <a:cubicBezTo>
                        <a:pt x="11131" y="0"/>
                        <a:pt x="10735" y="160"/>
                        <a:pt x="10379" y="458"/>
                      </a:cubicBezTo>
                      <a:lnTo>
                        <a:pt x="419" y="10548"/>
                      </a:lnTo>
                      <a:cubicBezTo>
                        <a:pt x="-191" y="11269"/>
                        <a:pt x="-146" y="12344"/>
                        <a:pt x="626" y="13157"/>
                      </a:cubicBezTo>
                      <a:lnTo>
                        <a:pt x="8336" y="20994"/>
                      </a:lnTo>
                      <a:cubicBezTo>
                        <a:pt x="8758" y="21394"/>
                        <a:pt x="9225" y="21600"/>
                        <a:pt x="9698" y="21600"/>
                      </a:cubicBezTo>
                      <a:cubicBezTo>
                        <a:pt x="10081" y="21600"/>
                        <a:pt x="10470" y="21463"/>
                        <a:pt x="10839" y="21177"/>
                      </a:cubicBezTo>
                      <a:lnTo>
                        <a:pt x="20748" y="11086"/>
                      </a:lnTo>
                      <a:cubicBezTo>
                        <a:pt x="21409" y="10365"/>
                        <a:pt x="21305" y="9278"/>
                        <a:pt x="20592" y="8478"/>
                      </a:cubicBezTo>
                      <a:lnTo>
                        <a:pt x="12830" y="629"/>
                      </a:lnTo>
                      <a:cubicBezTo>
                        <a:pt x="12421" y="206"/>
                        <a:pt x="11974" y="0"/>
                        <a:pt x="1152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8" name="Google Shape;318;p26"/>
                <p:cNvSpPr/>
                <p:nvPr/>
              </p:nvSpPr>
              <p:spPr>
                <a:xfrm>
                  <a:off x="720963" y="1042350"/>
                  <a:ext cx="60436" cy="34956"/>
                </a:xfrm>
                <a:custGeom>
                  <a:avLst/>
                  <a:gdLst/>
                  <a:ahLst/>
                  <a:cxnLst>
                    <a:cxn ang="0">
                      <a:pos x="wd2" y="hd2"/>
                    </a:cxn>
                    <a:cxn ang="5400000">
                      <a:pos x="wd2" y="hd2"/>
                    </a:cxn>
                    <a:cxn ang="10800000">
                      <a:pos x="wd2" y="hd2"/>
                    </a:cxn>
                    <a:cxn ang="16200000">
                      <a:pos x="wd2" y="hd2"/>
                    </a:cxn>
                  </a:cxnLst>
                  <a:rect l="0" t="0" r="r" b="b"/>
                  <a:pathLst>
                    <a:path w="21194" h="21600" fill="norm" stroke="1" extrusionOk="0">
                      <a:moveTo>
                        <a:pt x="11516" y="0"/>
                      </a:moveTo>
                      <a:cubicBezTo>
                        <a:pt x="11127" y="0"/>
                        <a:pt x="10732" y="160"/>
                        <a:pt x="10362" y="491"/>
                      </a:cubicBezTo>
                      <a:lnTo>
                        <a:pt x="405" y="10566"/>
                      </a:lnTo>
                      <a:cubicBezTo>
                        <a:pt x="-211" y="11194"/>
                        <a:pt x="-107" y="12371"/>
                        <a:pt x="606" y="13090"/>
                      </a:cubicBezTo>
                      <a:lnTo>
                        <a:pt x="8314" y="21006"/>
                      </a:lnTo>
                      <a:cubicBezTo>
                        <a:pt x="8735" y="21394"/>
                        <a:pt x="9221" y="21600"/>
                        <a:pt x="9694" y="21600"/>
                      </a:cubicBezTo>
                      <a:cubicBezTo>
                        <a:pt x="10090" y="21600"/>
                        <a:pt x="10472" y="21463"/>
                        <a:pt x="10816" y="21189"/>
                      </a:cubicBezTo>
                      <a:lnTo>
                        <a:pt x="20773" y="11023"/>
                      </a:lnTo>
                      <a:cubicBezTo>
                        <a:pt x="21389" y="10395"/>
                        <a:pt x="21337" y="9218"/>
                        <a:pt x="20572" y="8498"/>
                      </a:cubicBezTo>
                      <a:lnTo>
                        <a:pt x="12858" y="674"/>
                      </a:lnTo>
                      <a:cubicBezTo>
                        <a:pt x="12443" y="228"/>
                        <a:pt x="11983" y="0"/>
                        <a:pt x="1151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199" name="Google Shape;319;p26"/>
                <p:cNvSpPr/>
                <p:nvPr/>
              </p:nvSpPr>
              <p:spPr>
                <a:xfrm>
                  <a:off x="764739" y="1017137"/>
                  <a:ext cx="60399" cy="34900"/>
                </a:xfrm>
                <a:custGeom>
                  <a:avLst/>
                  <a:gdLst/>
                  <a:ahLst/>
                  <a:cxnLst>
                    <a:cxn ang="0">
                      <a:pos x="wd2" y="hd2"/>
                    </a:cxn>
                    <a:cxn ang="5400000">
                      <a:pos x="wd2" y="hd2"/>
                    </a:cxn>
                    <a:cxn ang="10800000">
                      <a:pos x="wd2" y="hd2"/>
                    </a:cxn>
                    <a:cxn ang="16200000">
                      <a:pos x="wd2" y="hd2"/>
                    </a:cxn>
                  </a:cxnLst>
                  <a:rect l="0" t="0" r="r" b="b"/>
                  <a:pathLst>
                    <a:path w="21188" h="21600" fill="norm" stroke="1" extrusionOk="0">
                      <a:moveTo>
                        <a:pt x="11466" y="0"/>
                      </a:moveTo>
                      <a:cubicBezTo>
                        <a:pt x="11084" y="0"/>
                        <a:pt x="10695" y="137"/>
                        <a:pt x="10325" y="423"/>
                      </a:cubicBezTo>
                      <a:lnTo>
                        <a:pt x="417" y="10514"/>
                      </a:lnTo>
                      <a:cubicBezTo>
                        <a:pt x="-193" y="11235"/>
                        <a:pt x="-141" y="12310"/>
                        <a:pt x="624" y="13122"/>
                      </a:cubicBezTo>
                      <a:lnTo>
                        <a:pt x="8334" y="20959"/>
                      </a:lnTo>
                      <a:cubicBezTo>
                        <a:pt x="8743" y="21394"/>
                        <a:pt x="9190" y="21600"/>
                        <a:pt x="9644" y="21600"/>
                      </a:cubicBezTo>
                      <a:cubicBezTo>
                        <a:pt x="10046" y="21600"/>
                        <a:pt x="10455" y="21440"/>
                        <a:pt x="10837" y="21142"/>
                      </a:cubicBezTo>
                      <a:lnTo>
                        <a:pt x="20746" y="11052"/>
                      </a:lnTo>
                      <a:cubicBezTo>
                        <a:pt x="21407" y="10331"/>
                        <a:pt x="21303" y="9256"/>
                        <a:pt x="20590" y="8535"/>
                      </a:cubicBezTo>
                      <a:lnTo>
                        <a:pt x="12828" y="606"/>
                      </a:lnTo>
                      <a:cubicBezTo>
                        <a:pt x="12406" y="206"/>
                        <a:pt x="11940" y="0"/>
                        <a:pt x="1146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0" name="Google Shape;320;p26"/>
                <p:cNvSpPr/>
                <p:nvPr/>
              </p:nvSpPr>
              <p:spPr>
                <a:xfrm>
                  <a:off x="808479" y="991812"/>
                  <a:ext cx="60410" cy="34993"/>
                </a:xfrm>
                <a:custGeom>
                  <a:avLst/>
                  <a:gdLst/>
                  <a:ahLst/>
                  <a:cxnLst>
                    <a:cxn ang="0">
                      <a:pos x="wd2" y="hd2"/>
                    </a:cxn>
                    <a:cxn ang="5400000">
                      <a:pos x="wd2" y="hd2"/>
                    </a:cxn>
                    <a:cxn ang="10800000">
                      <a:pos x="wd2" y="hd2"/>
                    </a:cxn>
                    <a:cxn ang="16200000">
                      <a:pos x="wd2" y="hd2"/>
                    </a:cxn>
                  </a:cxnLst>
                  <a:rect l="0" t="0" r="r" b="b"/>
                  <a:pathLst>
                    <a:path w="21185" h="21600" fill="norm" stroke="1" extrusionOk="0">
                      <a:moveTo>
                        <a:pt x="11461" y="0"/>
                      </a:moveTo>
                      <a:cubicBezTo>
                        <a:pt x="11085" y="0"/>
                        <a:pt x="10709" y="137"/>
                        <a:pt x="10352" y="422"/>
                      </a:cubicBezTo>
                      <a:lnTo>
                        <a:pt x="447" y="10566"/>
                      </a:lnTo>
                      <a:cubicBezTo>
                        <a:pt x="-221" y="11205"/>
                        <a:pt x="-117" y="12369"/>
                        <a:pt x="602" y="13088"/>
                      </a:cubicBezTo>
                      <a:lnTo>
                        <a:pt x="8310" y="20995"/>
                      </a:lnTo>
                      <a:cubicBezTo>
                        <a:pt x="8731" y="21395"/>
                        <a:pt x="9198" y="21600"/>
                        <a:pt x="9665" y="21600"/>
                      </a:cubicBezTo>
                      <a:cubicBezTo>
                        <a:pt x="10054" y="21600"/>
                        <a:pt x="10443" y="21463"/>
                        <a:pt x="10812" y="21178"/>
                      </a:cubicBezTo>
                      <a:lnTo>
                        <a:pt x="20763" y="11023"/>
                      </a:lnTo>
                      <a:cubicBezTo>
                        <a:pt x="21379" y="10395"/>
                        <a:pt x="21327" y="9220"/>
                        <a:pt x="20562" y="8501"/>
                      </a:cubicBezTo>
                      <a:lnTo>
                        <a:pt x="12854" y="685"/>
                      </a:lnTo>
                      <a:cubicBezTo>
                        <a:pt x="12420" y="228"/>
                        <a:pt x="11940" y="0"/>
                        <a:pt x="1146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1" name="Google Shape;321;p26"/>
                <p:cNvSpPr/>
                <p:nvPr/>
              </p:nvSpPr>
              <p:spPr>
                <a:xfrm>
                  <a:off x="852157" y="966617"/>
                  <a:ext cx="60477" cy="34845"/>
                </a:xfrm>
                <a:custGeom>
                  <a:avLst/>
                  <a:gdLst/>
                  <a:ahLst/>
                  <a:cxnLst>
                    <a:cxn ang="0">
                      <a:pos x="wd2" y="hd2"/>
                    </a:cxn>
                    <a:cxn ang="5400000">
                      <a:pos x="wd2" y="hd2"/>
                    </a:cxn>
                    <a:cxn ang="10800000">
                      <a:pos x="wd2" y="hd2"/>
                    </a:cxn>
                    <a:cxn ang="16200000">
                      <a:pos x="wd2" y="hd2"/>
                    </a:cxn>
                  </a:cxnLst>
                  <a:rect l="0" t="0" r="r" b="b"/>
                  <a:pathLst>
                    <a:path w="21164" h="21600" fill="norm" stroke="1" extrusionOk="0">
                      <a:moveTo>
                        <a:pt x="11469" y="0"/>
                      </a:moveTo>
                      <a:cubicBezTo>
                        <a:pt x="11081" y="0"/>
                        <a:pt x="10693" y="138"/>
                        <a:pt x="10324" y="424"/>
                      </a:cubicBezTo>
                      <a:lnTo>
                        <a:pt x="446" y="10622"/>
                      </a:lnTo>
                      <a:cubicBezTo>
                        <a:pt x="-220" y="11253"/>
                        <a:pt x="-116" y="12341"/>
                        <a:pt x="595" y="13143"/>
                      </a:cubicBezTo>
                      <a:lnTo>
                        <a:pt x="8338" y="21004"/>
                      </a:lnTo>
                      <a:cubicBezTo>
                        <a:pt x="8759" y="21394"/>
                        <a:pt x="9225" y="21600"/>
                        <a:pt x="9697" y="21600"/>
                      </a:cubicBezTo>
                      <a:cubicBezTo>
                        <a:pt x="10085" y="21600"/>
                        <a:pt x="10467" y="21462"/>
                        <a:pt x="10836" y="21176"/>
                      </a:cubicBezTo>
                      <a:lnTo>
                        <a:pt x="20720" y="11069"/>
                      </a:lnTo>
                      <a:cubicBezTo>
                        <a:pt x="21380" y="10347"/>
                        <a:pt x="21283" y="9270"/>
                        <a:pt x="20565" y="8548"/>
                      </a:cubicBezTo>
                      <a:lnTo>
                        <a:pt x="12822" y="607"/>
                      </a:lnTo>
                      <a:cubicBezTo>
                        <a:pt x="12401" y="206"/>
                        <a:pt x="11935" y="0"/>
                        <a:pt x="1146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2" name="Google Shape;322;p26"/>
                <p:cNvSpPr/>
                <p:nvPr/>
              </p:nvSpPr>
              <p:spPr>
                <a:xfrm>
                  <a:off x="895908" y="941330"/>
                  <a:ext cx="60399" cy="34956"/>
                </a:xfrm>
                <a:custGeom>
                  <a:avLst/>
                  <a:gdLst/>
                  <a:ahLst/>
                  <a:cxnLst>
                    <a:cxn ang="0">
                      <a:pos x="wd2" y="hd2"/>
                    </a:cxn>
                    <a:cxn ang="5400000">
                      <a:pos x="wd2" y="hd2"/>
                    </a:cxn>
                    <a:cxn ang="10800000">
                      <a:pos x="wd2" y="hd2"/>
                    </a:cxn>
                    <a:cxn ang="16200000">
                      <a:pos x="wd2" y="hd2"/>
                    </a:cxn>
                  </a:cxnLst>
                  <a:rect l="0" t="0" r="r" b="b"/>
                  <a:pathLst>
                    <a:path w="21188" h="21600" fill="norm" stroke="1" extrusionOk="0">
                      <a:moveTo>
                        <a:pt x="11512" y="0"/>
                      </a:moveTo>
                      <a:cubicBezTo>
                        <a:pt x="11116" y="0"/>
                        <a:pt x="10727" y="160"/>
                        <a:pt x="10377" y="491"/>
                      </a:cubicBezTo>
                      <a:lnTo>
                        <a:pt x="417" y="10566"/>
                      </a:lnTo>
                      <a:cubicBezTo>
                        <a:pt x="-193" y="11194"/>
                        <a:pt x="-141" y="12359"/>
                        <a:pt x="624" y="13079"/>
                      </a:cubicBezTo>
                      <a:lnTo>
                        <a:pt x="8334" y="20995"/>
                      </a:lnTo>
                      <a:cubicBezTo>
                        <a:pt x="8756" y="21394"/>
                        <a:pt x="9223" y="21600"/>
                        <a:pt x="9696" y="21600"/>
                      </a:cubicBezTo>
                      <a:cubicBezTo>
                        <a:pt x="10079" y="21600"/>
                        <a:pt x="10468" y="21463"/>
                        <a:pt x="10837" y="21177"/>
                      </a:cubicBezTo>
                      <a:lnTo>
                        <a:pt x="20746" y="11011"/>
                      </a:lnTo>
                      <a:cubicBezTo>
                        <a:pt x="21407" y="10383"/>
                        <a:pt x="21303" y="9207"/>
                        <a:pt x="20590" y="8487"/>
                      </a:cubicBezTo>
                      <a:lnTo>
                        <a:pt x="12880" y="663"/>
                      </a:lnTo>
                      <a:cubicBezTo>
                        <a:pt x="12465" y="228"/>
                        <a:pt x="11985" y="0"/>
                        <a:pt x="1151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3" name="Google Shape;323;p26"/>
                <p:cNvSpPr/>
                <p:nvPr/>
              </p:nvSpPr>
              <p:spPr>
                <a:xfrm>
                  <a:off x="939647" y="916098"/>
                  <a:ext cx="60472" cy="34900"/>
                </a:xfrm>
                <a:custGeom>
                  <a:avLst/>
                  <a:gdLst/>
                  <a:ahLst/>
                  <a:cxnLst>
                    <a:cxn ang="0">
                      <a:pos x="wd2" y="hd2"/>
                    </a:cxn>
                    <a:cxn ang="5400000">
                      <a:pos x="wd2" y="hd2"/>
                    </a:cxn>
                    <a:cxn ang="10800000">
                      <a:pos x="wd2" y="hd2"/>
                    </a:cxn>
                    <a:cxn ang="16200000">
                      <a:pos x="wd2" y="hd2"/>
                    </a:cxn>
                  </a:cxnLst>
                  <a:rect l="0" t="0" r="r" b="b"/>
                  <a:pathLst>
                    <a:path w="21156" h="21600" fill="norm" stroke="1" extrusionOk="0">
                      <a:moveTo>
                        <a:pt x="11466" y="0"/>
                      </a:moveTo>
                      <a:cubicBezTo>
                        <a:pt x="11078" y="0"/>
                        <a:pt x="10690" y="137"/>
                        <a:pt x="10328" y="423"/>
                      </a:cubicBezTo>
                      <a:lnTo>
                        <a:pt x="446" y="10606"/>
                      </a:lnTo>
                      <a:cubicBezTo>
                        <a:pt x="-220" y="11235"/>
                        <a:pt x="-117" y="12322"/>
                        <a:pt x="595" y="13134"/>
                      </a:cubicBezTo>
                      <a:lnTo>
                        <a:pt x="8336" y="20971"/>
                      </a:lnTo>
                      <a:cubicBezTo>
                        <a:pt x="8743" y="21394"/>
                        <a:pt x="9196" y="21600"/>
                        <a:pt x="9649" y="21600"/>
                      </a:cubicBezTo>
                      <a:cubicBezTo>
                        <a:pt x="10050" y="21600"/>
                        <a:pt x="10451" y="21440"/>
                        <a:pt x="10832" y="21154"/>
                      </a:cubicBezTo>
                      <a:lnTo>
                        <a:pt x="20714" y="11063"/>
                      </a:lnTo>
                      <a:cubicBezTo>
                        <a:pt x="21380" y="10422"/>
                        <a:pt x="21277" y="9256"/>
                        <a:pt x="20513" y="8535"/>
                      </a:cubicBezTo>
                      <a:lnTo>
                        <a:pt x="12824" y="606"/>
                      </a:lnTo>
                      <a:cubicBezTo>
                        <a:pt x="12404" y="206"/>
                        <a:pt x="11932" y="0"/>
                        <a:pt x="1146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4" name="Google Shape;324;p26"/>
                <p:cNvSpPr/>
                <p:nvPr/>
              </p:nvSpPr>
              <p:spPr>
                <a:xfrm>
                  <a:off x="983398" y="890866"/>
                  <a:ext cx="60405" cy="34900"/>
                </a:xfrm>
                <a:custGeom>
                  <a:avLst/>
                  <a:gdLst/>
                  <a:ahLst/>
                  <a:cxnLst>
                    <a:cxn ang="0">
                      <a:pos x="wd2" y="hd2"/>
                    </a:cxn>
                    <a:cxn ang="5400000">
                      <a:pos x="wd2" y="hd2"/>
                    </a:cxn>
                    <a:cxn ang="10800000">
                      <a:pos x="wd2" y="hd2"/>
                    </a:cxn>
                    <a:cxn ang="16200000">
                      <a:pos x="wd2" y="hd2"/>
                    </a:cxn>
                  </a:cxnLst>
                  <a:rect l="0" t="0" r="r" b="b"/>
                  <a:pathLst>
                    <a:path w="21190" h="21600" fill="norm" stroke="1" extrusionOk="0">
                      <a:moveTo>
                        <a:pt x="11531" y="0"/>
                      </a:moveTo>
                      <a:cubicBezTo>
                        <a:pt x="11129" y="0"/>
                        <a:pt x="10740" y="160"/>
                        <a:pt x="10377" y="458"/>
                      </a:cubicBezTo>
                      <a:lnTo>
                        <a:pt x="417" y="10548"/>
                      </a:lnTo>
                      <a:cubicBezTo>
                        <a:pt x="-193" y="11269"/>
                        <a:pt x="-141" y="12344"/>
                        <a:pt x="624" y="13157"/>
                      </a:cubicBezTo>
                      <a:lnTo>
                        <a:pt x="8334" y="20994"/>
                      </a:lnTo>
                      <a:cubicBezTo>
                        <a:pt x="8756" y="21394"/>
                        <a:pt x="9223" y="21600"/>
                        <a:pt x="9696" y="21600"/>
                      </a:cubicBezTo>
                      <a:cubicBezTo>
                        <a:pt x="10079" y="21600"/>
                        <a:pt x="10468" y="21463"/>
                        <a:pt x="10837" y="21177"/>
                      </a:cubicBezTo>
                      <a:lnTo>
                        <a:pt x="20746" y="11086"/>
                      </a:lnTo>
                      <a:cubicBezTo>
                        <a:pt x="21407" y="10365"/>
                        <a:pt x="21310" y="9290"/>
                        <a:pt x="20590" y="8478"/>
                      </a:cubicBezTo>
                      <a:lnTo>
                        <a:pt x="12880" y="629"/>
                      </a:lnTo>
                      <a:cubicBezTo>
                        <a:pt x="12445" y="206"/>
                        <a:pt x="11985" y="0"/>
                        <a:pt x="1153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5" name="Google Shape;325;p26"/>
                <p:cNvSpPr/>
                <p:nvPr/>
              </p:nvSpPr>
              <p:spPr>
                <a:xfrm>
                  <a:off x="475821" y="1133999"/>
                  <a:ext cx="65368" cy="37747"/>
                </a:xfrm>
                <a:custGeom>
                  <a:avLst/>
                  <a:gdLst/>
                  <a:ahLst/>
                  <a:cxnLst>
                    <a:cxn ang="0">
                      <a:pos x="wd2" y="hd2"/>
                    </a:cxn>
                    <a:cxn ang="5400000">
                      <a:pos x="wd2" y="hd2"/>
                    </a:cxn>
                    <a:cxn ang="10800000">
                      <a:pos x="wd2" y="hd2"/>
                    </a:cxn>
                    <a:cxn ang="16200000">
                      <a:pos x="wd2" y="hd2"/>
                    </a:cxn>
                  </a:cxnLst>
                  <a:rect l="0" t="0" r="r" b="b"/>
                  <a:pathLst>
                    <a:path w="21270" h="21600" fill="norm" stroke="1" extrusionOk="0">
                      <a:moveTo>
                        <a:pt x="12163" y="0"/>
                      </a:moveTo>
                      <a:cubicBezTo>
                        <a:pt x="11862" y="0"/>
                        <a:pt x="11555" y="106"/>
                        <a:pt x="11267" y="328"/>
                      </a:cubicBezTo>
                      <a:lnTo>
                        <a:pt x="319" y="11488"/>
                      </a:lnTo>
                      <a:cubicBezTo>
                        <a:pt x="-150" y="11995"/>
                        <a:pt x="-102" y="12820"/>
                        <a:pt x="464" y="13413"/>
                      </a:cubicBezTo>
                      <a:lnTo>
                        <a:pt x="8042" y="21071"/>
                      </a:lnTo>
                      <a:cubicBezTo>
                        <a:pt x="8373" y="21431"/>
                        <a:pt x="8728" y="21600"/>
                        <a:pt x="9083" y="21600"/>
                      </a:cubicBezTo>
                      <a:cubicBezTo>
                        <a:pt x="9396" y="21600"/>
                        <a:pt x="9703" y="21473"/>
                        <a:pt x="9985" y="21240"/>
                      </a:cubicBezTo>
                      <a:lnTo>
                        <a:pt x="20927" y="10155"/>
                      </a:lnTo>
                      <a:cubicBezTo>
                        <a:pt x="21450" y="9658"/>
                        <a:pt x="21354" y="8748"/>
                        <a:pt x="20788" y="8156"/>
                      </a:cubicBezTo>
                      <a:lnTo>
                        <a:pt x="13252" y="497"/>
                      </a:lnTo>
                      <a:cubicBezTo>
                        <a:pt x="12909" y="169"/>
                        <a:pt x="12536" y="0"/>
                        <a:pt x="1216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6" name="Google Shape;326;p26"/>
                <p:cNvSpPr/>
                <p:nvPr/>
              </p:nvSpPr>
              <p:spPr>
                <a:xfrm>
                  <a:off x="524918" y="1105717"/>
                  <a:ext cx="65418" cy="37729"/>
                </a:xfrm>
                <a:custGeom>
                  <a:avLst/>
                  <a:gdLst/>
                  <a:ahLst/>
                  <a:cxnLst>
                    <a:cxn ang="0">
                      <a:pos x="wd2" y="hd2"/>
                    </a:cxn>
                    <a:cxn ang="5400000">
                      <a:pos x="wd2" y="hd2"/>
                    </a:cxn>
                    <a:cxn ang="10800000">
                      <a:pos x="wd2" y="hd2"/>
                    </a:cxn>
                    <a:cxn ang="16200000">
                      <a:pos x="wd2" y="hd2"/>
                    </a:cxn>
                  </a:cxnLst>
                  <a:rect l="0" t="0" r="r" b="b"/>
                  <a:pathLst>
                    <a:path w="21287" h="21600" fill="norm" stroke="1" extrusionOk="0">
                      <a:moveTo>
                        <a:pt x="12199" y="0"/>
                      </a:moveTo>
                      <a:cubicBezTo>
                        <a:pt x="11892" y="0"/>
                        <a:pt x="11585" y="116"/>
                        <a:pt x="11303" y="349"/>
                      </a:cubicBezTo>
                      <a:lnTo>
                        <a:pt x="355" y="11440"/>
                      </a:lnTo>
                      <a:cubicBezTo>
                        <a:pt x="-162" y="11938"/>
                        <a:pt x="-114" y="12858"/>
                        <a:pt x="500" y="13440"/>
                      </a:cubicBezTo>
                      <a:lnTo>
                        <a:pt x="8030" y="21103"/>
                      </a:lnTo>
                      <a:cubicBezTo>
                        <a:pt x="8373" y="21431"/>
                        <a:pt x="8746" y="21600"/>
                        <a:pt x="9125" y="21600"/>
                      </a:cubicBezTo>
                      <a:cubicBezTo>
                        <a:pt x="9426" y="21600"/>
                        <a:pt x="9727" y="21494"/>
                        <a:pt x="10021" y="21272"/>
                      </a:cubicBezTo>
                      <a:lnTo>
                        <a:pt x="20963" y="10191"/>
                      </a:lnTo>
                      <a:cubicBezTo>
                        <a:pt x="21438" y="9599"/>
                        <a:pt x="21390" y="8689"/>
                        <a:pt x="20824" y="8191"/>
                      </a:cubicBezTo>
                      <a:lnTo>
                        <a:pt x="13246" y="519"/>
                      </a:lnTo>
                      <a:cubicBezTo>
                        <a:pt x="12915" y="159"/>
                        <a:pt x="12554" y="0"/>
                        <a:pt x="1219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7" name="Google Shape;327;p26"/>
                <p:cNvSpPr/>
                <p:nvPr/>
              </p:nvSpPr>
              <p:spPr>
                <a:xfrm>
                  <a:off x="574087" y="1077361"/>
                  <a:ext cx="65368" cy="37544"/>
                </a:xfrm>
                <a:custGeom>
                  <a:avLst/>
                  <a:gdLst/>
                  <a:ahLst/>
                  <a:cxnLst>
                    <a:cxn ang="0">
                      <a:pos x="wd2" y="hd2"/>
                    </a:cxn>
                    <a:cxn ang="5400000">
                      <a:pos x="wd2" y="hd2"/>
                    </a:cxn>
                    <a:cxn ang="10800000">
                      <a:pos x="wd2" y="hd2"/>
                    </a:cxn>
                    <a:cxn ang="16200000">
                      <a:pos x="wd2" y="hd2"/>
                    </a:cxn>
                  </a:cxnLst>
                  <a:rect l="0" t="0" r="r" b="b"/>
                  <a:pathLst>
                    <a:path w="21270" h="21600" fill="norm" stroke="1" extrusionOk="0">
                      <a:moveTo>
                        <a:pt x="12163" y="0"/>
                      </a:moveTo>
                      <a:cubicBezTo>
                        <a:pt x="11862" y="0"/>
                        <a:pt x="11555" y="117"/>
                        <a:pt x="11267" y="330"/>
                      </a:cubicBezTo>
                      <a:lnTo>
                        <a:pt x="319" y="11475"/>
                      </a:lnTo>
                      <a:cubicBezTo>
                        <a:pt x="-150" y="11975"/>
                        <a:pt x="-102" y="12815"/>
                        <a:pt x="464" y="13400"/>
                      </a:cubicBezTo>
                      <a:lnTo>
                        <a:pt x="8042" y="21111"/>
                      </a:lnTo>
                      <a:cubicBezTo>
                        <a:pt x="8385" y="21430"/>
                        <a:pt x="8758" y="21600"/>
                        <a:pt x="9131" y="21600"/>
                      </a:cubicBezTo>
                      <a:cubicBezTo>
                        <a:pt x="9420" y="21600"/>
                        <a:pt x="9715" y="21494"/>
                        <a:pt x="9985" y="21270"/>
                      </a:cubicBezTo>
                      <a:lnTo>
                        <a:pt x="20927" y="10135"/>
                      </a:lnTo>
                      <a:cubicBezTo>
                        <a:pt x="21450" y="9635"/>
                        <a:pt x="21354" y="8710"/>
                        <a:pt x="20788" y="8210"/>
                      </a:cubicBezTo>
                      <a:lnTo>
                        <a:pt x="13252" y="500"/>
                      </a:lnTo>
                      <a:cubicBezTo>
                        <a:pt x="12909" y="170"/>
                        <a:pt x="12536" y="0"/>
                        <a:pt x="1216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8" name="Google Shape;328;p26"/>
                <p:cNvSpPr/>
                <p:nvPr/>
              </p:nvSpPr>
              <p:spPr>
                <a:xfrm>
                  <a:off x="623184" y="1048912"/>
                  <a:ext cx="65418" cy="37766"/>
                </a:xfrm>
                <a:custGeom>
                  <a:avLst/>
                  <a:gdLst/>
                  <a:ahLst/>
                  <a:cxnLst>
                    <a:cxn ang="0">
                      <a:pos x="wd2" y="hd2"/>
                    </a:cxn>
                    <a:cxn ang="5400000">
                      <a:pos x="wd2" y="hd2"/>
                    </a:cxn>
                    <a:cxn ang="10800000">
                      <a:pos x="wd2" y="hd2"/>
                    </a:cxn>
                    <a:cxn ang="16200000">
                      <a:pos x="wd2" y="hd2"/>
                    </a:cxn>
                  </a:cxnLst>
                  <a:rect l="0" t="0" r="r" b="b"/>
                  <a:pathLst>
                    <a:path w="21287" h="21600" fill="norm" stroke="1" extrusionOk="0">
                      <a:moveTo>
                        <a:pt x="12235" y="0"/>
                      </a:moveTo>
                      <a:cubicBezTo>
                        <a:pt x="11916" y="0"/>
                        <a:pt x="11597" y="127"/>
                        <a:pt x="11303" y="370"/>
                      </a:cubicBezTo>
                      <a:lnTo>
                        <a:pt x="355" y="11440"/>
                      </a:lnTo>
                      <a:cubicBezTo>
                        <a:pt x="-162" y="11937"/>
                        <a:pt x="-114" y="12856"/>
                        <a:pt x="500" y="13438"/>
                      </a:cubicBezTo>
                      <a:lnTo>
                        <a:pt x="8030" y="21103"/>
                      </a:lnTo>
                      <a:cubicBezTo>
                        <a:pt x="8373" y="21420"/>
                        <a:pt x="8746" y="21600"/>
                        <a:pt x="9125" y="21600"/>
                      </a:cubicBezTo>
                      <a:cubicBezTo>
                        <a:pt x="9426" y="21600"/>
                        <a:pt x="9727" y="21484"/>
                        <a:pt x="10021" y="21272"/>
                      </a:cubicBezTo>
                      <a:lnTo>
                        <a:pt x="20963" y="10107"/>
                      </a:lnTo>
                      <a:cubicBezTo>
                        <a:pt x="21438" y="9611"/>
                        <a:pt x="21390" y="8775"/>
                        <a:pt x="20824" y="8109"/>
                      </a:cubicBezTo>
                      <a:lnTo>
                        <a:pt x="13246" y="455"/>
                      </a:lnTo>
                      <a:cubicBezTo>
                        <a:pt x="12921" y="148"/>
                        <a:pt x="12578" y="0"/>
                        <a:pt x="1223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09" name="Google Shape;329;p26"/>
                <p:cNvSpPr/>
                <p:nvPr/>
              </p:nvSpPr>
              <p:spPr>
                <a:xfrm>
                  <a:off x="672353" y="1020519"/>
                  <a:ext cx="65368" cy="37766"/>
                </a:xfrm>
                <a:custGeom>
                  <a:avLst/>
                  <a:gdLst/>
                  <a:ahLst/>
                  <a:cxnLst>
                    <a:cxn ang="0">
                      <a:pos x="wd2" y="hd2"/>
                    </a:cxn>
                    <a:cxn ang="5400000">
                      <a:pos x="wd2" y="hd2"/>
                    </a:cxn>
                    <a:cxn ang="10800000">
                      <a:pos x="wd2" y="hd2"/>
                    </a:cxn>
                    <a:cxn ang="16200000">
                      <a:pos x="wd2" y="hd2"/>
                    </a:cxn>
                  </a:cxnLst>
                  <a:rect l="0" t="0" r="r" b="b"/>
                  <a:pathLst>
                    <a:path w="21270" h="21600" fill="norm" stroke="1" extrusionOk="0">
                      <a:moveTo>
                        <a:pt x="12241" y="0"/>
                      </a:moveTo>
                      <a:cubicBezTo>
                        <a:pt x="11916" y="0"/>
                        <a:pt x="11585" y="127"/>
                        <a:pt x="11267" y="370"/>
                      </a:cubicBezTo>
                      <a:lnTo>
                        <a:pt x="319" y="11440"/>
                      </a:lnTo>
                      <a:cubicBezTo>
                        <a:pt x="-150" y="11947"/>
                        <a:pt x="-102" y="12856"/>
                        <a:pt x="464" y="13438"/>
                      </a:cubicBezTo>
                      <a:lnTo>
                        <a:pt x="8042" y="21103"/>
                      </a:lnTo>
                      <a:cubicBezTo>
                        <a:pt x="8385" y="21431"/>
                        <a:pt x="8758" y="21600"/>
                        <a:pt x="9131" y="21600"/>
                      </a:cubicBezTo>
                      <a:cubicBezTo>
                        <a:pt x="9420" y="21600"/>
                        <a:pt x="9715" y="21494"/>
                        <a:pt x="9985" y="21272"/>
                      </a:cubicBezTo>
                      <a:lnTo>
                        <a:pt x="20927" y="10107"/>
                      </a:lnTo>
                      <a:cubicBezTo>
                        <a:pt x="21450" y="9611"/>
                        <a:pt x="21354" y="8775"/>
                        <a:pt x="20788" y="8194"/>
                      </a:cubicBezTo>
                      <a:lnTo>
                        <a:pt x="13252" y="455"/>
                      </a:lnTo>
                      <a:cubicBezTo>
                        <a:pt x="12933" y="148"/>
                        <a:pt x="12590" y="0"/>
                        <a:pt x="1224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0" name="Google Shape;330;p26"/>
                <p:cNvSpPr/>
                <p:nvPr/>
              </p:nvSpPr>
              <p:spPr>
                <a:xfrm>
                  <a:off x="721450" y="992163"/>
                  <a:ext cx="65418" cy="37729"/>
                </a:xfrm>
                <a:custGeom>
                  <a:avLst/>
                  <a:gdLst/>
                  <a:ahLst/>
                  <a:cxnLst>
                    <a:cxn ang="0">
                      <a:pos x="wd2" y="hd2"/>
                    </a:cxn>
                    <a:cxn ang="5400000">
                      <a:pos x="wd2" y="hd2"/>
                    </a:cxn>
                    <a:cxn ang="10800000">
                      <a:pos x="wd2" y="hd2"/>
                    </a:cxn>
                    <a:cxn ang="16200000">
                      <a:pos x="wd2" y="hd2"/>
                    </a:cxn>
                  </a:cxnLst>
                  <a:rect l="0" t="0" r="r" b="b"/>
                  <a:pathLst>
                    <a:path w="21287" h="21600" fill="norm" stroke="1" extrusionOk="0">
                      <a:moveTo>
                        <a:pt x="12199" y="0"/>
                      </a:moveTo>
                      <a:cubicBezTo>
                        <a:pt x="11892" y="0"/>
                        <a:pt x="11585" y="116"/>
                        <a:pt x="11303" y="349"/>
                      </a:cubicBezTo>
                      <a:lnTo>
                        <a:pt x="355" y="11440"/>
                      </a:lnTo>
                      <a:cubicBezTo>
                        <a:pt x="-162" y="11938"/>
                        <a:pt x="-114" y="12858"/>
                        <a:pt x="500" y="13440"/>
                      </a:cubicBezTo>
                      <a:lnTo>
                        <a:pt x="8030" y="21103"/>
                      </a:lnTo>
                      <a:cubicBezTo>
                        <a:pt x="8373" y="21431"/>
                        <a:pt x="8746" y="21600"/>
                        <a:pt x="9125" y="21600"/>
                      </a:cubicBezTo>
                      <a:cubicBezTo>
                        <a:pt x="9426" y="21600"/>
                        <a:pt x="9727" y="21494"/>
                        <a:pt x="10021" y="21272"/>
                      </a:cubicBezTo>
                      <a:lnTo>
                        <a:pt x="20963" y="10191"/>
                      </a:lnTo>
                      <a:cubicBezTo>
                        <a:pt x="21438" y="9599"/>
                        <a:pt x="21390" y="8773"/>
                        <a:pt x="20824" y="8191"/>
                      </a:cubicBezTo>
                      <a:lnTo>
                        <a:pt x="13246" y="519"/>
                      </a:lnTo>
                      <a:cubicBezTo>
                        <a:pt x="12915" y="159"/>
                        <a:pt x="12554" y="0"/>
                        <a:pt x="1219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1" name="Google Shape;331;p26"/>
                <p:cNvSpPr/>
                <p:nvPr/>
              </p:nvSpPr>
              <p:spPr>
                <a:xfrm>
                  <a:off x="770620" y="963771"/>
                  <a:ext cx="65368" cy="37728"/>
                </a:xfrm>
                <a:custGeom>
                  <a:avLst/>
                  <a:gdLst/>
                  <a:ahLst/>
                  <a:cxnLst>
                    <a:cxn ang="0">
                      <a:pos x="wd2" y="hd2"/>
                    </a:cxn>
                    <a:cxn ang="5400000">
                      <a:pos x="wd2" y="hd2"/>
                    </a:cxn>
                    <a:cxn ang="10800000">
                      <a:pos x="wd2" y="hd2"/>
                    </a:cxn>
                    <a:cxn ang="16200000">
                      <a:pos x="wd2" y="hd2"/>
                    </a:cxn>
                  </a:cxnLst>
                  <a:rect l="0" t="0" r="r" b="b"/>
                  <a:pathLst>
                    <a:path w="21270" h="21600" fill="norm" stroke="1" extrusionOk="0">
                      <a:moveTo>
                        <a:pt x="12205" y="0"/>
                      </a:moveTo>
                      <a:cubicBezTo>
                        <a:pt x="11892" y="0"/>
                        <a:pt x="11573" y="127"/>
                        <a:pt x="11267" y="360"/>
                      </a:cubicBezTo>
                      <a:lnTo>
                        <a:pt x="319" y="11440"/>
                      </a:lnTo>
                      <a:cubicBezTo>
                        <a:pt x="-150" y="11938"/>
                        <a:pt x="-102" y="12858"/>
                        <a:pt x="464" y="13440"/>
                      </a:cubicBezTo>
                      <a:lnTo>
                        <a:pt x="8042" y="21113"/>
                      </a:lnTo>
                      <a:cubicBezTo>
                        <a:pt x="8385" y="21431"/>
                        <a:pt x="8758" y="21600"/>
                        <a:pt x="9131" y="21600"/>
                      </a:cubicBezTo>
                      <a:cubicBezTo>
                        <a:pt x="9420" y="21600"/>
                        <a:pt x="9715" y="21494"/>
                        <a:pt x="9985" y="21272"/>
                      </a:cubicBezTo>
                      <a:lnTo>
                        <a:pt x="20927" y="10191"/>
                      </a:lnTo>
                      <a:cubicBezTo>
                        <a:pt x="21450" y="9694"/>
                        <a:pt x="21354" y="8773"/>
                        <a:pt x="20788" y="8191"/>
                      </a:cubicBezTo>
                      <a:lnTo>
                        <a:pt x="13258" y="519"/>
                      </a:lnTo>
                      <a:cubicBezTo>
                        <a:pt x="12927" y="169"/>
                        <a:pt x="12566" y="0"/>
                        <a:pt x="1220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2" name="Google Shape;332;p26"/>
                <p:cNvSpPr/>
                <p:nvPr/>
              </p:nvSpPr>
              <p:spPr>
                <a:xfrm>
                  <a:off x="819717" y="935433"/>
                  <a:ext cx="65417" cy="37747"/>
                </a:xfrm>
                <a:custGeom>
                  <a:avLst/>
                  <a:gdLst/>
                  <a:ahLst/>
                  <a:cxnLst>
                    <a:cxn ang="0">
                      <a:pos x="wd2" y="hd2"/>
                    </a:cxn>
                    <a:cxn ang="5400000">
                      <a:pos x="wd2" y="hd2"/>
                    </a:cxn>
                    <a:cxn ang="10800000">
                      <a:pos x="wd2" y="hd2"/>
                    </a:cxn>
                    <a:cxn ang="16200000">
                      <a:pos x="wd2" y="hd2"/>
                    </a:cxn>
                  </a:cxnLst>
                  <a:rect l="0" t="0" r="r" b="b"/>
                  <a:pathLst>
                    <a:path w="21287" h="21600" fill="norm" stroke="1" extrusionOk="0">
                      <a:moveTo>
                        <a:pt x="12157" y="0"/>
                      </a:moveTo>
                      <a:cubicBezTo>
                        <a:pt x="11862" y="0"/>
                        <a:pt x="11573" y="106"/>
                        <a:pt x="11303" y="328"/>
                      </a:cubicBezTo>
                      <a:lnTo>
                        <a:pt x="355" y="11488"/>
                      </a:lnTo>
                      <a:cubicBezTo>
                        <a:pt x="-162" y="11985"/>
                        <a:pt x="-114" y="12820"/>
                        <a:pt x="500" y="13402"/>
                      </a:cubicBezTo>
                      <a:lnTo>
                        <a:pt x="8030" y="21156"/>
                      </a:lnTo>
                      <a:cubicBezTo>
                        <a:pt x="8349" y="21452"/>
                        <a:pt x="8698" y="21600"/>
                        <a:pt x="9047" y="21600"/>
                      </a:cubicBezTo>
                      <a:cubicBezTo>
                        <a:pt x="9372" y="21600"/>
                        <a:pt x="9703" y="21473"/>
                        <a:pt x="10021" y="21240"/>
                      </a:cubicBezTo>
                      <a:lnTo>
                        <a:pt x="20963" y="10155"/>
                      </a:lnTo>
                      <a:cubicBezTo>
                        <a:pt x="21438" y="9658"/>
                        <a:pt x="21390" y="8737"/>
                        <a:pt x="20824" y="8156"/>
                      </a:cubicBezTo>
                      <a:lnTo>
                        <a:pt x="13246" y="497"/>
                      </a:lnTo>
                      <a:cubicBezTo>
                        <a:pt x="12903" y="169"/>
                        <a:pt x="12530" y="0"/>
                        <a:pt x="1215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3" name="Google Shape;333;p26"/>
                <p:cNvSpPr/>
                <p:nvPr/>
              </p:nvSpPr>
              <p:spPr>
                <a:xfrm>
                  <a:off x="868886" y="907040"/>
                  <a:ext cx="65368" cy="37747"/>
                </a:xfrm>
                <a:custGeom>
                  <a:avLst/>
                  <a:gdLst/>
                  <a:ahLst/>
                  <a:cxnLst>
                    <a:cxn ang="0">
                      <a:pos x="wd2" y="hd2"/>
                    </a:cxn>
                    <a:cxn ang="5400000">
                      <a:pos x="wd2" y="hd2"/>
                    </a:cxn>
                    <a:cxn ang="10800000">
                      <a:pos x="wd2" y="hd2"/>
                    </a:cxn>
                    <a:cxn ang="16200000">
                      <a:pos x="wd2" y="hd2"/>
                    </a:cxn>
                  </a:cxnLst>
                  <a:rect l="0" t="0" r="r" b="b"/>
                  <a:pathLst>
                    <a:path w="21270" h="21600" fill="norm" stroke="1" extrusionOk="0">
                      <a:moveTo>
                        <a:pt x="12163" y="0"/>
                      </a:moveTo>
                      <a:cubicBezTo>
                        <a:pt x="11862" y="0"/>
                        <a:pt x="11561" y="106"/>
                        <a:pt x="11267" y="328"/>
                      </a:cubicBezTo>
                      <a:lnTo>
                        <a:pt x="319" y="11488"/>
                      </a:lnTo>
                      <a:cubicBezTo>
                        <a:pt x="-150" y="11995"/>
                        <a:pt x="-102" y="12905"/>
                        <a:pt x="464" y="13487"/>
                      </a:cubicBezTo>
                      <a:lnTo>
                        <a:pt x="8042" y="21156"/>
                      </a:lnTo>
                      <a:cubicBezTo>
                        <a:pt x="8337" y="21462"/>
                        <a:pt x="8686" y="21600"/>
                        <a:pt x="9035" y="21600"/>
                      </a:cubicBezTo>
                      <a:cubicBezTo>
                        <a:pt x="9360" y="21600"/>
                        <a:pt x="9691" y="21484"/>
                        <a:pt x="9985" y="21240"/>
                      </a:cubicBezTo>
                      <a:lnTo>
                        <a:pt x="20927" y="10155"/>
                      </a:lnTo>
                      <a:cubicBezTo>
                        <a:pt x="21450" y="9658"/>
                        <a:pt x="21354" y="8737"/>
                        <a:pt x="20788" y="8156"/>
                      </a:cubicBezTo>
                      <a:lnTo>
                        <a:pt x="13258" y="497"/>
                      </a:lnTo>
                      <a:cubicBezTo>
                        <a:pt x="12909" y="169"/>
                        <a:pt x="12536" y="0"/>
                        <a:pt x="1216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4" name="Google Shape;334;p26"/>
                <p:cNvSpPr/>
                <p:nvPr/>
              </p:nvSpPr>
              <p:spPr>
                <a:xfrm>
                  <a:off x="917983" y="878684"/>
                  <a:ext cx="65418" cy="37784"/>
                </a:xfrm>
                <a:custGeom>
                  <a:avLst/>
                  <a:gdLst/>
                  <a:ahLst/>
                  <a:cxnLst>
                    <a:cxn ang="0">
                      <a:pos x="wd2" y="hd2"/>
                    </a:cxn>
                    <a:cxn ang="5400000">
                      <a:pos x="wd2" y="hd2"/>
                    </a:cxn>
                    <a:cxn ang="10800000">
                      <a:pos x="wd2" y="hd2"/>
                    </a:cxn>
                    <a:cxn ang="16200000">
                      <a:pos x="wd2" y="hd2"/>
                    </a:cxn>
                  </a:cxnLst>
                  <a:rect l="0" t="0" r="r" b="b"/>
                  <a:pathLst>
                    <a:path w="21287" h="21600" fill="norm" stroke="1" extrusionOk="0">
                      <a:moveTo>
                        <a:pt x="12199" y="0"/>
                      </a:moveTo>
                      <a:cubicBezTo>
                        <a:pt x="11892" y="0"/>
                        <a:pt x="11585" y="127"/>
                        <a:pt x="11303" y="391"/>
                      </a:cubicBezTo>
                      <a:lnTo>
                        <a:pt x="355" y="11466"/>
                      </a:lnTo>
                      <a:cubicBezTo>
                        <a:pt x="-162" y="11962"/>
                        <a:pt x="-114" y="12882"/>
                        <a:pt x="500" y="13463"/>
                      </a:cubicBezTo>
                      <a:lnTo>
                        <a:pt x="8030" y="21114"/>
                      </a:lnTo>
                      <a:cubicBezTo>
                        <a:pt x="8361" y="21431"/>
                        <a:pt x="8716" y="21600"/>
                        <a:pt x="9083" y="21600"/>
                      </a:cubicBezTo>
                      <a:cubicBezTo>
                        <a:pt x="9396" y="21600"/>
                        <a:pt x="9715" y="21473"/>
                        <a:pt x="10021" y="21198"/>
                      </a:cubicBezTo>
                      <a:lnTo>
                        <a:pt x="20963" y="10134"/>
                      </a:lnTo>
                      <a:cubicBezTo>
                        <a:pt x="21438" y="9627"/>
                        <a:pt x="21390" y="8718"/>
                        <a:pt x="20824" y="8137"/>
                      </a:cubicBezTo>
                      <a:lnTo>
                        <a:pt x="13246" y="476"/>
                      </a:lnTo>
                      <a:cubicBezTo>
                        <a:pt x="12915" y="169"/>
                        <a:pt x="12554" y="0"/>
                        <a:pt x="1219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5" name="Google Shape;335;p26"/>
                <p:cNvSpPr/>
                <p:nvPr/>
              </p:nvSpPr>
              <p:spPr>
                <a:xfrm>
                  <a:off x="967155" y="850347"/>
                  <a:ext cx="65365" cy="37747"/>
                </a:xfrm>
                <a:custGeom>
                  <a:avLst/>
                  <a:gdLst/>
                  <a:ahLst/>
                  <a:cxnLst>
                    <a:cxn ang="0">
                      <a:pos x="wd2" y="hd2"/>
                    </a:cxn>
                    <a:cxn ang="5400000">
                      <a:pos x="wd2" y="hd2"/>
                    </a:cxn>
                    <a:cxn ang="10800000">
                      <a:pos x="wd2" y="hd2"/>
                    </a:cxn>
                    <a:cxn ang="16200000">
                      <a:pos x="wd2" y="hd2"/>
                    </a:cxn>
                  </a:cxnLst>
                  <a:rect l="0" t="0" r="r" b="b"/>
                  <a:pathLst>
                    <a:path w="21270" h="21600" fill="norm" stroke="1" extrusionOk="0">
                      <a:moveTo>
                        <a:pt x="12216" y="0"/>
                      </a:moveTo>
                      <a:cubicBezTo>
                        <a:pt x="11891" y="0"/>
                        <a:pt x="11560" y="127"/>
                        <a:pt x="11266" y="360"/>
                      </a:cubicBezTo>
                      <a:lnTo>
                        <a:pt x="324" y="11445"/>
                      </a:lnTo>
                      <a:cubicBezTo>
                        <a:pt x="-151" y="11942"/>
                        <a:pt x="-103" y="12863"/>
                        <a:pt x="463" y="13444"/>
                      </a:cubicBezTo>
                      <a:lnTo>
                        <a:pt x="8041" y="21103"/>
                      </a:lnTo>
                      <a:cubicBezTo>
                        <a:pt x="8360" y="21431"/>
                        <a:pt x="8733" y="21600"/>
                        <a:pt x="9112" y="21600"/>
                      </a:cubicBezTo>
                      <a:cubicBezTo>
                        <a:pt x="9413" y="21600"/>
                        <a:pt x="9714" y="21494"/>
                        <a:pt x="9984" y="21272"/>
                      </a:cubicBezTo>
                      <a:lnTo>
                        <a:pt x="20926" y="10112"/>
                      </a:lnTo>
                      <a:cubicBezTo>
                        <a:pt x="21449" y="9615"/>
                        <a:pt x="21353" y="8780"/>
                        <a:pt x="20787" y="8198"/>
                      </a:cubicBezTo>
                      <a:lnTo>
                        <a:pt x="13208" y="444"/>
                      </a:lnTo>
                      <a:cubicBezTo>
                        <a:pt x="12914" y="148"/>
                        <a:pt x="12565" y="0"/>
                        <a:pt x="1221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6" name="Google Shape;336;p26"/>
                <p:cNvSpPr/>
                <p:nvPr/>
              </p:nvSpPr>
              <p:spPr>
                <a:xfrm>
                  <a:off x="1137330" y="889405"/>
                  <a:ext cx="72013" cy="41500"/>
                </a:xfrm>
                <a:custGeom>
                  <a:avLst/>
                  <a:gdLst/>
                  <a:ahLst/>
                  <a:cxnLst>
                    <a:cxn ang="0">
                      <a:pos x="wd2" y="hd2"/>
                    </a:cxn>
                    <a:cxn ang="5400000">
                      <a:pos x="wd2" y="hd2"/>
                    </a:cxn>
                    <a:cxn ang="10800000">
                      <a:pos x="wd2" y="hd2"/>
                    </a:cxn>
                    <a:cxn ang="16200000">
                      <a:pos x="wd2" y="hd2"/>
                    </a:cxn>
                  </a:cxnLst>
                  <a:rect l="0" t="0" r="r" b="b"/>
                  <a:pathLst>
                    <a:path w="21325" h="21600" fill="norm" stroke="1" extrusionOk="0">
                      <a:moveTo>
                        <a:pt x="13005" y="0"/>
                      </a:moveTo>
                      <a:cubicBezTo>
                        <a:pt x="12737" y="0"/>
                        <a:pt x="12474" y="96"/>
                        <a:pt x="12238" y="308"/>
                      </a:cubicBezTo>
                      <a:lnTo>
                        <a:pt x="294" y="12431"/>
                      </a:lnTo>
                      <a:cubicBezTo>
                        <a:pt x="-138" y="12816"/>
                        <a:pt x="-94" y="13566"/>
                        <a:pt x="426" y="14095"/>
                      </a:cubicBezTo>
                      <a:lnTo>
                        <a:pt x="7411" y="21225"/>
                      </a:lnTo>
                      <a:cubicBezTo>
                        <a:pt x="7690" y="21465"/>
                        <a:pt x="8007" y="21600"/>
                        <a:pt x="8319" y="21600"/>
                      </a:cubicBezTo>
                      <a:cubicBezTo>
                        <a:pt x="8587" y="21600"/>
                        <a:pt x="8850" y="21504"/>
                        <a:pt x="9091" y="21302"/>
                      </a:cubicBezTo>
                      <a:lnTo>
                        <a:pt x="21030" y="9179"/>
                      </a:lnTo>
                      <a:cubicBezTo>
                        <a:pt x="21462" y="8794"/>
                        <a:pt x="21418" y="8034"/>
                        <a:pt x="20904" y="7505"/>
                      </a:cubicBezTo>
                      <a:lnTo>
                        <a:pt x="13919" y="385"/>
                      </a:lnTo>
                      <a:cubicBezTo>
                        <a:pt x="13640" y="135"/>
                        <a:pt x="13322" y="0"/>
                        <a:pt x="1300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7" name="Google Shape;337;p26"/>
                <p:cNvSpPr/>
                <p:nvPr/>
              </p:nvSpPr>
              <p:spPr>
                <a:xfrm>
                  <a:off x="1084242" y="920146"/>
                  <a:ext cx="71980" cy="41481"/>
                </a:xfrm>
                <a:custGeom>
                  <a:avLst/>
                  <a:gdLst/>
                  <a:ahLst/>
                  <a:cxnLst>
                    <a:cxn ang="0">
                      <a:pos x="wd2" y="hd2"/>
                    </a:cxn>
                    <a:cxn ang="5400000">
                      <a:pos x="wd2" y="hd2"/>
                    </a:cxn>
                    <a:cxn ang="10800000">
                      <a:pos x="wd2" y="hd2"/>
                    </a:cxn>
                    <a:cxn ang="16200000">
                      <a:pos x="wd2" y="hd2"/>
                    </a:cxn>
                  </a:cxnLst>
                  <a:rect l="0" t="0" r="r" b="b"/>
                  <a:pathLst>
                    <a:path w="21320" h="21600" fill="norm" stroke="1" extrusionOk="0">
                      <a:moveTo>
                        <a:pt x="12986" y="0"/>
                      </a:moveTo>
                      <a:cubicBezTo>
                        <a:pt x="12729" y="0"/>
                        <a:pt x="12472" y="96"/>
                        <a:pt x="12225" y="298"/>
                      </a:cubicBezTo>
                      <a:lnTo>
                        <a:pt x="278" y="12427"/>
                      </a:lnTo>
                      <a:cubicBezTo>
                        <a:pt x="-149" y="12879"/>
                        <a:pt x="-67" y="13640"/>
                        <a:pt x="409" y="14092"/>
                      </a:cubicBezTo>
                      <a:lnTo>
                        <a:pt x="7440" y="21225"/>
                      </a:lnTo>
                      <a:cubicBezTo>
                        <a:pt x="7719" y="21465"/>
                        <a:pt x="8026" y="21600"/>
                        <a:pt x="8327" y="21600"/>
                      </a:cubicBezTo>
                      <a:cubicBezTo>
                        <a:pt x="8584" y="21600"/>
                        <a:pt x="8841" y="21504"/>
                        <a:pt x="9077" y="21292"/>
                      </a:cubicBezTo>
                      <a:lnTo>
                        <a:pt x="21024" y="9241"/>
                      </a:lnTo>
                      <a:cubicBezTo>
                        <a:pt x="21451" y="8788"/>
                        <a:pt x="21413" y="8028"/>
                        <a:pt x="20936" y="7498"/>
                      </a:cubicBezTo>
                      <a:lnTo>
                        <a:pt x="13906" y="452"/>
                      </a:lnTo>
                      <a:cubicBezTo>
                        <a:pt x="13616" y="154"/>
                        <a:pt x="13304" y="0"/>
                        <a:pt x="1298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8" name="Google Shape;338;p26"/>
                <p:cNvSpPr/>
                <p:nvPr/>
              </p:nvSpPr>
              <p:spPr>
                <a:xfrm>
                  <a:off x="1031193" y="950702"/>
                  <a:ext cx="71977" cy="41499"/>
                </a:xfrm>
                <a:custGeom>
                  <a:avLst/>
                  <a:gdLst/>
                  <a:ahLst/>
                  <a:cxnLst>
                    <a:cxn ang="0">
                      <a:pos x="wd2" y="hd2"/>
                    </a:cxn>
                    <a:cxn ang="5400000">
                      <a:pos x="wd2" y="hd2"/>
                    </a:cxn>
                    <a:cxn ang="10800000">
                      <a:pos x="wd2" y="hd2"/>
                    </a:cxn>
                    <a:cxn ang="16200000">
                      <a:pos x="wd2" y="hd2"/>
                    </a:cxn>
                  </a:cxnLst>
                  <a:rect l="0" t="0" r="r" b="b"/>
                  <a:pathLst>
                    <a:path w="21314" h="21600" fill="norm" stroke="1" extrusionOk="0">
                      <a:moveTo>
                        <a:pt x="12987" y="0"/>
                      </a:moveTo>
                      <a:cubicBezTo>
                        <a:pt x="12730" y="0"/>
                        <a:pt x="12478" y="96"/>
                        <a:pt x="12237" y="308"/>
                      </a:cubicBezTo>
                      <a:lnTo>
                        <a:pt x="298" y="12431"/>
                      </a:lnTo>
                      <a:cubicBezTo>
                        <a:pt x="-134" y="12806"/>
                        <a:pt x="-90" y="13566"/>
                        <a:pt x="386" y="14095"/>
                      </a:cubicBezTo>
                      <a:lnTo>
                        <a:pt x="7409" y="21215"/>
                      </a:lnTo>
                      <a:cubicBezTo>
                        <a:pt x="7688" y="21465"/>
                        <a:pt x="7995" y="21600"/>
                        <a:pt x="8307" y="21600"/>
                      </a:cubicBezTo>
                      <a:cubicBezTo>
                        <a:pt x="8569" y="21600"/>
                        <a:pt x="8832" y="21504"/>
                        <a:pt x="9090" y="21292"/>
                      </a:cubicBezTo>
                      <a:lnTo>
                        <a:pt x="21034" y="9169"/>
                      </a:lnTo>
                      <a:cubicBezTo>
                        <a:pt x="21466" y="8794"/>
                        <a:pt x="21378" y="8034"/>
                        <a:pt x="20902" y="7505"/>
                      </a:cubicBezTo>
                      <a:lnTo>
                        <a:pt x="13879" y="385"/>
                      </a:lnTo>
                      <a:cubicBezTo>
                        <a:pt x="13595" y="135"/>
                        <a:pt x="13293" y="0"/>
                        <a:pt x="1298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19" name="Google Shape;339;p26"/>
                <p:cNvSpPr/>
                <p:nvPr/>
              </p:nvSpPr>
              <p:spPr>
                <a:xfrm>
                  <a:off x="700990" y="981350"/>
                  <a:ext cx="349086" cy="201487"/>
                </a:xfrm>
                <a:custGeom>
                  <a:avLst/>
                  <a:gdLst/>
                  <a:ahLst/>
                  <a:cxnLst>
                    <a:cxn ang="0">
                      <a:pos x="wd2" y="hd2"/>
                    </a:cxn>
                    <a:cxn ang="5400000">
                      <a:pos x="wd2" y="hd2"/>
                    </a:cxn>
                    <a:cxn ang="10800000">
                      <a:pos x="wd2" y="hd2"/>
                    </a:cxn>
                    <a:cxn ang="16200000">
                      <a:pos x="wd2" y="hd2"/>
                    </a:cxn>
                  </a:cxnLst>
                  <a:rect l="0" t="0" r="r" b="b"/>
                  <a:pathLst>
                    <a:path w="21545" h="21600" fill="norm" stroke="1" extrusionOk="0">
                      <a:moveTo>
                        <a:pt x="19811" y="0"/>
                      </a:moveTo>
                      <a:cubicBezTo>
                        <a:pt x="19755" y="0"/>
                        <a:pt x="19701" y="20"/>
                        <a:pt x="19652" y="55"/>
                      </a:cubicBezTo>
                      <a:lnTo>
                        <a:pt x="55" y="19704"/>
                      </a:lnTo>
                      <a:cubicBezTo>
                        <a:pt x="-26" y="19797"/>
                        <a:pt x="-17" y="19953"/>
                        <a:pt x="82" y="20062"/>
                      </a:cubicBezTo>
                      <a:lnTo>
                        <a:pt x="1546" y="21515"/>
                      </a:lnTo>
                      <a:cubicBezTo>
                        <a:pt x="1605" y="21572"/>
                        <a:pt x="1668" y="21600"/>
                        <a:pt x="1733" y="21600"/>
                      </a:cubicBezTo>
                      <a:cubicBezTo>
                        <a:pt x="1788" y="21600"/>
                        <a:pt x="1844" y="21580"/>
                        <a:pt x="1897" y="21545"/>
                      </a:cubicBezTo>
                      <a:lnTo>
                        <a:pt x="21484" y="1896"/>
                      </a:lnTo>
                      <a:cubicBezTo>
                        <a:pt x="21574" y="1803"/>
                        <a:pt x="21565" y="1647"/>
                        <a:pt x="21458" y="1554"/>
                      </a:cubicBezTo>
                      <a:lnTo>
                        <a:pt x="20002" y="85"/>
                      </a:lnTo>
                      <a:cubicBezTo>
                        <a:pt x="19944" y="26"/>
                        <a:pt x="19876" y="0"/>
                        <a:pt x="1981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20" name="Google Shape;340;p26"/>
                <p:cNvSpPr/>
                <p:nvPr/>
              </p:nvSpPr>
              <p:spPr>
                <a:xfrm>
                  <a:off x="800148" y="1036084"/>
                  <a:ext cx="306389" cy="176847"/>
                </a:xfrm>
                <a:custGeom>
                  <a:avLst/>
                  <a:gdLst/>
                  <a:ahLst/>
                  <a:cxnLst>
                    <a:cxn ang="0">
                      <a:pos x="wd2" y="hd2"/>
                    </a:cxn>
                    <a:cxn ang="5400000">
                      <a:pos x="wd2" y="hd2"/>
                    </a:cxn>
                    <a:cxn ang="10800000">
                      <a:pos x="wd2" y="hd2"/>
                    </a:cxn>
                    <a:cxn ang="16200000">
                      <a:pos x="wd2" y="hd2"/>
                    </a:cxn>
                  </a:cxnLst>
                  <a:rect l="0" t="0" r="r" b="b"/>
                  <a:pathLst>
                    <a:path w="21474" h="21600" fill="norm" stroke="1" extrusionOk="0">
                      <a:moveTo>
                        <a:pt x="16098" y="0"/>
                      </a:moveTo>
                      <a:cubicBezTo>
                        <a:pt x="15959" y="0"/>
                        <a:pt x="15820" y="61"/>
                        <a:pt x="15693" y="187"/>
                      </a:cubicBezTo>
                      <a:lnTo>
                        <a:pt x="184" y="15782"/>
                      </a:lnTo>
                      <a:cubicBezTo>
                        <a:pt x="-40" y="16012"/>
                        <a:pt x="-61" y="16351"/>
                        <a:pt x="132" y="16545"/>
                      </a:cubicBezTo>
                      <a:lnTo>
                        <a:pt x="5031" y="21471"/>
                      </a:lnTo>
                      <a:cubicBezTo>
                        <a:pt x="5139" y="21559"/>
                        <a:pt x="5255" y="21600"/>
                        <a:pt x="5369" y="21600"/>
                      </a:cubicBezTo>
                      <a:cubicBezTo>
                        <a:pt x="5511" y="21600"/>
                        <a:pt x="5651" y="21537"/>
                        <a:pt x="5776" y="21417"/>
                      </a:cubicBezTo>
                      <a:lnTo>
                        <a:pt x="21294" y="5807"/>
                      </a:lnTo>
                      <a:cubicBezTo>
                        <a:pt x="21509" y="5592"/>
                        <a:pt x="21539" y="5254"/>
                        <a:pt x="21346" y="5060"/>
                      </a:cubicBezTo>
                      <a:lnTo>
                        <a:pt x="16438" y="133"/>
                      </a:lnTo>
                      <a:cubicBezTo>
                        <a:pt x="16331" y="45"/>
                        <a:pt x="16214" y="0"/>
                        <a:pt x="16098"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21" name="Google Shape;341;p26"/>
                <p:cNvSpPr/>
                <p:nvPr/>
              </p:nvSpPr>
              <p:spPr>
                <a:xfrm>
                  <a:off x="222017" y="254593"/>
                  <a:ext cx="791873" cy="900628"/>
                </a:xfrm>
                <a:custGeom>
                  <a:avLst/>
                  <a:gdLst/>
                  <a:ahLst/>
                  <a:cxnLst>
                    <a:cxn ang="0">
                      <a:pos x="wd2" y="hd2"/>
                    </a:cxn>
                    <a:cxn ang="5400000">
                      <a:pos x="wd2" y="hd2"/>
                    </a:cxn>
                    <a:cxn ang="10800000">
                      <a:pos x="wd2" y="hd2"/>
                    </a:cxn>
                    <a:cxn ang="16200000">
                      <a:pos x="wd2" y="hd2"/>
                    </a:cxn>
                  </a:cxnLst>
                  <a:rect l="0" t="0" r="r" b="b"/>
                  <a:pathLst>
                    <a:path w="21562" h="21600" fill="norm" stroke="1" extrusionOk="0">
                      <a:moveTo>
                        <a:pt x="18864" y="0"/>
                      </a:moveTo>
                      <a:cubicBezTo>
                        <a:pt x="18806" y="0"/>
                        <a:pt x="18747" y="13"/>
                        <a:pt x="18691" y="41"/>
                      </a:cubicBezTo>
                      <a:lnTo>
                        <a:pt x="171" y="9461"/>
                      </a:lnTo>
                      <a:cubicBezTo>
                        <a:pt x="48" y="9524"/>
                        <a:pt x="-19" y="9649"/>
                        <a:pt x="5" y="9779"/>
                      </a:cubicBezTo>
                      <a:lnTo>
                        <a:pt x="2359" y="21349"/>
                      </a:lnTo>
                      <a:cubicBezTo>
                        <a:pt x="2388" y="21502"/>
                        <a:pt x="2536" y="21600"/>
                        <a:pt x="2696" y="21600"/>
                      </a:cubicBezTo>
                      <a:cubicBezTo>
                        <a:pt x="2754" y="21600"/>
                        <a:pt x="2814" y="21587"/>
                        <a:pt x="2871" y="21559"/>
                      </a:cubicBezTo>
                      <a:lnTo>
                        <a:pt x="21391" y="12142"/>
                      </a:lnTo>
                      <a:cubicBezTo>
                        <a:pt x="21514" y="12076"/>
                        <a:pt x="21581" y="11950"/>
                        <a:pt x="21557" y="11825"/>
                      </a:cubicBezTo>
                      <a:lnTo>
                        <a:pt x="19206" y="250"/>
                      </a:lnTo>
                      <a:cubicBezTo>
                        <a:pt x="19175" y="99"/>
                        <a:pt x="19025" y="0"/>
                        <a:pt x="18864"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22" name="Google Shape;342;p26"/>
                <p:cNvSpPr/>
                <p:nvPr/>
              </p:nvSpPr>
              <p:spPr>
                <a:xfrm>
                  <a:off x="234027" y="270528"/>
                  <a:ext cx="767846" cy="868869"/>
                </a:xfrm>
                <a:custGeom>
                  <a:avLst/>
                  <a:gdLst/>
                  <a:ahLst/>
                  <a:cxnLst>
                    <a:cxn ang="0">
                      <a:pos x="wd2" y="hd2"/>
                    </a:cxn>
                    <a:cxn ang="5400000">
                      <a:pos x="wd2" y="hd2"/>
                    </a:cxn>
                    <a:cxn ang="10800000">
                      <a:pos x="wd2" y="hd2"/>
                    </a:cxn>
                    <a:cxn ang="16200000">
                      <a:pos x="wd2" y="hd2"/>
                    </a:cxn>
                  </a:cxnLst>
                  <a:rect l="0" t="0" r="r" b="b"/>
                  <a:pathLst>
                    <a:path w="21581" h="21600" fill="norm" stroke="1" extrusionOk="0">
                      <a:moveTo>
                        <a:pt x="18935" y="0"/>
                      </a:moveTo>
                      <a:cubicBezTo>
                        <a:pt x="18913" y="0"/>
                        <a:pt x="18890" y="5"/>
                        <a:pt x="18869" y="15"/>
                      </a:cubicBezTo>
                      <a:lnTo>
                        <a:pt x="72" y="9617"/>
                      </a:lnTo>
                      <a:cubicBezTo>
                        <a:pt x="19" y="9642"/>
                        <a:pt x="-10" y="9693"/>
                        <a:pt x="2" y="9747"/>
                      </a:cubicBezTo>
                      <a:lnTo>
                        <a:pt x="2511" y="21502"/>
                      </a:lnTo>
                      <a:cubicBezTo>
                        <a:pt x="2523" y="21561"/>
                        <a:pt x="2582" y="21600"/>
                        <a:pt x="2647" y="21600"/>
                      </a:cubicBezTo>
                      <a:cubicBezTo>
                        <a:pt x="2670" y="21600"/>
                        <a:pt x="2693" y="21595"/>
                        <a:pt x="2715" y="21585"/>
                      </a:cubicBezTo>
                      <a:lnTo>
                        <a:pt x="21513" y="11984"/>
                      </a:lnTo>
                      <a:cubicBezTo>
                        <a:pt x="21561" y="11958"/>
                        <a:pt x="21590" y="11904"/>
                        <a:pt x="21578" y="11853"/>
                      </a:cubicBezTo>
                      <a:lnTo>
                        <a:pt x="19074" y="98"/>
                      </a:lnTo>
                      <a:cubicBezTo>
                        <a:pt x="19059" y="40"/>
                        <a:pt x="18999" y="0"/>
                        <a:pt x="18935"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223" name="Google Shape;343;p26"/>
                <p:cNvSpPr/>
                <p:nvPr/>
              </p:nvSpPr>
              <p:spPr>
                <a:xfrm>
                  <a:off x="2864620" y="2282601"/>
                  <a:ext cx="789477" cy="45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540" y="0"/>
                      </a:moveTo>
                      <a:cubicBezTo>
                        <a:pt x="13293" y="0"/>
                        <a:pt x="13032" y="103"/>
                        <a:pt x="12829" y="304"/>
                      </a:cubicBezTo>
                      <a:lnTo>
                        <a:pt x="693" y="12449"/>
                      </a:lnTo>
                      <a:lnTo>
                        <a:pt x="0" y="11973"/>
                      </a:lnTo>
                      <a:lnTo>
                        <a:pt x="0" y="13547"/>
                      </a:lnTo>
                      <a:cubicBezTo>
                        <a:pt x="0" y="13754"/>
                        <a:pt x="72" y="13946"/>
                        <a:pt x="219" y="14099"/>
                      </a:cubicBezTo>
                      <a:lnTo>
                        <a:pt x="7500" y="21378"/>
                      </a:lnTo>
                      <a:cubicBezTo>
                        <a:pt x="7649" y="21526"/>
                        <a:pt x="7848" y="21600"/>
                        <a:pt x="8056" y="21600"/>
                      </a:cubicBezTo>
                      <a:cubicBezTo>
                        <a:pt x="8303" y="21600"/>
                        <a:pt x="8565" y="21496"/>
                        <a:pt x="8771" y="21289"/>
                      </a:cubicBezTo>
                      <a:lnTo>
                        <a:pt x="21289" y="8765"/>
                      </a:lnTo>
                      <a:cubicBezTo>
                        <a:pt x="21492" y="8565"/>
                        <a:pt x="21600" y="8295"/>
                        <a:pt x="21600" y="8047"/>
                      </a:cubicBezTo>
                      <a:lnTo>
                        <a:pt x="21600" y="6480"/>
                      </a:lnTo>
                      <a:lnTo>
                        <a:pt x="20843" y="6963"/>
                      </a:lnTo>
                      <a:lnTo>
                        <a:pt x="14096" y="222"/>
                      </a:lnTo>
                      <a:cubicBezTo>
                        <a:pt x="13948" y="73"/>
                        <a:pt x="13749" y="0"/>
                        <a:pt x="13540"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224" name="Google Shape;344;p26"/>
                <p:cNvSpPr/>
                <p:nvPr/>
              </p:nvSpPr>
              <p:spPr>
                <a:xfrm>
                  <a:off x="2864620" y="2249495"/>
                  <a:ext cx="789477" cy="4557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542" y="0"/>
                      </a:moveTo>
                      <a:cubicBezTo>
                        <a:pt x="13295" y="0"/>
                        <a:pt x="13033" y="104"/>
                        <a:pt x="12829" y="307"/>
                      </a:cubicBezTo>
                      <a:lnTo>
                        <a:pt x="311" y="12830"/>
                      </a:lnTo>
                      <a:cubicBezTo>
                        <a:pt x="104" y="13037"/>
                        <a:pt x="0" y="13299"/>
                        <a:pt x="0" y="13547"/>
                      </a:cubicBezTo>
                      <a:cubicBezTo>
                        <a:pt x="0" y="13754"/>
                        <a:pt x="68" y="13948"/>
                        <a:pt x="219" y="14099"/>
                      </a:cubicBezTo>
                      <a:lnTo>
                        <a:pt x="7500" y="21378"/>
                      </a:lnTo>
                      <a:cubicBezTo>
                        <a:pt x="7649" y="21526"/>
                        <a:pt x="7849" y="21600"/>
                        <a:pt x="8058" y="21600"/>
                      </a:cubicBezTo>
                      <a:cubicBezTo>
                        <a:pt x="8305" y="21600"/>
                        <a:pt x="8565" y="21498"/>
                        <a:pt x="8771" y="21295"/>
                      </a:cubicBezTo>
                      <a:lnTo>
                        <a:pt x="21289" y="8773"/>
                      </a:lnTo>
                      <a:cubicBezTo>
                        <a:pt x="21492" y="8566"/>
                        <a:pt x="21600" y="8303"/>
                        <a:pt x="21600" y="8055"/>
                      </a:cubicBezTo>
                      <a:cubicBezTo>
                        <a:pt x="21600" y="7849"/>
                        <a:pt x="21528" y="7648"/>
                        <a:pt x="21381" y="7503"/>
                      </a:cubicBezTo>
                      <a:lnTo>
                        <a:pt x="14096" y="224"/>
                      </a:lnTo>
                      <a:cubicBezTo>
                        <a:pt x="13949" y="74"/>
                        <a:pt x="13750" y="0"/>
                        <a:pt x="13542"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225" name="Google Shape;345;p26"/>
                <p:cNvSpPr/>
                <p:nvPr/>
              </p:nvSpPr>
              <p:spPr>
                <a:xfrm>
                  <a:off x="2958754" y="2255428"/>
                  <a:ext cx="685078" cy="395414"/>
                </a:xfrm>
                <a:custGeom>
                  <a:avLst/>
                  <a:gdLst/>
                  <a:ahLst/>
                  <a:cxnLst>
                    <a:cxn ang="0">
                      <a:pos x="wd2" y="hd2"/>
                    </a:cxn>
                    <a:cxn ang="5400000">
                      <a:pos x="wd2" y="hd2"/>
                    </a:cxn>
                    <a:cxn ang="10800000">
                      <a:pos x="wd2" y="hd2"/>
                    </a:cxn>
                    <a:cxn ang="16200000">
                      <a:pos x="wd2" y="hd2"/>
                    </a:cxn>
                  </a:cxnLst>
                  <a:rect l="0" t="0" r="r" b="b"/>
                  <a:pathLst>
                    <a:path w="21458" h="21600" fill="norm" stroke="1" extrusionOk="0">
                      <a:moveTo>
                        <a:pt x="12526" y="0"/>
                      </a:moveTo>
                      <a:cubicBezTo>
                        <a:pt x="12358" y="0"/>
                        <a:pt x="12181" y="71"/>
                        <a:pt x="12045" y="205"/>
                      </a:cubicBezTo>
                      <a:lnTo>
                        <a:pt x="212" y="12125"/>
                      </a:lnTo>
                      <a:cubicBezTo>
                        <a:pt x="-43" y="12380"/>
                        <a:pt x="-71" y="12762"/>
                        <a:pt x="148" y="12985"/>
                      </a:cubicBezTo>
                      <a:lnTo>
                        <a:pt x="8561" y="21455"/>
                      </a:lnTo>
                      <a:cubicBezTo>
                        <a:pt x="8660" y="21552"/>
                        <a:pt x="8793" y="21600"/>
                        <a:pt x="8933" y="21600"/>
                      </a:cubicBezTo>
                      <a:cubicBezTo>
                        <a:pt x="9101" y="21600"/>
                        <a:pt x="9278" y="21529"/>
                        <a:pt x="9418" y="21391"/>
                      </a:cubicBezTo>
                      <a:lnTo>
                        <a:pt x="21251" y="9478"/>
                      </a:lnTo>
                      <a:cubicBezTo>
                        <a:pt x="21502" y="9223"/>
                        <a:pt x="21529" y="8842"/>
                        <a:pt x="21310" y="8618"/>
                      </a:cubicBezTo>
                      <a:lnTo>
                        <a:pt x="12897" y="149"/>
                      </a:lnTo>
                      <a:cubicBezTo>
                        <a:pt x="12798" y="48"/>
                        <a:pt x="12665" y="0"/>
                        <a:pt x="1252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26" name="Google Shape;346;p26"/>
                <p:cNvSpPr/>
                <p:nvPr/>
              </p:nvSpPr>
              <p:spPr>
                <a:xfrm>
                  <a:off x="3009547" y="2571004"/>
                  <a:ext cx="61394" cy="35419"/>
                </a:xfrm>
                <a:custGeom>
                  <a:avLst/>
                  <a:gdLst/>
                  <a:ahLst/>
                  <a:cxnLst>
                    <a:cxn ang="0">
                      <a:pos x="wd2" y="hd2"/>
                    </a:cxn>
                    <a:cxn ang="5400000">
                      <a:pos x="wd2" y="hd2"/>
                    </a:cxn>
                    <a:cxn ang="10800000">
                      <a:pos x="wd2" y="hd2"/>
                    </a:cxn>
                    <a:cxn ang="16200000">
                      <a:pos x="wd2" y="hd2"/>
                    </a:cxn>
                  </a:cxnLst>
                  <a:rect l="0" t="0" r="r" b="b"/>
                  <a:pathLst>
                    <a:path w="19676" h="21600" fill="norm" stroke="1" extrusionOk="0">
                      <a:moveTo>
                        <a:pt x="9839" y="0"/>
                      </a:moveTo>
                      <a:cubicBezTo>
                        <a:pt x="7321" y="0"/>
                        <a:pt x="4803" y="1071"/>
                        <a:pt x="2866" y="3202"/>
                      </a:cubicBezTo>
                      <a:cubicBezTo>
                        <a:pt x="-955" y="7373"/>
                        <a:pt x="-955" y="14216"/>
                        <a:pt x="2866" y="18477"/>
                      </a:cubicBezTo>
                      <a:cubicBezTo>
                        <a:pt x="4803" y="20563"/>
                        <a:pt x="7321" y="21600"/>
                        <a:pt x="9839" y="21600"/>
                      </a:cubicBezTo>
                      <a:cubicBezTo>
                        <a:pt x="12351" y="21600"/>
                        <a:pt x="14857" y="20563"/>
                        <a:pt x="16771" y="18477"/>
                      </a:cubicBezTo>
                      <a:cubicBezTo>
                        <a:pt x="20645" y="14216"/>
                        <a:pt x="20645" y="7373"/>
                        <a:pt x="16771" y="3202"/>
                      </a:cubicBezTo>
                      <a:cubicBezTo>
                        <a:pt x="14857" y="1071"/>
                        <a:pt x="12351" y="0"/>
                        <a:pt x="9839"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27" name="Google Shape;347;p26"/>
                <p:cNvSpPr/>
                <p:nvPr/>
              </p:nvSpPr>
              <p:spPr>
                <a:xfrm>
                  <a:off x="3014053" y="2573574"/>
                  <a:ext cx="52410" cy="30298"/>
                </a:xfrm>
                <a:custGeom>
                  <a:avLst/>
                  <a:gdLst/>
                  <a:ahLst/>
                  <a:cxnLst>
                    <a:cxn ang="0">
                      <a:pos x="wd2" y="hd2"/>
                    </a:cxn>
                    <a:cxn ang="5400000">
                      <a:pos x="wd2" y="hd2"/>
                    </a:cxn>
                    <a:cxn ang="10800000">
                      <a:pos x="wd2" y="hd2"/>
                    </a:cxn>
                    <a:cxn ang="16200000">
                      <a:pos x="wd2" y="hd2"/>
                    </a:cxn>
                  </a:cxnLst>
                  <a:rect l="0" t="0" r="r" b="b"/>
                  <a:pathLst>
                    <a:path w="19685" h="21600" fill="norm" stroke="1" extrusionOk="0">
                      <a:moveTo>
                        <a:pt x="9776" y="0"/>
                      </a:moveTo>
                      <a:cubicBezTo>
                        <a:pt x="7270" y="0"/>
                        <a:pt x="4777" y="1041"/>
                        <a:pt x="2875" y="3150"/>
                      </a:cubicBezTo>
                      <a:cubicBezTo>
                        <a:pt x="-958" y="7406"/>
                        <a:pt x="-958" y="14154"/>
                        <a:pt x="2875" y="18411"/>
                      </a:cubicBezTo>
                      <a:cubicBezTo>
                        <a:pt x="4784" y="20546"/>
                        <a:pt x="7304" y="21600"/>
                        <a:pt x="9825" y="21600"/>
                      </a:cubicBezTo>
                      <a:cubicBezTo>
                        <a:pt x="12345" y="21600"/>
                        <a:pt x="14872" y="20546"/>
                        <a:pt x="16816" y="18411"/>
                      </a:cubicBezTo>
                      <a:cubicBezTo>
                        <a:pt x="20642" y="14259"/>
                        <a:pt x="20642" y="7406"/>
                        <a:pt x="16816" y="3150"/>
                      </a:cubicBezTo>
                      <a:cubicBezTo>
                        <a:pt x="14865" y="1067"/>
                        <a:pt x="12317" y="0"/>
                        <a:pt x="977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28" name="Google Shape;348;p26"/>
                <p:cNvSpPr/>
                <p:nvPr/>
              </p:nvSpPr>
              <p:spPr>
                <a:xfrm>
                  <a:off x="657178" y="1983422"/>
                  <a:ext cx="841161" cy="4854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51" y="0"/>
                      </a:moveTo>
                      <a:cubicBezTo>
                        <a:pt x="6675" y="0"/>
                        <a:pt x="6507" y="63"/>
                        <a:pt x="6382" y="189"/>
                      </a:cubicBezTo>
                      <a:lnTo>
                        <a:pt x="647" y="5929"/>
                      </a:lnTo>
                      <a:lnTo>
                        <a:pt x="0" y="5514"/>
                      </a:lnTo>
                      <a:lnTo>
                        <a:pt x="0" y="6848"/>
                      </a:lnTo>
                      <a:cubicBezTo>
                        <a:pt x="0" y="7062"/>
                        <a:pt x="90" y="7283"/>
                        <a:pt x="265" y="7457"/>
                      </a:cubicBezTo>
                      <a:lnTo>
                        <a:pt x="14146" y="21333"/>
                      </a:lnTo>
                      <a:cubicBezTo>
                        <a:pt x="14319" y="21510"/>
                        <a:pt x="14542" y="21600"/>
                        <a:pt x="14753" y="21600"/>
                      </a:cubicBezTo>
                      <a:cubicBezTo>
                        <a:pt x="14929" y="21600"/>
                        <a:pt x="15097" y="21537"/>
                        <a:pt x="15223" y="21411"/>
                      </a:cubicBezTo>
                      <a:lnTo>
                        <a:pt x="21413" y="15218"/>
                      </a:lnTo>
                      <a:cubicBezTo>
                        <a:pt x="21537" y="15089"/>
                        <a:pt x="21600" y="14927"/>
                        <a:pt x="21600" y="14745"/>
                      </a:cubicBezTo>
                      <a:lnTo>
                        <a:pt x="21600" y="13411"/>
                      </a:lnTo>
                      <a:lnTo>
                        <a:pt x="21010" y="13819"/>
                      </a:lnTo>
                      <a:lnTo>
                        <a:pt x="7458" y="267"/>
                      </a:lnTo>
                      <a:cubicBezTo>
                        <a:pt x="7285" y="90"/>
                        <a:pt x="7062" y="0"/>
                        <a:pt x="6851"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229" name="Google Shape;349;p26"/>
                <p:cNvSpPr/>
                <p:nvPr/>
              </p:nvSpPr>
              <p:spPr>
                <a:xfrm>
                  <a:off x="657326" y="1953439"/>
                  <a:ext cx="841013" cy="4853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48" y="0"/>
                      </a:moveTo>
                      <a:cubicBezTo>
                        <a:pt x="6673" y="0"/>
                        <a:pt x="6505" y="63"/>
                        <a:pt x="6379" y="189"/>
                      </a:cubicBezTo>
                      <a:lnTo>
                        <a:pt x="187" y="6383"/>
                      </a:lnTo>
                      <a:cubicBezTo>
                        <a:pt x="60" y="6505"/>
                        <a:pt x="0" y="6674"/>
                        <a:pt x="0" y="6849"/>
                      </a:cubicBezTo>
                      <a:cubicBezTo>
                        <a:pt x="0" y="7063"/>
                        <a:pt x="90" y="7283"/>
                        <a:pt x="262" y="7458"/>
                      </a:cubicBezTo>
                      <a:lnTo>
                        <a:pt x="14144" y="21336"/>
                      </a:lnTo>
                      <a:cubicBezTo>
                        <a:pt x="14319" y="21510"/>
                        <a:pt x="14543" y="21600"/>
                        <a:pt x="14755" y="21600"/>
                      </a:cubicBezTo>
                      <a:cubicBezTo>
                        <a:pt x="14930" y="21600"/>
                        <a:pt x="15097" y="21539"/>
                        <a:pt x="15222" y="21413"/>
                      </a:cubicBezTo>
                      <a:lnTo>
                        <a:pt x="21413" y="15220"/>
                      </a:lnTo>
                      <a:cubicBezTo>
                        <a:pt x="21540" y="15090"/>
                        <a:pt x="21600" y="14922"/>
                        <a:pt x="21600" y="14747"/>
                      </a:cubicBezTo>
                      <a:cubicBezTo>
                        <a:pt x="21600" y="14539"/>
                        <a:pt x="21510" y="14312"/>
                        <a:pt x="21338" y="14138"/>
                      </a:cubicBezTo>
                      <a:lnTo>
                        <a:pt x="7456" y="267"/>
                      </a:lnTo>
                      <a:cubicBezTo>
                        <a:pt x="7282" y="90"/>
                        <a:pt x="7060" y="0"/>
                        <a:pt x="6848"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230" name="Google Shape;350;p26"/>
                <p:cNvSpPr/>
                <p:nvPr/>
              </p:nvSpPr>
              <p:spPr>
                <a:xfrm>
                  <a:off x="666685" y="1958855"/>
                  <a:ext cx="746430" cy="430609"/>
                </a:xfrm>
                <a:custGeom>
                  <a:avLst/>
                  <a:gdLst/>
                  <a:ahLst/>
                  <a:cxnLst>
                    <a:cxn ang="0">
                      <a:pos x="wd2" y="hd2"/>
                    </a:cxn>
                    <a:cxn ang="5400000">
                      <a:pos x="wd2" y="hd2"/>
                    </a:cxn>
                    <a:cxn ang="10800000">
                      <a:pos x="wd2" y="hd2"/>
                    </a:cxn>
                    <a:cxn ang="16200000">
                      <a:pos x="wd2" y="hd2"/>
                    </a:cxn>
                  </a:cxnLst>
                  <a:rect l="0" t="0" r="r" b="b"/>
                  <a:pathLst>
                    <a:path w="21480" h="21600" fill="norm" stroke="1" extrusionOk="0">
                      <a:moveTo>
                        <a:pt x="7432" y="0"/>
                      </a:moveTo>
                      <a:cubicBezTo>
                        <a:pt x="7316" y="0"/>
                        <a:pt x="7206" y="41"/>
                        <a:pt x="7125" y="124"/>
                      </a:cubicBezTo>
                      <a:lnTo>
                        <a:pt x="120" y="7170"/>
                      </a:lnTo>
                      <a:cubicBezTo>
                        <a:pt x="-60" y="7353"/>
                        <a:pt x="-35" y="7675"/>
                        <a:pt x="175" y="7886"/>
                      </a:cubicBezTo>
                      <a:lnTo>
                        <a:pt x="13643" y="21426"/>
                      </a:lnTo>
                      <a:cubicBezTo>
                        <a:pt x="13758" y="21541"/>
                        <a:pt x="13905" y="21600"/>
                        <a:pt x="14044" y="21600"/>
                      </a:cubicBezTo>
                      <a:cubicBezTo>
                        <a:pt x="14159" y="21600"/>
                        <a:pt x="14269" y="21559"/>
                        <a:pt x="14351" y="21477"/>
                      </a:cubicBezTo>
                      <a:lnTo>
                        <a:pt x="21356" y="14430"/>
                      </a:lnTo>
                      <a:cubicBezTo>
                        <a:pt x="21540" y="14247"/>
                        <a:pt x="21515" y="13925"/>
                        <a:pt x="21305" y="13721"/>
                      </a:cubicBezTo>
                      <a:lnTo>
                        <a:pt x="7833" y="175"/>
                      </a:lnTo>
                      <a:cubicBezTo>
                        <a:pt x="7718" y="59"/>
                        <a:pt x="7571" y="0"/>
                        <a:pt x="743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31" name="Google Shape;351;p26"/>
                <p:cNvSpPr/>
                <p:nvPr/>
              </p:nvSpPr>
              <p:spPr>
                <a:xfrm>
                  <a:off x="1311524" y="2317076"/>
                  <a:ext cx="55632" cy="32109"/>
                </a:xfrm>
                <a:custGeom>
                  <a:avLst/>
                  <a:gdLst/>
                  <a:ahLst/>
                  <a:cxnLst>
                    <a:cxn ang="0">
                      <a:pos x="wd2" y="hd2"/>
                    </a:cxn>
                    <a:cxn ang="5400000">
                      <a:pos x="wd2" y="hd2"/>
                    </a:cxn>
                    <a:cxn ang="10800000">
                      <a:pos x="wd2" y="hd2"/>
                    </a:cxn>
                    <a:cxn ang="16200000">
                      <a:pos x="wd2" y="hd2"/>
                    </a:cxn>
                  </a:cxnLst>
                  <a:rect l="0" t="0" r="r" b="b"/>
                  <a:pathLst>
                    <a:path w="19651" h="21600" fill="norm" stroke="1" extrusionOk="0">
                      <a:moveTo>
                        <a:pt x="9815" y="0"/>
                      </a:moveTo>
                      <a:cubicBezTo>
                        <a:pt x="7302" y="0"/>
                        <a:pt x="4794" y="1057"/>
                        <a:pt x="2894" y="3159"/>
                      </a:cubicBezTo>
                      <a:cubicBezTo>
                        <a:pt x="-965" y="7374"/>
                        <a:pt x="-965" y="14226"/>
                        <a:pt x="2894" y="18441"/>
                      </a:cubicBezTo>
                      <a:cubicBezTo>
                        <a:pt x="4820" y="20543"/>
                        <a:pt x="7328" y="21600"/>
                        <a:pt x="9835" y="21600"/>
                      </a:cubicBezTo>
                      <a:cubicBezTo>
                        <a:pt x="12342" y="21600"/>
                        <a:pt x="14850" y="20543"/>
                        <a:pt x="16776" y="18441"/>
                      </a:cubicBezTo>
                      <a:cubicBezTo>
                        <a:pt x="20583" y="14226"/>
                        <a:pt x="20635" y="7474"/>
                        <a:pt x="16776" y="3159"/>
                      </a:cubicBezTo>
                      <a:cubicBezTo>
                        <a:pt x="14850" y="1057"/>
                        <a:pt x="12329" y="0"/>
                        <a:pt x="981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32" name="Google Shape;352;p26"/>
                <p:cNvSpPr/>
                <p:nvPr/>
              </p:nvSpPr>
              <p:spPr>
                <a:xfrm>
                  <a:off x="1315503" y="2319479"/>
                  <a:ext cx="47452" cy="27451"/>
                </a:xfrm>
                <a:custGeom>
                  <a:avLst/>
                  <a:gdLst/>
                  <a:ahLst/>
                  <a:cxnLst>
                    <a:cxn ang="0">
                      <a:pos x="wd2" y="hd2"/>
                    </a:cxn>
                    <a:cxn ang="5400000">
                      <a:pos x="wd2" y="hd2"/>
                    </a:cxn>
                    <a:cxn ang="10800000">
                      <a:pos x="wd2" y="hd2"/>
                    </a:cxn>
                    <a:cxn ang="16200000">
                      <a:pos x="wd2" y="hd2"/>
                    </a:cxn>
                  </a:cxnLst>
                  <a:rect l="0" t="0" r="r" b="b"/>
                  <a:pathLst>
                    <a:path w="19669" h="21600" fill="norm" stroke="1" extrusionOk="0">
                      <a:moveTo>
                        <a:pt x="9831" y="0"/>
                      </a:moveTo>
                      <a:cubicBezTo>
                        <a:pt x="7318" y="0"/>
                        <a:pt x="4797" y="1062"/>
                        <a:pt x="2897" y="3185"/>
                      </a:cubicBezTo>
                      <a:cubicBezTo>
                        <a:pt x="-965" y="7418"/>
                        <a:pt x="-965" y="14182"/>
                        <a:pt x="2897" y="18415"/>
                      </a:cubicBezTo>
                      <a:cubicBezTo>
                        <a:pt x="4797" y="20538"/>
                        <a:pt x="7318" y="21600"/>
                        <a:pt x="9831" y="21600"/>
                      </a:cubicBezTo>
                      <a:cubicBezTo>
                        <a:pt x="12352" y="21600"/>
                        <a:pt x="14873" y="20538"/>
                        <a:pt x="16773" y="18415"/>
                      </a:cubicBezTo>
                      <a:cubicBezTo>
                        <a:pt x="20635" y="14182"/>
                        <a:pt x="20635" y="7418"/>
                        <a:pt x="16773" y="3185"/>
                      </a:cubicBezTo>
                      <a:cubicBezTo>
                        <a:pt x="14873" y="1062"/>
                        <a:pt x="12352" y="0"/>
                        <a:pt x="9831"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33" name="Google Shape;353;p26"/>
                <p:cNvSpPr/>
                <p:nvPr/>
              </p:nvSpPr>
              <p:spPr>
                <a:xfrm>
                  <a:off x="2383030" y="1583536"/>
                  <a:ext cx="132631" cy="76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4" y="0"/>
                      </a:moveTo>
                      <a:lnTo>
                        <a:pt x="0" y="10803"/>
                      </a:lnTo>
                      <a:lnTo>
                        <a:pt x="10814" y="21600"/>
                      </a:lnTo>
                      <a:lnTo>
                        <a:pt x="21600" y="10803"/>
                      </a:lnTo>
                      <a:lnTo>
                        <a:pt x="10814"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34" name="Google Shape;354;p26"/>
                <p:cNvSpPr/>
                <p:nvPr/>
              </p:nvSpPr>
              <p:spPr>
                <a:xfrm>
                  <a:off x="2383030" y="1621837"/>
                  <a:ext cx="66399" cy="11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00"/>
                      </a:lnTo>
                      <a:lnTo>
                        <a:pt x="21600" y="21600"/>
                      </a:lnTo>
                      <a:lnTo>
                        <a:pt x="21600" y="7200"/>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35" name="Google Shape;355;p26"/>
                <p:cNvSpPr/>
                <p:nvPr/>
              </p:nvSpPr>
              <p:spPr>
                <a:xfrm>
                  <a:off x="2449428" y="1621837"/>
                  <a:ext cx="66233" cy="11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0"/>
                      </a:lnTo>
                      <a:lnTo>
                        <a:pt x="0" y="21600"/>
                      </a:lnTo>
                      <a:lnTo>
                        <a:pt x="21600" y="14400"/>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36" name="Google Shape;356;p26"/>
                <p:cNvSpPr/>
                <p:nvPr/>
              </p:nvSpPr>
              <p:spPr>
                <a:xfrm>
                  <a:off x="2383030" y="1463586"/>
                  <a:ext cx="132631" cy="764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4" y="0"/>
                      </a:moveTo>
                      <a:lnTo>
                        <a:pt x="0" y="10776"/>
                      </a:lnTo>
                      <a:lnTo>
                        <a:pt x="10814" y="21600"/>
                      </a:lnTo>
                      <a:lnTo>
                        <a:pt x="21600" y="10776"/>
                      </a:lnTo>
                      <a:lnTo>
                        <a:pt x="10814"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37" name="Google Shape;357;p26"/>
                <p:cNvSpPr/>
                <p:nvPr/>
              </p:nvSpPr>
              <p:spPr>
                <a:xfrm>
                  <a:off x="2383030" y="1501721"/>
                  <a:ext cx="66399"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01"/>
                      </a:lnTo>
                      <a:lnTo>
                        <a:pt x="21600" y="21600"/>
                      </a:lnTo>
                      <a:lnTo>
                        <a:pt x="21600" y="7202"/>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38" name="Google Shape;358;p26"/>
                <p:cNvSpPr/>
                <p:nvPr/>
              </p:nvSpPr>
              <p:spPr>
                <a:xfrm>
                  <a:off x="2449428" y="1501721"/>
                  <a:ext cx="66233"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2"/>
                      </a:lnTo>
                      <a:lnTo>
                        <a:pt x="0" y="21600"/>
                      </a:lnTo>
                      <a:lnTo>
                        <a:pt x="21600" y="14401"/>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39" name="Google Shape;359;p26"/>
                <p:cNvSpPr/>
                <p:nvPr/>
              </p:nvSpPr>
              <p:spPr>
                <a:xfrm>
                  <a:off x="2279089" y="1643667"/>
                  <a:ext cx="132483" cy="764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0"/>
                      </a:moveTo>
                      <a:lnTo>
                        <a:pt x="0" y="10818"/>
                      </a:lnTo>
                      <a:lnTo>
                        <a:pt x="10802" y="21600"/>
                      </a:lnTo>
                      <a:lnTo>
                        <a:pt x="21600" y="10818"/>
                      </a:lnTo>
                      <a:lnTo>
                        <a:pt x="10802"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40" name="Google Shape;360;p26"/>
                <p:cNvSpPr/>
                <p:nvPr/>
              </p:nvSpPr>
              <p:spPr>
                <a:xfrm>
                  <a:off x="2279089" y="1681950"/>
                  <a:ext cx="66251"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92"/>
                      </a:lnTo>
                      <a:lnTo>
                        <a:pt x="21600" y="21600"/>
                      </a:lnTo>
                      <a:lnTo>
                        <a:pt x="21600" y="7184"/>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41" name="Google Shape;361;p26"/>
                <p:cNvSpPr/>
                <p:nvPr/>
              </p:nvSpPr>
              <p:spPr>
                <a:xfrm>
                  <a:off x="2345339" y="1681950"/>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184"/>
                      </a:lnTo>
                      <a:lnTo>
                        <a:pt x="0" y="21600"/>
                      </a:lnTo>
                      <a:lnTo>
                        <a:pt x="21600" y="14392"/>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42" name="Google Shape;362;p26"/>
                <p:cNvSpPr/>
                <p:nvPr/>
              </p:nvSpPr>
              <p:spPr>
                <a:xfrm>
                  <a:off x="2279089" y="1523570"/>
                  <a:ext cx="132483" cy="765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0"/>
                      </a:moveTo>
                      <a:lnTo>
                        <a:pt x="0" y="10800"/>
                      </a:lnTo>
                      <a:lnTo>
                        <a:pt x="10802" y="21600"/>
                      </a:lnTo>
                      <a:lnTo>
                        <a:pt x="21600" y="10800"/>
                      </a:lnTo>
                      <a:lnTo>
                        <a:pt x="10802"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43" name="Google Shape;363;p26"/>
                <p:cNvSpPr/>
                <p:nvPr/>
              </p:nvSpPr>
              <p:spPr>
                <a:xfrm>
                  <a:off x="2279089" y="1561853"/>
                  <a:ext cx="66251"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92"/>
                      </a:lnTo>
                      <a:lnTo>
                        <a:pt x="21600" y="21600"/>
                      </a:lnTo>
                      <a:lnTo>
                        <a:pt x="21600" y="7208"/>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44" name="Google Shape;364;p26"/>
                <p:cNvSpPr/>
                <p:nvPr/>
              </p:nvSpPr>
              <p:spPr>
                <a:xfrm>
                  <a:off x="2345339" y="1561853"/>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8"/>
                      </a:lnTo>
                      <a:lnTo>
                        <a:pt x="0" y="21600"/>
                      </a:lnTo>
                      <a:lnTo>
                        <a:pt x="21600" y="14392"/>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45" name="Google Shape;365;p26"/>
                <p:cNvSpPr/>
                <p:nvPr/>
              </p:nvSpPr>
              <p:spPr>
                <a:xfrm>
                  <a:off x="2175148" y="1223374"/>
                  <a:ext cx="132483" cy="764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818"/>
                      </a:lnTo>
                      <a:lnTo>
                        <a:pt x="10798" y="21600"/>
                      </a:lnTo>
                      <a:lnTo>
                        <a:pt x="21600" y="10818"/>
                      </a:lnTo>
                      <a:lnTo>
                        <a:pt x="10798"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46" name="Google Shape;366;p26"/>
                <p:cNvSpPr/>
                <p:nvPr/>
              </p:nvSpPr>
              <p:spPr>
                <a:xfrm>
                  <a:off x="2175148" y="1261656"/>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92"/>
                      </a:lnTo>
                      <a:lnTo>
                        <a:pt x="21600" y="21600"/>
                      </a:lnTo>
                      <a:lnTo>
                        <a:pt x="21600" y="7184"/>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47" name="Google Shape;367;p26"/>
                <p:cNvSpPr/>
                <p:nvPr/>
              </p:nvSpPr>
              <p:spPr>
                <a:xfrm>
                  <a:off x="2241380" y="1261656"/>
                  <a:ext cx="66251"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184"/>
                      </a:lnTo>
                      <a:lnTo>
                        <a:pt x="0" y="21600"/>
                      </a:lnTo>
                      <a:lnTo>
                        <a:pt x="21600" y="14392"/>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48" name="Google Shape;368;p26"/>
                <p:cNvSpPr/>
                <p:nvPr/>
              </p:nvSpPr>
              <p:spPr>
                <a:xfrm>
                  <a:off x="2279089" y="1283358"/>
                  <a:ext cx="132483" cy="765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0"/>
                      </a:moveTo>
                      <a:lnTo>
                        <a:pt x="0" y="10800"/>
                      </a:lnTo>
                      <a:lnTo>
                        <a:pt x="10802" y="21600"/>
                      </a:lnTo>
                      <a:lnTo>
                        <a:pt x="21600" y="10800"/>
                      </a:lnTo>
                      <a:lnTo>
                        <a:pt x="10802"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49" name="Google Shape;369;p26"/>
                <p:cNvSpPr/>
                <p:nvPr/>
              </p:nvSpPr>
              <p:spPr>
                <a:xfrm>
                  <a:off x="2279089" y="1321640"/>
                  <a:ext cx="66251"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20"/>
                      </a:lnTo>
                      <a:lnTo>
                        <a:pt x="21600" y="21600"/>
                      </a:lnTo>
                      <a:lnTo>
                        <a:pt x="21600" y="7208"/>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50" name="Google Shape;370;p26"/>
                <p:cNvSpPr/>
                <p:nvPr/>
              </p:nvSpPr>
              <p:spPr>
                <a:xfrm>
                  <a:off x="2345339" y="1321640"/>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8"/>
                      </a:lnTo>
                      <a:lnTo>
                        <a:pt x="0" y="21600"/>
                      </a:lnTo>
                      <a:lnTo>
                        <a:pt x="21600" y="14420"/>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51" name="Google Shape;371;p26"/>
                <p:cNvSpPr/>
                <p:nvPr/>
              </p:nvSpPr>
              <p:spPr>
                <a:xfrm>
                  <a:off x="2383030" y="1343489"/>
                  <a:ext cx="132631" cy="764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4" y="0"/>
                      </a:moveTo>
                      <a:lnTo>
                        <a:pt x="0" y="10779"/>
                      </a:lnTo>
                      <a:lnTo>
                        <a:pt x="10814" y="21600"/>
                      </a:lnTo>
                      <a:lnTo>
                        <a:pt x="21600" y="10779"/>
                      </a:lnTo>
                      <a:lnTo>
                        <a:pt x="10814"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52" name="Google Shape;372;p26"/>
                <p:cNvSpPr/>
                <p:nvPr/>
              </p:nvSpPr>
              <p:spPr>
                <a:xfrm>
                  <a:off x="2383030" y="1381624"/>
                  <a:ext cx="66399"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98"/>
                      </a:lnTo>
                      <a:lnTo>
                        <a:pt x="21600" y="21600"/>
                      </a:lnTo>
                      <a:lnTo>
                        <a:pt x="21600" y="7199"/>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53" name="Google Shape;373;p26"/>
                <p:cNvSpPr/>
                <p:nvPr/>
              </p:nvSpPr>
              <p:spPr>
                <a:xfrm>
                  <a:off x="2449428" y="1381624"/>
                  <a:ext cx="66233"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199"/>
                      </a:lnTo>
                      <a:lnTo>
                        <a:pt x="0" y="21600"/>
                      </a:lnTo>
                      <a:lnTo>
                        <a:pt x="21600" y="14398"/>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54" name="Google Shape;374;p26"/>
                <p:cNvSpPr/>
                <p:nvPr/>
              </p:nvSpPr>
              <p:spPr>
                <a:xfrm>
                  <a:off x="2071059" y="1283358"/>
                  <a:ext cx="132631" cy="765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0"/>
                      </a:moveTo>
                      <a:lnTo>
                        <a:pt x="0" y="10800"/>
                      </a:lnTo>
                      <a:lnTo>
                        <a:pt x="10786" y="21600"/>
                      </a:lnTo>
                      <a:lnTo>
                        <a:pt x="21600" y="10800"/>
                      </a:lnTo>
                      <a:lnTo>
                        <a:pt x="10786"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55" name="Google Shape;375;p26"/>
                <p:cNvSpPr/>
                <p:nvPr/>
              </p:nvSpPr>
              <p:spPr>
                <a:xfrm>
                  <a:off x="2071059" y="1321640"/>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20"/>
                      </a:lnTo>
                      <a:lnTo>
                        <a:pt x="21600" y="21600"/>
                      </a:lnTo>
                      <a:lnTo>
                        <a:pt x="21600" y="7208"/>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56" name="Google Shape;376;p26"/>
                <p:cNvSpPr/>
                <p:nvPr/>
              </p:nvSpPr>
              <p:spPr>
                <a:xfrm>
                  <a:off x="2137291" y="1321640"/>
                  <a:ext cx="66399"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8"/>
                      </a:lnTo>
                      <a:lnTo>
                        <a:pt x="0" y="21600"/>
                      </a:lnTo>
                      <a:lnTo>
                        <a:pt x="21600" y="14420"/>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57" name="Google Shape;377;p26"/>
                <p:cNvSpPr/>
                <p:nvPr/>
              </p:nvSpPr>
              <p:spPr>
                <a:xfrm>
                  <a:off x="2175148" y="1343489"/>
                  <a:ext cx="132483" cy="764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779"/>
                      </a:lnTo>
                      <a:lnTo>
                        <a:pt x="10798" y="21600"/>
                      </a:lnTo>
                      <a:lnTo>
                        <a:pt x="21600" y="10779"/>
                      </a:lnTo>
                      <a:lnTo>
                        <a:pt x="10798"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58" name="Google Shape;378;p26"/>
                <p:cNvSpPr/>
                <p:nvPr/>
              </p:nvSpPr>
              <p:spPr>
                <a:xfrm>
                  <a:off x="2175148" y="1381624"/>
                  <a:ext cx="66233"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98"/>
                      </a:lnTo>
                      <a:lnTo>
                        <a:pt x="21600" y="21600"/>
                      </a:lnTo>
                      <a:lnTo>
                        <a:pt x="21600" y="7199"/>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59" name="Google Shape;379;p26"/>
                <p:cNvSpPr/>
                <p:nvPr/>
              </p:nvSpPr>
              <p:spPr>
                <a:xfrm>
                  <a:off x="2241380" y="1381624"/>
                  <a:ext cx="66251"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199"/>
                      </a:lnTo>
                      <a:lnTo>
                        <a:pt x="0" y="21600"/>
                      </a:lnTo>
                      <a:lnTo>
                        <a:pt x="21600" y="14398"/>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60" name="Google Shape;380;p26"/>
                <p:cNvSpPr/>
                <p:nvPr/>
              </p:nvSpPr>
              <p:spPr>
                <a:xfrm>
                  <a:off x="2279089" y="1403455"/>
                  <a:ext cx="132483" cy="76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0"/>
                      </a:moveTo>
                      <a:lnTo>
                        <a:pt x="0" y="10803"/>
                      </a:lnTo>
                      <a:lnTo>
                        <a:pt x="10802" y="21600"/>
                      </a:lnTo>
                      <a:lnTo>
                        <a:pt x="21600" y="10803"/>
                      </a:lnTo>
                      <a:lnTo>
                        <a:pt x="10802"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61" name="Google Shape;381;p26"/>
                <p:cNvSpPr/>
                <p:nvPr/>
              </p:nvSpPr>
              <p:spPr>
                <a:xfrm>
                  <a:off x="2279089" y="1441756"/>
                  <a:ext cx="66251"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88"/>
                      </a:lnTo>
                      <a:lnTo>
                        <a:pt x="21600" y="21600"/>
                      </a:lnTo>
                      <a:lnTo>
                        <a:pt x="21600" y="7208"/>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62" name="Google Shape;382;p26"/>
                <p:cNvSpPr/>
                <p:nvPr/>
              </p:nvSpPr>
              <p:spPr>
                <a:xfrm>
                  <a:off x="2345339" y="1441756"/>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8"/>
                      </a:lnTo>
                      <a:lnTo>
                        <a:pt x="0" y="21600"/>
                      </a:lnTo>
                      <a:lnTo>
                        <a:pt x="21600" y="14388"/>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63" name="Google Shape;383;p26"/>
                <p:cNvSpPr/>
                <p:nvPr/>
              </p:nvSpPr>
              <p:spPr>
                <a:xfrm>
                  <a:off x="1967118" y="1583536"/>
                  <a:ext cx="132483" cy="76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803"/>
                      </a:lnTo>
                      <a:lnTo>
                        <a:pt x="10798" y="21600"/>
                      </a:lnTo>
                      <a:lnTo>
                        <a:pt x="21600" y="10803"/>
                      </a:lnTo>
                      <a:lnTo>
                        <a:pt x="10798"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64" name="Google Shape;384;p26"/>
                <p:cNvSpPr/>
                <p:nvPr/>
              </p:nvSpPr>
              <p:spPr>
                <a:xfrm>
                  <a:off x="1967118" y="1621837"/>
                  <a:ext cx="66233" cy="11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00"/>
                      </a:lnTo>
                      <a:lnTo>
                        <a:pt x="21600" y="21600"/>
                      </a:lnTo>
                      <a:lnTo>
                        <a:pt x="21600" y="7200"/>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65" name="Google Shape;385;p26"/>
                <p:cNvSpPr/>
                <p:nvPr/>
              </p:nvSpPr>
              <p:spPr>
                <a:xfrm>
                  <a:off x="2033349" y="1621837"/>
                  <a:ext cx="66252" cy="11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0"/>
                      </a:lnTo>
                      <a:lnTo>
                        <a:pt x="0" y="21600"/>
                      </a:lnTo>
                      <a:lnTo>
                        <a:pt x="21600" y="14400"/>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66" name="Google Shape;386;p26"/>
                <p:cNvSpPr/>
                <p:nvPr/>
              </p:nvSpPr>
              <p:spPr>
                <a:xfrm>
                  <a:off x="2071059" y="1643667"/>
                  <a:ext cx="132631" cy="764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0"/>
                      </a:moveTo>
                      <a:lnTo>
                        <a:pt x="0" y="10818"/>
                      </a:lnTo>
                      <a:lnTo>
                        <a:pt x="10786" y="21600"/>
                      </a:lnTo>
                      <a:lnTo>
                        <a:pt x="21600" y="10818"/>
                      </a:lnTo>
                      <a:lnTo>
                        <a:pt x="10786"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67" name="Google Shape;387;p26"/>
                <p:cNvSpPr/>
                <p:nvPr/>
              </p:nvSpPr>
              <p:spPr>
                <a:xfrm>
                  <a:off x="2071059" y="1681950"/>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92"/>
                      </a:lnTo>
                      <a:lnTo>
                        <a:pt x="21600" y="21600"/>
                      </a:lnTo>
                      <a:lnTo>
                        <a:pt x="21600" y="7184"/>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68" name="Google Shape;388;p26"/>
                <p:cNvSpPr/>
                <p:nvPr/>
              </p:nvSpPr>
              <p:spPr>
                <a:xfrm>
                  <a:off x="2137291" y="1681950"/>
                  <a:ext cx="66399"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184"/>
                      </a:lnTo>
                      <a:lnTo>
                        <a:pt x="0" y="21600"/>
                      </a:lnTo>
                      <a:lnTo>
                        <a:pt x="21600" y="14392"/>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69" name="Google Shape;389;p26"/>
                <p:cNvSpPr/>
                <p:nvPr/>
              </p:nvSpPr>
              <p:spPr>
                <a:xfrm>
                  <a:off x="2175148" y="1703651"/>
                  <a:ext cx="132483" cy="765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800"/>
                      </a:lnTo>
                      <a:lnTo>
                        <a:pt x="10798" y="21600"/>
                      </a:lnTo>
                      <a:lnTo>
                        <a:pt x="21600" y="10800"/>
                      </a:lnTo>
                      <a:lnTo>
                        <a:pt x="10798"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70" name="Google Shape;390;p26"/>
                <p:cNvSpPr/>
                <p:nvPr/>
              </p:nvSpPr>
              <p:spPr>
                <a:xfrm>
                  <a:off x="2175148" y="1741934"/>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20"/>
                      </a:lnTo>
                      <a:lnTo>
                        <a:pt x="21600" y="21600"/>
                      </a:lnTo>
                      <a:lnTo>
                        <a:pt x="21600" y="7208"/>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71" name="Google Shape;391;p26"/>
                <p:cNvSpPr/>
                <p:nvPr/>
              </p:nvSpPr>
              <p:spPr>
                <a:xfrm>
                  <a:off x="2241380" y="1741934"/>
                  <a:ext cx="66251"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8"/>
                      </a:lnTo>
                      <a:lnTo>
                        <a:pt x="0" y="21600"/>
                      </a:lnTo>
                      <a:lnTo>
                        <a:pt x="21600" y="14420"/>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72" name="Google Shape;392;p26"/>
                <p:cNvSpPr/>
                <p:nvPr/>
              </p:nvSpPr>
              <p:spPr>
                <a:xfrm>
                  <a:off x="1967118" y="1463439"/>
                  <a:ext cx="132483" cy="76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797"/>
                      </a:lnTo>
                      <a:lnTo>
                        <a:pt x="10798" y="21600"/>
                      </a:lnTo>
                      <a:lnTo>
                        <a:pt x="21600" y="10797"/>
                      </a:lnTo>
                      <a:lnTo>
                        <a:pt x="10798"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73" name="Google Shape;393;p26"/>
                <p:cNvSpPr/>
                <p:nvPr/>
              </p:nvSpPr>
              <p:spPr>
                <a:xfrm>
                  <a:off x="1967118" y="1501721"/>
                  <a:ext cx="66233"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01"/>
                      </a:lnTo>
                      <a:lnTo>
                        <a:pt x="21600" y="21600"/>
                      </a:lnTo>
                      <a:lnTo>
                        <a:pt x="21600" y="7202"/>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74" name="Google Shape;394;p26"/>
                <p:cNvSpPr/>
                <p:nvPr/>
              </p:nvSpPr>
              <p:spPr>
                <a:xfrm>
                  <a:off x="2033349" y="1501721"/>
                  <a:ext cx="66252"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2"/>
                      </a:lnTo>
                      <a:lnTo>
                        <a:pt x="0" y="21600"/>
                      </a:lnTo>
                      <a:lnTo>
                        <a:pt x="21600" y="14401"/>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75" name="Google Shape;395;p26"/>
                <p:cNvSpPr/>
                <p:nvPr/>
              </p:nvSpPr>
              <p:spPr>
                <a:xfrm>
                  <a:off x="2071059" y="1523570"/>
                  <a:ext cx="132631" cy="765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0"/>
                      </a:moveTo>
                      <a:lnTo>
                        <a:pt x="0" y="10800"/>
                      </a:lnTo>
                      <a:lnTo>
                        <a:pt x="10786" y="21600"/>
                      </a:lnTo>
                      <a:lnTo>
                        <a:pt x="21600" y="10800"/>
                      </a:lnTo>
                      <a:lnTo>
                        <a:pt x="10786"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76" name="Google Shape;396;p26"/>
                <p:cNvSpPr/>
                <p:nvPr/>
              </p:nvSpPr>
              <p:spPr>
                <a:xfrm>
                  <a:off x="2071059" y="1561853"/>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92"/>
                      </a:lnTo>
                      <a:lnTo>
                        <a:pt x="21600" y="21600"/>
                      </a:lnTo>
                      <a:lnTo>
                        <a:pt x="21600" y="7208"/>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77" name="Google Shape;397;p26"/>
                <p:cNvSpPr/>
                <p:nvPr/>
              </p:nvSpPr>
              <p:spPr>
                <a:xfrm>
                  <a:off x="2137291" y="1561853"/>
                  <a:ext cx="66399"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8"/>
                      </a:lnTo>
                      <a:lnTo>
                        <a:pt x="0" y="21600"/>
                      </a:lnTo>
                      <a:lnTo>
                        <a:pt x="21600" y="14392"/>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78" name="Google Shape;398;p26"/>
                <p:cNvSpPr/>
                <p:nvPr/>
              </p:nvSpPr>
              <p:spPr>
                <a:xfrm>
                  <a:off x="2175148" y="1583536"/>
                  <a:ext cx="132483" cy="76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803"/>
                      </a:lnTo>
                      <a:lnTo>
                        <a:pt x="10798" y="21600"/>
                      </a:lnTo>
                      <a:lnTo>
                        <a:pt x="21600" y="10803"/>
                      </a:lnTo>
                      <a:lnTo>
                        <a:pt x="10798"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79" name="Google Shape;399;p26"/>
                <p:cNvSpPr/>
                <p:nvPr/>
              </p:nvSpPr>
              <p:spPr>
                <a:xfrm>
                  <a:off x="2175148" y="1621837"/>
                  <a:ext cx="66233" cy="11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00"/>
                      </a:lnTo>
                      <a:lnTo>
                        <a:pt x="21600" y="21600"/>
                      </a:lnTo>
                      <a:lnTo>
                        <a:pt x="21600" y="7200"/>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80" name="Google Shape;400;p26"/>
                <p:cNvSpPr/>
                <p:nvPr/>
              </p:nvSpPr>
              <p:spPr>
                <a:xfrm>
                  <a:off x="2241380" y="1621837"/>
                  <a:ext cx="66251" cy="11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0"/>
                      </a:lnTo>
                      <a:lnTo>
                        <a:pt x="0" y="21600"/>
                      </a:lnTo>
                      <a:lnTo>
                        <a:pt x="21600" y="14400"/>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81" name="Google Shape;401;p26"/>
                <p:cNvSpPr/>
                <p:nvPr/>
              </p:nvSpPr>
              <p:spPr>
                <a:xfrm>
                  <a:off x="1967118" y="1343489"/>
                  <a:ext cx="132483" cy="764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779"/>
                      </a:lnTo>
                      <a:lnTo>
                        <a:pt x="10798" y="21600"/>
                      </a:lnTo>
                      <a:lnTo>
                        <a:pt x="21600" y="10779"/>
                      </a:lnTo>
                      <a:lnTo>
                        <a:pt x="10798"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82" name="Google Shape;402;p26"/>
                <p:cNvSpPr/>
                <p:nvPr/>
              </p:nvSpPr>
              <p:spPr>
                <a:xfrm>
                  <a:off x="1967118" y="1381624"/>
                  <a:ext cx="66233"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98"/>
                      </a:lnTo>
                      <a:lnTo>
                        <a:pt x="21600" y="21600"/>
                      </a:lnTo>
                      <a:lnTo>
                        <a:pt x="21600" y="7199"/>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83" name="Google Shape;403;p26"/>
                <p:cNvSpPr/>
                <p:nvPr/>
              </p:nvSpPr>
              <p:spPr>
                <a:xfrm>
                  <a:off x="2033349" y="1381624"/>
                  <a:ext cx="66252"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199"/>
                      </a:lnTo>
                      <a:lnTo>
                        <a:pt x="0" y="21600"/>
                      </a:lnTo>
                      <a:lnTo>
                        <a:pt x="21600" y="14398"/>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84" name="Google Shape;404;p26"/>
                <p:cNvSpPr/>
                <p:nvPr/>
              </p:nvSpPr>
              <p:spPr>
                <a:xfrm>
                  <a:off x="2071059" y="1403455"/>
                  <a:ext cx="132631" cy="76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0"/>
                      </a:moveTo>
                      <a:lnTo>
                        <a:pt x="0" y="10803"/>
                      </a:lnTo>
                      <a:lnTo>
                        <a:pt x="10786" y="21600"/>
                      </a:lnTo>
                      <a:lnTo>
                        <a:pt x="21600" y="10803"/>
                      </a:lnTo>
                      <a:lnTo>
                        <a:pt x="10786"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85" name="Google Shape;405;p26"/>
                <p:cNvSpPr/>
                <p:nvPr/>
              </p:nvSpPr>
              <p:spPr>
                <a:xfrm>
                  <a:off x="2071059" y="1441756"/>
                  <a:ext cx="66233"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388"/>
                      </a:lnTo>
                      <a:lnTo>
                        <a:pt x="21600" y="21600"/>
                      </a:lnTo>
                      <a:lnTo>
                        <a:pt x="21600" y="7208"/>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86" name="Google Shape;406;p26"/>
                <p:cNvSpPr/>
                <p:nvPr/>
              </p:nvSpPr>
              <p:spPr>
                <a:xfrm>
                  <a:off x="2137291" y="1441756"/>
                  <a:ext cx="66399" cy="11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8"/>
                      </a:lnTo>
                      <a:lnTo>
                        <a:pt x="0" y="21600"/>
                      </a:lnTo>
                      <a:lnTo>
                        <a:pt x="21600" y="14388"/>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287" name="Google Shape;407;p26"/>
                <p:cNvSpPr/>
                <p:nvPr/>
              </p:nvSpPr>
              <p:spPr>
                <a:xfrm>
                  <a:off x="2175148" y="1463439"/>
                  <a:ext cx="132483" cy="76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797"/>
                      </a:lnTo>
                      <a:lnTo>
                        <a:pt x="10798" y="21600"/>
                      </a:lnTo>
                      <a:lnTo>
                        <a:pt x="21600" y="10797"/>
                      </a:lnTo>
                      <a:lnTo>
                        <a:pt x="10798"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288" name="Google Shape;408;p26"/>
                <p:cNvSpPr/>
                <p:nvPr/>
              </p:nvSpPr>
              <p:spPr>
                <a:xfrm>
                  <a:off x="2175148" y="1501721"/>
                  <a:ext cx="66233"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01"/>
                      </a:lnTo>
                      <a:lnTo>
                        <a:pt x="21600" y="21600"/>
                      </a:lnTo>
                      <a:lnTo>
                        <a:pt x="21600" y="7202"/>
                      </a:lnTo>
                      <a:lnTo>
                        <a:pt x="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289" name="Google Shape;409;p26"/>
                <p:cNvSpPr/>
                <p:nvPr/>
              </p:nvSpPr>
              <p:spPr>
                <a:xfrm>
                  <a:off x="2241380" y="1501721"/>
                  <a:ext cx="66251" cy="114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7202"/>
                      </a:lnTo>
                      <a:lnTo>
                        <a:pt x="0" y="21600"/>
                      </a:lnTo>
                      <a:lnTo>
                        <a:pt x="21600" y="14401"/>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grpSp>
          <p:sp>
            <p:nvSpPr>
              <p:cNvPr id="291" name="Google Shape;410;p26"/>
              <p:cNvSpPr/>
              <p:nvPr/>
            </p:nvSpPr>
            <p:spPr>
              <a:xfrm flipH="1">
                <a:off x="2879455" y="3621769"/>
                <a:ext cx="3041401" cy="1753802"/>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292" name="Google Shape;411;p26"/>
              <p:cNvSpPr/>
              <p:nvPr/>
            </p:nvSpPr>
            <p:spPr>
              <a:xfrm flipH="1" flipV="1">
                <a:off x="2554330" y="4086991"/>
                <a:ext cx="1300201" cy="750602"/>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293" name="Google Shape;412;p26"/>
              <p:cNvSpPr/>
              <p:nvPr/>
            </p:nvSpPr>
            <p:spPr>
              <a:xfrm flipH="1" flipV="1">
                <a:off x="505067" y="3715029"/>
                <a:ext cx="3210600" cy="1833601"/>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294" name="Google Shape;413;p26"/>
              <p:cNvSpPr/>
              <p:nvPr/>
            </p:nvSpPr>
            <p:spPr>
              <a:xfrm flipH="1" flipV="1">
                <a:off x="602266" y="3894792"/>
                <a:ext cx="3210600" cy="1833601"/>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295" name="Google Shape;414;p26"/>
              <p:cNvSpPr/>
              <p:nvPr/>
            </p:nvSpPr>
            <p:spPr>
              <a:xfrm flipH="1" flipV="1">
                <a:off x="643919" y="4041025"/>
                <a:ext cx="3210600" cy="1833601"/>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296" name="Google Shape;415;p26"/>
              <p:cNvSpPr/>
              <p:nvPr/>
            </p:nvSpPr>
            <p:spPr>
              <a:xfrm flipH="1" flipV="1">
                <a:off x="-1" y="2500675"/>
                <a:ext cx="3938101" cy="2273700"/>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sp>
            <p:nvSpPr>
              <p:cNvPr id="297" name="Google Shape;416;p26"/>
              <p:cNvSpPr/>
              <p:nvPr/>
            </p:nvSpPr>
            <p:spPr>
              <a:xfrm flipH="1">
                <a:off x="1166649" y="2649475"/>
                <a:ext cx="3869402" cy="2234100"/>
              </a:xfrm>
              <a:prstGeom prst="line">
                <a:avLst/>
              </a:prstGeom>
              <a:noFill/>
              <a:ln w="19050" cap="flat">
                <a:solidFill>
                  <a:schemeClr val="accent4"/>
                </a:solidFill>
                <a:prstDash val="solid"/>
                <a:round/>
              </a:ln>
              <a:effectLst/>
            </p:spPr>
            <p:txBody>
              <a:bodyPr wrap="square" lIns="45719" tIns="45719" rIns="45719" bIns="45719" numCol="1" anchor="t">
                <a:noAutofit/>
              </a:bodyPr>
              <a:lstStyle/>
              <a:p>
                <a:pPr/>
              </a:p>
            </p:txBody>
          </p:sp>
        </p:grpSp>
        <p:sp>
          <p:nvSpPr>
            <p:cNvPr id="299" name="Google Shape;417;p26"/>
            <p:cNvSpPr/>
            <p:nvPr/>
          </p:nvSpPr>
          <p:spPr>
            <a:xfrm rot="18000361">
              <a:off x="1641325" y="2703190"/>
              <a:ext cx="1739085" cy="4794647"/>
            </a:xfrm>
            <a:prstGeom prst="rect">
              <a:avLst/>
            </a:prstGeom>
            <a:solidFill>
              <a:schemeClr val="accent1"/>
            </a:solidFill>
            <a:ln w="12700" cap="flat">
              <a:noFill/>
              <a:miter lim="400000"/>
            </a:ln>
            <a:effectLst/>
          </p:spPr>
          <p:txBody>
            <a:bodyPr wrap="square" lIns="45719" tIns="45719" rIns="45719" bIns="45719" numCol="1" anchor="ctr">
              <a:noAutofit/>
            </a:bodyPr>
            <a:lstStyle/>
            <a:p>
              <a:pPr/>
            </a:p>
          </p:txBody>
        </p:sp>
      </p:grpSp>
      <p:sp>
        <p:nvSpPr>
          <p:cNvPr id="301" name="Google Shape;418;p26"/>
          <p:cNvSpPr/>
          <p:nvPr/>
        </p:nvSpPr>
        <p:spPr>
          <a:xfrm flipH="1" flipV="1">
            <a:off x="1925750" y="2620874"/>
            <a:ext cx="4581601" cy="2620801"/>
          </a:xfrm>
          <a:prstGeom prst="line">
            <a:avLst/>
          </a:prstGeom>
          <a:ln w="19050">
            <a:solidFill>
              <a:schemeClr val="accent4"/>
            </a:solidFill>
          </a:ln>
        </p:spPr>
        <p:txBody>
          <a:bodyPr lIns="45719" rIns="45719"/>
          <a:lstStyle/>
          <a:p>
            <a:pPr/>
          </a:p>
        </p:txBody>
      </p:sp>
      <p:sp>
        <p:nvSpPr>
          <p:cNvPr id="302" name="TextBox 2"/>
          <p:cNvSpPr txBox="1"/>
          <p:nvPr/>
        </p:nvSpPr>
        <p:spPr>
          <a:xfrm>
            <a:off x="58715" y="2586042"/>
            <a:ext cx="3201516" cy="6952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Diala Jubeh</a:t>
            </a:r>
          </a:p>
          <a:p>
            <a:pPr>
              <a:defRPr>
                <a:solidFill>
                  <a:srgbClr val="FFFFFF"/>
                </a:solidFill>
              </a:defRPr>
            </a:pPr>
            <a:r>
              <a:t>Nurhande Akyüz</a:t>
            </a:r>
          </a:p>
          <a:p>
            <a:pPr>
              <a:defRPr>
                <a:solidFill>
                  <a:srgbClr val="FFFFFF"/>
                </a:solidFill>
              </a:defRPr>
            </a:pPr>
            <a:r>
              <a:t>Münevver Sueda Kocatürk</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17" name="Google Shape;3894;p53"/>
          <p:cNvGrpSpPr/>
          <p:nvPr/>
        </p:nvGrpSpPr>
        <p:grpSpPr>
          <a:xfrm>
            <a:off x="2209874" y="1583825"/>
            <a:ext cx="4306990" cy="2996590"/>
            <a:chOff x="0" y="0"/>
            <a:chExt cx="4306989" cy="2996589"/>
          </a:xfrm>
        </p:grpSpPr>
        <p:grpSp>
          <p:nvGrpSpPr>
            <p:cNvPr id="311" name="Google Shape;3895;p53"/>
            <p:cNvGrpSpPr/>
            <p:nvPr/>
          </p:nvGrpSpPr>
          <p:grpSpPr>
            <a:xfrm>
              <a:off x="197310" y="202205"/>
              <a:ext cx="3895703" cy="2591504"/>
              <a:chOff x="15" y="0"/>
              <a:chExt cx="3895702" cy="2591503"/>
            </a:xfrm>
          </p:grpSpPr>
          <p:sp>
            <p:nvSpPr>
              <p:cNvPr id="304" name="Google Shape;3896;p53"/>
              <p:cNvSpPr/>
              <p:nvPr/>
            </p:nvSpPr>
            <p:spPr>
              <a:xfrm>
                <a:off x="1672163" y="2549702"/>
                <a:ext cx="965418" cy="41788"/>
              </a:xfrm>
              <a:prstGeom prst="rect">
                <a:avLst/>
              </a:prstGeom>
              <a:solidFill>
                <a:schemeClr val="accent4"/>
              </a:solidFill>
              <a:ln w="12700" cap="flat">
                <a:noFill/>
                <a:miter lim="400000"/>
              </a:ln>
              <a:effectLst/>
            </p:spPr>
            <p:txBody>
              <a:bodyPr wrap="square" lIns="45719" tIns="45719" rIns="45719" bIns="45719" numCol="1" anchor="ctr">
                <a:noAutofit/>
              </a:bodyPr>
              <a:lstStyle/>
              <a:p>
                <a:pPr/>
              </a:p>
            </p:txBody>
          </p:sp>
          <p:sp>
            <p:nvSpPr>
              <p:cNvPr id="305" name="Google Shape;3897;p53"/>
              <p:cNvSpPr/>
              <p:nvPr/>
            </p:nvSpPr>
            <p:spPr>
              <a:xfrm>
                <a:off x="15" y="2027220"/>
                <a:ext cx="1985262" cy="5642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55" y="0"/>
                    </a:moveTo>
                    <a:lnTo>
                      <a:pt x="0" y="192"/>
                    </a:lnTo>
                    <a:cubicBezTo>
                      <a:pt x="245" y="6256"/>
                      <a:pt x="1100" y="11600"/>
                      <a:pt x="2328" y="15456"/>
                    </a:cubicBezTo>
                    <a:cubicBezTo>
                      <a:pt x="3579" y="19264"/>
                      <a:pt x="5211" y="21600"/>
                      <a:pt x="6989" y="21600"/>
                    </a:cubicBezTo>
                    <a:lnTo>
                      <a:pt x="21600" y="21600"/>
                    </a:lnTo>
                    <a:lnTo>
                      <a:pt x="21600" y="20000"/>
                    </a:lnTo>
                    <a:lnTo>
                      <a:pt x="6989" y="20000"/>
                    </a:lnTo>
                    <a:cubicBezTo>
                      <a:pt x="5325" y="20000"/>
                      <a:pt x="3806" y="17856"/>
                      <a:pt x="2633" y="14256"/>
                    </a:cubicBezTo>
                    <a:cubicBezTo>
                      <a:pt x="1478" y="10656"/>
                      <a:pt x="682" y="5600"/>
                      <a:pt x="45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306" name="Google Shape;3898;p53"/>
              <p:cNvSpPr/>
              <p:nvPr/>
            </p:nvSpPr>
            <p:spPr>
              <a:xfrm>
                <a:off x="3352" y="1274845"/>
                <a:ext cx="781989" cy="548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52" y="0"/>
                    </a:moveTo>
                    <a:cubicBezTo>
                      <a:pt x="13230" y="0"/>
                      <a:pt x="9143" y="2321"/>
                      <a:pt x="6015" y="6174"/>
                    </a:cubicBezTo>
                    <a:cubicBezTo>
                      <a:pt x="2886" y="9944"/>
                      <a:pt x="681" y="15294"/>
                      <a:pt x="0" y="21320"/>
                    </a:cubicBezTo>
                    <a:lnTo>
                      <a:pt x="1108" y="21600"/>
                    </a:lnTo>
                    <a:cubicBezTo>
                      <a:pt x="1778" y="15969"/>
                      <a:pt x="3856" y="10965"/>
                      <a:pt x="6788" y="7409"/>
                    </a:cubicBezTo>
                    <a:cubicBezTo>
                      <a:pt x="9720" y="3836"/>
                      <a:pt x="13519" y="1646"/>
                      <a:pt x="17652" y="1646"/>
                    </a:cubicBezTo>
                    <a:lnTo>
                      <a:pt x="21600" y="1646"/>
                    </a:lnTo>
                    <a:lnTo>
                      <a:pt x="21600"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307" name="Google Shape;3899;p53"/>
              <p:cNvSpPr/>
              <p:nvPr/>
            </p:nvSpPr>
            <p:spPr>
              <a:xfrm>
                <a:off x="1004748" y="752375"/>
                <a:ext cx="2890970" cy="564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288" y="0"/>
                    </a:moveTo>
                    <a:cubicBezTo>
                      <a:pt x="21144" y="5600"/>
                      <a:pt x="20585" y="10592"/>
                      <a:pt x="19792" y="14192"/>
                    </a:cubicBezTo>
                    <a:cubicBezTo>
                      <a:pt x="18983" y="17792"/>
                      <a:pt x="17943" y="20000"/>
                      <a:pt x="16797" y="20000"/>
                    </a:cubicBezTo>
                    <a:lnTo>
                      <a:pt x="0" y="20000"/>
                    </a:lnTo>
                    <a:lnTo>
                      <a:pt x="0" y="21600"/>
                    </a:lnTo>
                    <a:lnTo>
                      <a:pt x="16797" y="21600"/>
                    </a:lnTo>
                    <a:cubicBezTo>
                      <a:pt x="18021" y="21600"/>
                      <a:pt x="19139" y="19264"/>
                      <a:pt x="19998" y="15392"/>
                    </a:cubicBezTo>
                    <a:cubicBezTo>
                      <a:pt x="20844" y="11600"/>
                      <a:pt x="21444" y="6192"/>
                      <a:pt x="21600" y="192"/>
                    </a:cubicBezTo>
                    <a:lnTo>
                      <a:pt x="21288" y="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308" name="Google Shape;3900;p53"/>
              <p:cNvSpPr/>
              <p:nvPr/>
            </p:nvSpPr>
            <p:spPr>
              <a:xfrm>
                <a:off x="2549456" y="-1"/>
                <a:ext cx="1340793" cy="5308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701"/>
                    </a:lnTo>
                    <a:lnTo>
                      <a:pt x="11332" y="1701"/>
                    </a:lnTo>
                    <a:cubicBezTo>
                      <a:pt x="13688" y="1701"/>
                      <a:pt x="15850" y="3895"/>
                      <a:pt x="17560" y="7433"/>
                    </a:cubicBezTo>
                    <a:cubicBezTo>
                      <a:pt x="19270" y="11055"/>
                      <a:pt x="20482" y="16005"/>
                      <a:pt x="20954" y="21600"/>
                    </a:cubicBezTo>
                    <a:lnTo>
                      <a:pt x="21600" y="21328"/>
                    </a:lnTo>
                    <a:cubicBezTo>
                      <a:pt x="21122" y="15307"/>
                      <a:pt x="19809" y="9984"/>
                      <a:pt x="17984" y="6157"/>
                    </a:cubicBezTo>
                    <a:cubicBezTo>
                      <a:pt x="16187" y="2330"/>
                      <a:pt x="13857" y="0"/>
                      <a:pt x="11332"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309" name="Google Shape;3901;p53"/>
              <p:cNvSpPr/>
              <p:nvPr/>
            </p:nvSpPr>
            <p:spPr>
              <a:xfrm>
                <a:off x="97389" y="-1"/>
                <a:ext cx="2220573" cy="41802"/>
              </a:xfrm>
              <a:prstGeom prst="rect">
                <a:avLst/>
              </a:prstGeom>
              <a:solidFill>
                <a:schemeClr val="accent4"/>
              </a:solidFill>
              <a:ln w="12700" cap="flat">
                <a:noFill/>
                <a:miter lim="400000"/>
              </a:ln>
              <a:effectLst/>
            </p:spPr>
            <p:txBody>
              <a:bodyPr wrap="square" lIns="45719" tIns="45719" rIns="45719" bIns="45719" numCol="1" anchor="ctr">
                <a:noAutofit/>
              </a:bodyPr>
              <a:lstStyle/>
              <a:p>
                <a:pPr/>
              </a:p>
            </p:txBody>
          </p:sp>
          <p:sp>
            <p:nvSpPr>
              <p:cNvPr id="310" name="Google Shape;3902;p53"/>
              <p:cNvSpPr/>
              <p:nvPr/>
            </p:nvSpPr>
            <p:spPr>
              <a:xfrm>
                <a:off x="2854606" y="2549702"/>
                <a:ext cx="965419" cy="41788"/>
              </a:xfrm>
              <a:prstGeom prst="rect">
                <a:avLst/>
              </a:prstGeom>
              <a:solidFill>
                <a:schemeClr val="accent4"/>
              </a:solidFill>
              <a:ln w="12700" cap="flat">
                <a:noFill/>
                <a:miter lim="400000"/>
              </a:ln>
              <a:effectLst/>
            </p:spPr>
            <p:txBody>
              <a:bodyPr wrap="square" lIns="45719" tIns="45719" rIns="45719" bIns="45719" numCol="1" anchor="ctr">
                <a:noAutofit/>
              </a:bodyPr>
              <a:lstStyle/>
              <a:p>
                <a:pPr/>
              </a:p>
            </p:txBody>
          </p:sp>
        </p:grpSp>
        <p:sp>
          <p:nvSpPr>
            <p:cNvPr id="312" name="Google Shape;3903;p53"/>
            <p:cNvSpPr/>
            <p:nvPr/>
          </p:nvSpPr>
          <p:spPr>
            <a:xfrm>
              <a:off x="2391442" y="-1"/>
              <a:ext cx="443701" cy="443701"/>
            </a:xfrm>
            <a:prstGeom prst="rect">
              <a:avLst/>
            </a:prstGeom>
            <a:noFill/>
            <a:ln w="28575" cap="flat">
              <a:solidFill>
                <a:schemeClr val="accent4"/>
              </a:solidFill>
              <a:prstDash val="solid"/>
              <a:round/>
            </a:ln>
            <a:effectLst/>
          </p:spPr>
          <p:txBody>
            <a:bodyPr wrap="square" lIns="45719" tIns="45719" rIns="45719" bIns="45719" numCol="1" anchor="ctr">
              <a:noAutofit/>
            </a:bodyPr>
            <a:lstStyle/>
            <a:p>
              <a:pPr/>
            </a:p>
          </p:txBody>
        </p:sp>
        <p:sp>
          <p:nvSpPr>
            <p:cNvPr id="313" name="Google Shape;3904;p53"/>
            <p:cNvSpPr/>
            <p:nvPr/>
          </p:nvSpPr>
          <p:spPr>
            <a:xfrm>
              <a:off x="3863588" y="605080"/>
              <a:ext cx="443401" cy="443401"/>
            </a:xfrm>
            <a:prstGeom prst="rect">
              <a:avLst/>
            </a:prstGeom>
            <a:noFill/>
            <a:ln w="28575" cap="flat">
              <a:solidFill>
                <a:schemeClr val="accent4"/>
              </a:solidFill>
              <a:prstDash val="solid"/>
              <a:round/>
            </a:ln>
            <a:effectLst/>
          </p:spPr>
          <p:txBody>
            <a:bodyPr wrap="square" lIns="45719" tIns="45719" rIns="45719" bIns="45719" numCol="1" anchor="ctr">
              <a:noAutofit/>
            </a:bodyPr>
            <a:lstStyle/>
            <a:p>
              <a:pPr/>
            </a:p>
          </p:txBody>
        </p:sp>
        <p:sp>
          <p:nvSpPr>
            <p:cNvPr id="314" name="Google Shape;3905;p53"/>
            <p:cNvSpPr/>
            <p:nvPr/>
          </p:nvSpPr>
          <p:spPr>
            <a:xfrm>
              <a:off x="862560" y="1273665"/>
              <a:ext cx="448501" cy="448501"/>
            </a:xfrm>
            <a:prstGeom prst="rect">
              <a:avLst/>
            </a:prstGeom>
            <a:noFill/>
            <a:ln w="28575" cap="flat">
              <a:solidFill>
                <a:schemeClr val="accent4"/>
              </a:solidFill>
              <a:prstDash val="solid"/>
              <a:round/>
            </a:ln>
            <a:effectLst/>
          </p:spPr>
          <p:txBody>
            <a:bodyPr wrap="square" lIns="45719" tIns="45719" rIns="45719" bIns="45719" numCol="1" anchor="ctr">
              <a:noAutofit/>
            </a:bodyPr>
            <a:lstStyle/>
            <a:p>
              <a:pPr/>
            </a:p>
          </p:txBody>
        </p:sp>
        <p:sp>
          <p:nvSpPr>
            <p:cNvPr id="315" name="Google Shape;3906;p53"/>
            <p:cNvSpPr/>
            <p:nvPr/>
          </p:nvSpPr>
          <p:spPr>
            <a:xfrm>
              <a:off x="-1" y="1914148"/>
              <a:ext cx="442201" cy="442201"/>
            </a:xfrm>
            <a:prstGeom prst="rect">
              <a:avLst/>
            </a:prstGeom>
            <a:noFill/>
            <a:ln w="28575" cap="flat">
              <a:solidFill>
                <a:schemeClr val="accent4"/>
              </a:solidFill>
              <a:prstDash val="solid"/>
              <a:round/>
            </a:ln>
            <a:effectLst/>
          </p:spPr>
          <p:txBody>
            <a:bodyPr wrap="square" lIns="45719" tIns="45719" rIns="45719" bIns="45719" numCol="1" anchor="ctr">
              <a:noAutofit/>
            </a:bodyPr>
            <a:lstStyle/>
            <a:p>
              <a:pPr/>
            </a:p>
          </p:txBody>
        </p:sp>
        <p:sp>
          <p:nvSpPr>
            <p:cNvPr id="316" name="Google Shape;3907;p53"/>
            <p:cNvSpPr/>
            <p:nvPr/>
          </p:nvSpPr>
          <p:spPr>
            <a:xfrm>
              <a:off x="2719668" y="2548988"/>
              <a:ext cx="447601" cy="447601"/>
            </a:xfrm>
            <a:prstGeom prst="rect">
              <a:avLst/>
            </a:prstGeom>
            <a:noFill/>
            <a:ln w="28575" cap="flat">
              <a:solidFill>
                <a:schemeClr val="accent4"/>
              </a:solidFill>
              <a:prstDash val="solid"/>
              <a:round/>
            </a:ln>
            <a:effectLst/>
          </p:spPr>
          <p:txBody>
            <a:bodyPr wrap="square" lIns="45719" tIns="45719" rIns="45719" bIns="45719" numCol="1" anchor="ctr">
              <a:noAutofit/>
            </a:bodyPr>
            <a:lstStyle/>
            <a:p>
              <a:pPr/>
            </a:p>
          </p:txBody>
        </p:sp>
      </p:grpSp>
      <p:sp>
        <p:nvSpPr>
          <p:cNvPr id="318" name="Google Shape;3908;p53"/>
          <p:cNvSpPr txBox="1"/>
          <p:nvPr>
            <p:ph type="body" sz="quarter" idx="4294967295"/>
          </p:nvPr>
        </p:nvSpPr>
        <p:spPr>
          <a:xfrm>
            <a:off x="4656768" y="1646679"/>
            <a:ext cx="308401" cy="313801"/>
          </a:xfrm>
          <a:prstGeom prst="rect">
            <a:avLst/>
          </a:prstGeom>
          <a:solidFill>
            <a:schemeClr val="accent5"/>
          </a:solidFill>
        </p:spPr>
        <p:txBody>
          <a:bodyPr anchor="ctr">
            <a:normAutofit fontScale="100000" lnSpcReduction="0"/>
          </a:bodyPr>
          <a:lstStyle>
            <a:lvl1pPr marL="0" indent="0" algn="ctr" defTabSz="548640">
              <a:buSzTx/>
              <a:buNone/>
              <a:defRPr sz="840"/>
            </a:lvl1pPr>
          </a:lstStyle>
          <a:p>
            <a:pPr/>
            <a:r>
              <a:t>1</a:t>
            </a:r>
          </a:p>
        </p:txBody>
      </p:sp>
      <p:grpSp>
        <p:nvGrpSpPr>
          <p:cNvPr id="321" name="Google Shape;3909;p53"/>
          <p:cNvGrpSpPr/>
          <p:nvPr/>
        </p:nvGrpSpPr>
        <p:grpSpPr>
          <a:xfrm>
            <a:off x="6136004" y="2253868"/>
            <a:ext cx="318601" cy="313801"/>
            <a:chOff x="0" y="0"/>
            <a:chExt cx="318600" cy="313800"/>
          </a:xfrm>
        </p:grpSpPr>
        <p:sp>
          <p:nvSpPr>
            <p:cNvPr id="319" name="Kare"/>
            <p:cNvSpPr/>
            <p:nvPr/>
          </p:nvSpPr>
          <p:spPr>
            <a:xfrm>
              <a:off x="-1" y="-1"/>
              <a:ext cx="318602" cy="313802"/>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latin typeface="Fira Sans"/>
                  <a:ea typeface="Fira Sans"/>
                  <a:cs typeface="Fira Sans"/>
                  <a:sym typeface="Fira Sans"/>
                </a:defRPr>
              </a:pPr>
            </a:p>
          </p:txBody>
        </p:sp>
        <p:sp>
          <p:nvSpPr>
            <p:cNvPr id="320" name="2"/>
            <p:cNvSpPr txBox="1"/>
            <p:nvPr/>
          </p:nvSpPr>
          <p:spPr>
            <a:xfrm>
              <a:off x="-1" y="-1"/>
              <a:ext cx="318602" cy="3138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normAutofit fontScale="100000" lnSpcReduction="0"/>
            </a:bodyPr>
            <a:lstStyle>
              <a:lvl1pPr algn="ctr" defTabSz="548640">
                <a:defRPr sz="840">
                  <a:solidFill>
                    <a:srgbClr val="FFFFFF"/>
                  </a:solidFill>
                  <a:latin typeface="Fira Sans"/>
                  <a:ea typeface="Fira Sans"/>
                  <a:cs typeface="Fira Sans"/>
                  <a:sym typeface="Fira Sans"/>
                </a:defRPr>
              </a:lvl1pPr>
            </a:lstStyle>
            <a:p>
              <a:pPr/>
              <a:r>
                <a:t>2</a:t>
              </a:r>
            </a:p>
          </p:txBody>
        </p:sp>
      </p:grpSp>
      <p:grpSp>
        <p:nvGrpSpPr>
          <p:cNvPr id="324" name="Google Shape;3910;p53"/>
          <p:cNvGrpSpPr/>
          <p:nvPr/>
        </p:nvGrpSpPr>
        <p:grpSpPr>
          <a:xfrm>
            <a:off x="3137211" y="2924626"/>
            <a:ext cx="318601" cy="313801"/>
            <a:chOff x="0" y="0"/>
            <a:chExt cx="318600" cy="313800"/>
          </a:xfrm>
        </p:grpSpPr>
        <p:sp>
          <p:nvSpPr>
            <p:cNvPr id="322" name="Kare"/>
            <p:cNvSpPr/>
            <p:nvPr/>
          </p:nvSpPr>
          <p:spPr>
            <a:xfrm>
              <a:off x="-1" y="-1"/>
              <a:ext cx="318602" cy="313802"/>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latin typeface="Fira Sans"/>
                  <a:ea typeface="Fira Sans"/>
                  <a:cs typeface="Fira Sans"/>
                  <a:sym typeface="Fira Sans"/>
                </a:defRPr>
              </a:pPr>
            </a:p>
          </p:txBody>
        </p:sp>
        <p:sp>
          <p:nvSpPr>
            <p:cNvPr id="323" name="3"/>
            <p:cNvSpPr txBox="1"/>
            <p:nvPr/>
          </p:nvSpPr>
          <p:spPr>
            <a:xfrm>
              <a:off x="-1" y="-1"/>
              <a:ext cx="318602" cy="3138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normAutofit fontScale="100000" lnSpcReduction="0"/>
            </a:bodyPr>
            <a:lstStyle>
              <a:lvl1pPr algn="ctr" defTabSz="548640">
                <a:defRPr sz="840">
                  <a:solidFill>
                    <a:srgbClr val="FFFFFF"/>
                  </a:solidFill>
                  <a:latin typeface="Fira Sans"/>
                  <a:ea typeface="Fira Sans"/>
                  <a:cs typeface="Fira Sans"/>
                  <a:sym typeface="Fira Sans"/>
                </a:defRPr>
              </a:lvl1pPr>
            </a:lstStyle>
            <a:p>
              <a:pPr/>
              <a:r>
                <a:t>3</a:t>
              </a:r>
            </a:p>
          </p:txBody>
        </p:sp>
      </p:grpSp>
      <p:grpSp>
        <p:nvGrpSpPr>
          <p:cNvPr id="327" name="Google Shape;3911;p53"/>
          <p:cNvGrpSpPr/>
          <p:nvPr/>
        </p:nvGrpSpPr>
        <p:grpSpPr>
          <a:xfrm>
            <a:off x="2271785" y="3562308"/>
            <a:ext cx="318601" cy="313801"/>
            <a:chOff x="0" y="0"/>
            <a:chExt cx="318600" cy="313800"/>
          </a:xfrm>
        </p:grpSpPr>
        <p:sp>
          <p:nvSpPr>
            <p:cNvPr id="325" name="Kare"/>
            <p:cNvSpPr/>
            <p:nvPr/>
          </p:nvSpPr>
          <p:spPr>
            <a:xfrm>
              <a:off x="-1" y="-1"/>
              <a:ext cx="318602" cy="313802"/>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latin typeface="Fira Sans"/>
                  <a:ea typeface="Fira Sans"/>
                  <a:cs typeface="Fira Sans"/>
                  <a:sym typeface="Fira Sans"/>
                </a:defRPr>
              </a:pPr>
            </a:p>
          </p:txBody>
        </p:sp>
        <p:sp>
          <p:nvSpPr>
            <p:cNvPr id="326" name="4"/>
            <p:cNvSpPr txBox="1"/>
            <p:nvPr/>
          </p:nvSpPr>
          <p:spPr>
            <a:xfrm>
              <a:off x="-1" y="-1"/>
              <a:ext cx="318602" cy="3138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normAutofit fontScale="100000" lnSpcReduction="0"/>
            </a:bodyPr>
            <a:lstStyle>
              <a:lvl1pPr algn="ctr" defTabSz="548640">
                <a:defRPr sz="840">
                  <a:solidFill>
                    <a:srgbClr val="FFFFFF"/>
                  </a:solidFill>
                  <a:latin typeface="Fira Sans"/>
                  <a:ea typeface="Fira Sans"/>
                  <a:cs typeface="Fira Sans"/>
                  <a:sym typeface="Fira Sans"/>
                </a:defRPr>
              </a:lvl1pPr>
            </a:lstStyle>
            <a:p>
              <a:pPr/>
              <a:r>
                <a:t>4</a:t>
              </a:r>
            </a:p>
          </p:txBody>
        </p:sp>
      </p:grpSp>
      <p:grpSp>
        <p:nvGrpSpPr>
          <p:cNvPr id="330" name="Google Shape;3912;p53"/>
          <p:cNvGrpSpPr/>
          <p:nvPr/>
        </p:nvGrpSpPr>
        <p:grpSpPr>
          <a:xfrm>
            <a:off x="4993856" y="4200547"/>
            <a:ext cx="318601" cy="313801"/>
            <a:chOff x="0" y="0"/>
            <a:chExt cx="318600" cy="313800"/>
          </a:xfrm>
        </p:grpSpPr>
        <p:sp>
          <p:nvSpPr>
            <p:cNvPr id="328" name="Kare"/>
            <p:cNvSpPr/>
            <p:nvPr/>
          </p:nvSpPr>
          <p:spPr>
            <a:xfrm>
              <a:off x="-1" y="-1"/>
              <a:ext cx="318602" cy="313802"/>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latin typeface="Fira Sans"/>
                  <a:ea typeface="Fira Sans"/>
                  <a:cs typeface="Fira Sans"/>
                  <a:sym typeface="Fira Sans"/>
                </a:defRPr>
              </a:pPr>
            </a:p>
          </p:txBody>
        </p:sp>
        <p:sp>
          <p:nvSpPr>
            <p:cNvPr id="329" name="5"/>
            <p:cNvSpPr txBox="1"/>
            <p:nvPr/>
          </p:nvSpPr>
          <p:spPr>
            <a:xfrm>
              <a:off x="-1" y="-1"/>
              <a:ext cx="318602" cy="3138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normAutofit fontScale="100000" lnSpcReduction="0"/>
            </a:bodyPr>
            <a:lstStyle>
              <a:lvl1pPr algn="ctr" defTabSz="548640">
                <a:defRPr sz="840">
                  <a:solidFill>
                    <a:srgbClr val="FFFFFF"/>
                  </a:solidFill>
                  <a:latin typeface="Fira Sans"/>
                  <a:ea typeface="Fira Sans"/>
                  <a:cs typeface="Fira Sans"/>
                  <a:sym typeface="Fira Sans"/>
                </a:defRPr>
              </a:lvl1pPr>
            </a:lstStyle>
            <a:p>
              <a:pPr/>
              <a:r>
                <a:t>5</a:t>
              </a:r>
            </a:p>
          </p:txBody>
        </p:sp>
      </p:grpSp>
      <p:sp>
        <p:nvSpPr>
          <p:cNvPr id="331" name="Google Shape;3913;p53"/>
          <p:cNvSpPr txBox="1"/>
          <p:nvPr>
            <p:ph type="title"/>
          </p:nvPr>
        </p:nvSpPr>
        <p:spPr>
          <a:xfrm>
            <a:off x="711599" y="570550"/>
            <a:ext cx="3223502" cy="572701"/>
          </a:xfrm>
          <a:prstGeom prst="rect">
            <a:avLst/>
          </a:prstGeom>
        </p:spPr>
        <p:txBody>
          <a:bodyPr/>
          <a:lstStyle>
            <a:lvl1pPr defTabSz="685800">
              <a:defRPr sz="2250">
                <a:solidFill>
                  <a:srgbClr val="FFFFFF"/>
                </a:solidFill>
              </a:defRPr>
            </a:lvl1pPr>
          </a:lstStyle>
          <a:p>
            <a:pPr/>
            <a:r>
              <a:t>Glossary</a:t>
            </a:r>
          </a:p>
        </p:txBody>
      </p:sp>
      <p:sp>
        <p:nvSpPr>
          <p:cNvPr id="332" name="Google Shape;3914;p53"/>
          <p:cNvSpPr txBox="1"/>
          <p:nvPr/>
        </p:nvSpPr>
        <p:spPr>
          <a:xfrm>
            <a:off x="6294699" y="4152850"/>
            <a:ext cx="2166001" cy="671399"/>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r">
              <a:spcBef>
                <a:spcPts val="1600"/>
              </a:spcBef>
              <a:defRPr>
                <a:solidFill>
                  <a:srgbClr val="FFFFFF"/>
                </a:solidFill>
                <a:latin typeface="Fira Sans"/>
                <a:ea typeface="Fira Sans"/>
                <a:cs typeface="Fira Sans"/>
                <a:sym typeface="Fira Sans"/>
              </a:defRPr>
            </a:lvl1pPr>
          </a:lstStyle>
          <a:p>
            <a:pPr/>
            <a:r>
              <a:t>Comparison between models</a:t>
            </a:r>
          </a:p>
        </p:txBody>
      </p:sp>
      <p:sp>
        <p:nvSpPr>
          <p:cNvPr id="333" name="Google Shape;3915;p53"/>
          <p:cNvSpPr txBox="1"/>
          <p:nvPr/>
        </p:nvSpPr>
        <p:spPr>
          <a:xfrm>
            <a:off x="1023001" y="2450806"/>
            <a:ext cx="1693200" cy="730009"/>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r">
              <a:spcBef>
                <a:spcPts val="1600"/>
              </a:spcBef>
              <a:defRPr>
                <a:solidFill>
                  <a:srgbClr val="FFFFFF"/>
                </a:solidFill>
                <a:latin typeface="Fira Sans"/>
                <a:ea typeface="Fira Sans"/>
                <a:cs typeface="Fira Sans"/>
                <a:sym typeface="Fira Sans"/>
              </a:defRPr>
            </a:lvl1pPr>
          </a:lstStyle>
          <a:p>
            <a:pPr/>
            <a:r>
              <a:t>Frequent pattern modelling</a:t>
            </a:r>
          </a:p>
        </p:txBody>
      </p:sp>
      <p:sp>
        <p:nvSpPr>
          <p:cNvPr id="334" name="Google Shape;3916;p53"/>
          <p:cNvSpPr txBox="1"/>
          <p:nvPr/>
        </p:nvSpPr>
        <p:spPr>
          <a:xfrm>
            <a:off x="2667108" y="2038666"/>
            <a:ext cx="2166001" cy="3711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r" defTabSz="804672">
              <a:spcBef>
                <a:spcPts val="1400"/>
              </a:spcBef>
              <a:defRPr sz="1232">
                <a:solidFill>
                  <a:srgbClr val="FFFFFF"/>
                </a:solidFill>
                <a:latin typeface="Fira Sans"/>
                <a:ea typeface="Fira Sans"/>
                <a:cs typeface="Fira Sans"/>
                <a:sym typeface="Fira Sans"/>
              </a:defRPr>
            </a:lvl1pPr>
          </a:lstStyle>
          <a:p>
            <a:pPr/>
            <a:r>
              <a:t>Problem definition</a:t>
            </a:r>
          </a:p>
        </p:txBody>
      </p:sp>
      <p:sp>
        <p:nvSpPr>
          <p:cNvPr id="335" name="Google Shape;3917;p53"/>
          <p:cNvSpPr txBox="1"/>
          <p:nvPr/>
        </p:nvSpPr>
        <p:spPr>
          <a:xfrm>
            <a:off x="2731479" y="3508747"/>
            <a:ext cx="2166000" cy="61782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defTabSz="886968">
              <a:spcBef>
                <a:spcPts val="1500"/>
              </a:spcBef>
              <a:defRPr sz="1358">
                <a:solidFill>
                  <a:srgbClr val="FFFFFF"/>
                </a:solidFill>
                <a:latin typeface="Fira Sans"/>
                <a:ea typeface="Fira Sans"/>
                <a:cs typeface="Fira Sans"/>
                <a:sym typeface="Fira Sans"/>
              </a:defRPr>
            </a:lvl1pPr>
          </a:lstStyle>
          <a:p>
            <a:pPr/>
            <a:r>
              <a:t>Clustering analysis modelling</a:t>
            </a:r>
          </a:p>
        </p:txBody>
      </p:sp>
      <p:sp>
        <p:nvSpPr>
          <p:cNvPr id="336" name="Google Shape;3918;p53"/>
          <p:cNvSpPr txBox="1"/>
          <p:nvPr/>
        </p:nvSpPr>
        <p:spPr>
          <a:xfrm>
            <a:off x="6607350" y="2253874"/>
            <a:ext cx="1821901" cy="57842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defRPr>
                <a:solidFill>
                  <a:srgbClr val="FFFFFF"/>
                </a:solidFill>
                <a:latin typeface="Fira Sans"/>
                <a:ea typeface="Fira Sans"/>
                <a:cs typeface="Fira Sans"/>
                <a:sym typeface="Fira Sans"/>
              </a:defRPr>
            </a:lvl1pPr>
          </a:lstStyle>
          <a:p>
            <a:pPr/>
            <a:r>
              <a:t>Data preprocessing</a:t>
            </a:r>
          </a:p>
        </p:txBody>
      </p:sp>
      <p:sp>
        <p:nvSpPr>
          <p:cNvPr id="337" name="Google Shape;3919;p53"/>
          <p:cNvSpPr/>
          <p:nvPr/>
        </p:nvSpPr>
        <p:spPr>
          <a:xfrm>
            <a:off x="3944449" y="570550"/>
            <a:ext cx="5250901" cy="1"/>
          </a:xfrm>
          <a:prstGeom prst="line">
            <a:avLst/>
          </a:prstGeom>
          <a:ln w="28575">
            <a:solidFill>
              <a:schemeClr val="accent4"/>
            </a:solidFill>
          </a:ln>
        </p:spPr>
        <p:txBody>
          <a:bodyPr lIns="45719" rIns="45719"/>
          <a:lstStyle/>
          <a:p>
            <a:pPr/>
          </a:p>
        </p:txBody>
      </p:sp>
      <p:sp>
        <p:nvSpPr>
          <p:cNvPr id="338" name="Google Shape;3920;p53"/>
          <p:cNvSpPr/>
          <p:nvPr/>
        </p:nvSpPr>
        <p:spPr>
          <a:xfrm>
            <a:off x="-68200" y="856888"/>
            <a:ext cx="779401" cy="1"/>
          </a:xfrm>
          <a:prstGeom prst="line">
            <a:avLst/>
          </a:prstGeom>
          <a:ln w="28575">
            <a:solidFill>
              <a:schemeClr val="accent4"/>
            </a:solidFill>
          </a:ln>
        </p:spPr>
        <p:txBody>
          <a:bodyPr lIns="45719" rIns="45719"/>
          <a:lstStyle/>
          <a:p>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Google Shape;423;p27"/>
          <p:cNvSpPr txBox="1"/>
          <p:nvPr>
            <p:ph type="body" idx="1"/>
          </p:nvPr>
        </p:nvSpPr>
        <p:spPr>
          <a:xfrm>
            <a:off x="616250" y="1427563"/>
            <a:ext cx="7916699" cy="3132002"/>
          </a:xfrm>
          <a:prstGeom prst="rect">
            <a:avLst/>
          </a:prstGeom>
        </p:spPr>
        <p:txBody>
          <a:bodyPr/>
          <a:lstStyle/>
          <a:p>
            <a:pPr/>
            <a:r>
              <a:t>In this project, using mice protein expression data, we construct frequent pattern mining models and clustering analysis models, and implement them above on the data, and analyze the performance of each classification model.</a:t>
            </a:r>
          </a:p>
        </p:txBody>
      </p:sp>
      <p:sp>
        <p:nvSpPr>
          <p:cNvPr id="341" name="Google Shape;424;p27"/>
          <p:cNvSpPr txBox="1"/>
          <p:nvPr>
            <p:ph type="title"/>
          </p:nvPr>
        </p:nvSpPr>
        <p:spPr>
          <a:xfrm>
            <a:off x="1310400" y="555269"/>
            <a:ext cx="6523200" cy="572702"/>
          </a:xfrm>
          <a:prstGeom prst="rect">
            <a:avLst/>
          </a:prstGeom>
        </p:spPr>
        <p:txBody>
          <a:bodyPr/>
          <a:lstStyle>
            <a:lvl1pPr defTabSz="685800">
              <a:defRPr sz="2250">
                <a:solidFill>
                  <a:srgbClr val="FFFFFF"/>
                </a:solidFill>
              </a:defRPr>
            </a:lvl1pPr>
          </a:lstStyle>
          <a:p>
            <a:pPr/>
            <a:r>
              <a:t>Problem Definition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Google Shape;432;p28"/>
          <p:cNvSpPr txBox="1"/>
          <p:nvPr>
            <p:ph type="title"/>
          </p:nvPr>
        </p:nvSpPr>
        <p:spPr>
          <a:xfrm>
            <a:off x="617200" y="555269"/>
            <a:ext cx="4446300" cy="572702"/>
          </a:xfrm>
          <a:prstGeom prst="rect">
            <a:avLst/>
          </a:prstGeom>
        </p:spPr>
        <p:txBody>
          <a:bodyPr/>
          <a:lstStyle>
            <a:lvl1pPr defTabSz="685800">
              <a:defRPr sz="2250"/>
            </a:lvl1pPr>
          </a:lstStyle>
          <a:p>
            <a:pPr/>
            <a:r>
              <a:t>Dataset Description</a:t>
            </a:r>
          </a:p>
        </p:txBody>
      </p:sp>
      <p:sp>
        <p:nvSpPr>
          <p:cNvPr id="344" name="TextBox 19"/>
          <p:cNvSpPr txBox="1"/>
          <p:nvPr/>
        </p:nvSpPr>
        <p:spPr>
          <a:xfrm>
            <a:off x="662920" y="1355834"/>
            <a:ext cx="7846781" cy="1508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Mice protein expression data is formed of expression levels of 77 proteins/protein variations that generated detectable signals inside the nuclear fraction of cortex. Totally, there are 72 mice. 38 of them are control mice and 34 of them for trisomic (Down syndrome) mice. In the tests, for each protein per sample/mouse, 15 measurements were recorded. Thus, there are 38x15 (570) tests for control mice and for trisomic mice, there are 34x15 (510) tests. Totally, 1080 tests per protein included in the dataset and each test can be considered as an independent sample/mouse. Finally, dataset contains 8 classes.</a:t>
            </a:r>
          </a:p>
        </p:txBody>
      </p:sp>
      <p:pic>
        <p:nvPicPr>
          <p:cNvPr id="345" name="Picture 20" descr="Picture 20"/>
          <p:cNvPicPr>
            <a:picLocks noChangeAspect="1"/>
          </p:cNvPicPr>
          <p:nvPr/>
        </p:nvPicPr>
        <p:blipFill>
          <a:blip r:embed="rId3">
            <a:extLst/>
          </a:blip>
          <a:stretch>
            <a:fillRect/>
          </a:stretch>
        </p:blipFill>
        <p:spPr>
          <a:xfrm>
            <a:off x="89361" y="3184136"/>
            <a:ext cx="6826446" cy="1047897"/>
          </a:xfrm>
          <a:prstGeom prst="rect">
            <a:avLst/>
          </a:prstGeom>
          <a:ln w="12700">
            <a:miter lim="400000"/>
          </a:ln>
        </p:spPr>
      </p:pic>
      <p:pic>
        <p:nvPicPr>
          <p:cNvPr id="346" name="Picture 21" descr="Picture 21"/>
          <p:cNvPicPr>
            <a:picLocks noChangeAspect="1"/>
          </p:cNvPicPr>
          <p:nvPr/>
        </p:nvPicPr>
        <p:blipFill>
          <a:blip r:embed="rId4">
            <a:extLst/>
          </a:blip>
          <a:srcRect l="74580" t="0" r="0" b="0"/>
          <a:stretch>
            <a:fillRect/>
          </a:stretch>
        </p:blipFill>
        <p:spPr>
          <a:xfrm>
            <a:off x="6915805" y="3184136"/>
            <a:ext cx="2154623" cy="1047897"/>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Text Placeholder 2"/>
          <p:cNvSpPr txBox="1"/>
          <p:nvPr>
            <p:ph type="body" sz="half" idx="1"/>
          </p:nvPr>
        </p:nvSpPr>
        <p:spPr>
          <a:prstGeom prst="rect">
            <a:avLst/>
          </a:prstGeom>
        </p:spPr>
        <p:txBody>
          <a:bodyPr/>
          <a:lstStyle>
            <a:lvl1pPr>
              <a:buSzPts val="1400"/>
              <a:defRPr sz="1400">
                <a:latin typeface="Times New Roman"/>
                <a:ea typeface="Times New Roman"/>
                <a:cs typeface="Times New Roman"/>
                <a:sym typeface="Times New Roman"/>
              </a:defRPr>
            </a:lvl1pPr>
          </a:lstStyle>
          <a:p>
            <a:pPr/>
            <a:r>
              <a:t>Numerical Attributes (MouseID, 77 values of expression levels of proteins).</a:t>
            </a:r>
          </a:p>
        </p:txBody>
      </p:sp>
      <p:sp>
        <p:nvSpPr>
          <p:cNvPr id="351" name="Text Placeholder 4"/>
          <p:cNvSpPr txBox="1"/>
          <p:nvPr>
            <p:ph type="body" idx="21"/>
          </p:nvPr>
        </p:nvSpPr>
        <p:spPr>
          <a:xfrm>
            <a:off x="4808425" y="1608083"/>
            <a:ext cx="3631801" cy="2902185"/>
          </a:xfrm>
          <a:prstGeom prst="rect">
            <a:avLst/>
          </a:prstGeom>
          <a:extLst>
            <a:ext uri="{C572A759-6A51-4108-AA02-DFA0A04FC94B}">
              <ma14:wrappingTextBoxFlag xmlns:ma14="http://schemas.microsoft.com/office/mac/drawingml/2011/main" val="1"/>
            </a:ext>
          </a:extLst>
        </p:spPr>
        <p:txBody>
          <a:bodyPr/>
          <a:lstStyle>
            <a:lvl1pPr indent="-311150">
              <a:lnSpc>
                <a:spcPct val="115000"/>
              </a:lnSpc>
              <a:buSzPts val="1200"/>
              <a:defRPr sz="1200"/>
            </a:lvl1pPr>
          </a:lstStyle>
          <a:p>
            <a:pPr/>
            <a:r>
              <a:t>Categorical Attributes (Genotype,Treatment, Behavior, Class)</a:t>
            </a:r>
          </a:p>
        </p:txBody>
      </p:sp>
      <p:sp>
        <p:nvSpPr>
          <p:cNvPr id="352" name="Title 1"/>
          <p:cNvSpPr txBox="1"/>
          <p:nvPr>
            <p:ph type="title"/>
          </p:nvPr>
        </p:nvSpPr>
        <p:spPr>
          <a:xfrm>
            <a:off x="711599" y="168165"/>
            <a:ext cx="3355903" cy="959235"/>
          </a:xfrm>
          <a:prstGeom prst="rect">
            <a:avLst/>
          </a:prstGeom>
        </p:spPr>
        <p:txBody>
          <a:bodyPr/>
          <a:lstStyle>
            <a:lvl1pPr defTabSz="758951">
              <a:defRPr sz="2490"/>
            </a:lvl1pPr>
          </a:lstStyle>
          <a:p>
            <a:pPr/>
            <a:r>
              <a:t>Attributes of Dataset</a:t>
            </a:r>
          </a:p>
        </p:txBody>
      </p:sp>
      <p:pic>
        <p:nvPicPr>
          <p:cNvPr id="353" name="Picture 3" descr="Picture 3"/>
          <p:cNvPicPr>
            <a:picLocks noChangeAspect="1"/>
          </p:cNvPicPr>
          <p:nvPr/>
        </p:nvPicPr>
        <p:blipFill>
          <a:blip r:embed="rId2">
            <a:extLst/>
          </a:blip>
          <a:stretch>
            <a:fillRect/>
          </a:stretch>
        </p:blipFill>
        <p:spPr>
          <a:xfrm>
            <a:off x="3258208" y="2501462"/>
            <a:ext cx="504404" cy="2437725"/>
          </a:xfrm>
          <a:prstGeom prst="rect">
            <a:avLst/>
          </a:prstGeom>
          <a:ln w="12700">
            <a:miter lim="400000"/>
          </a:ln>
        </p:spPr>
      </p:pic>
      <p:sp>
        <p:nvSpPr>
          <p:cNvPr id="354" name="TextBox 5"/>
          <p:cNvSpPr txBox="1"/>
          <p:nvPr/>
        </p:nvSpPr>
        <p:spPr>
          <a:xfrm>
            <a:off x="1171918" y="2420011"/>
            <a:ext cx="1891890"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FFFFFF"/>
                </a:solidFill>
              </a:defRPr>
            </a:lvl1pPr>
          </a:lstStyle>
          <a:p>
            <a:pPr/>
            <a:r>
              <a:t>One protein type column:</a:t>
            </a:r>
          </a:p>
        </p:txBody>
      </p:sp>
      <p:pic>
        <p:nvPicPr>
          <p:cNvPr id="355" name="Picture 6" descr="Picture 6"/>
          <p:cNvPicPr>
            <a:picLocks noChangeAspect="1"/>
          </p:cNvPicPr>
          <p:nvPr/>
        </p:nvPicPr>
        <p:blipFill>
          <a:blip r:embed="rId3">
            <a:extLst/>
          </a:blip>
          <a:stretch>
            <a:fillRect/>
          </a:stretch>
        </p:blipFill>
        <p:spPr>
          <a:xfrm>
            <a:off x="6565286" y="2249214"/>
            <a:ext cx="563768" cy="2695100"/>
          </a:xfrm>
          <a:prstGeom prst="rect">
            <a:avLst/>
          </a:prstGeom>
          <a:ln w="12700">
            <a:miter lim="400000"/>
          </a:ln>
        </p:spPr>
      </p:pic>
      <p:sp>
        <p:nvSpPr>
          <p:cNvPr id="356" name="TextBox 7"/>
          <p:cNvSpPr txBox="1"/>
          <p:nvPr/>
        </p:nvSpPr>
        <p:spPr>
          <a:xfrm>
            <a:off x="5290222" y="2143012"/>
            <a:ext cx="10751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FFFFFF"/>
                </a:solidFill>
              </a:defRPr>
            </a:lvl1pPr>
          </a:lstStyle>
          <a:p>
            <a:pPr/>
            <a:r>
              <a:t>Class column: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Title 1"/>
          <p:cNvSpPr txBox="1"/>
          <p:nvPr>
            <p:ph type="title"/>
          </p:nvPr>
        </p:nvSpPr>
        <p:spPr>
          <a:xfrm>
            <a:off x="1310400" y="555269"/>
            <a:ext cx="6523200" cy="572702"/>
          </a:xfrm>
          <a:prstGeom prst="rect">
            <a:avLst/>
          </a:prstGeom>
        </p:spPr>
        <p:txBody>
          <a:bodyPr/>
          <a:lstStyle>
            <a:lvl1pPr defTabSz="685800">
              <a:defRPr sz="2250"/>
            </a:lvl1pPr>
          </a:lstStyle>
          <a:p>
            <a:pPr/>
            <a:r>
              <a:t>Preprocessing Data</a:t>
            </a:r>
          </a:p>
        </p:txBody>
      </p:sp>
      <p:sp>
        <p:nvSpPr>
          <p:cNvPr id="359" name="Text Placeholder 2"/>
          <p:cNvSpPr txBox="1"/>
          <p:nvPr>
            <p:ph type="body" idx="1"/>
          </p:nvPr>
        </p:nvSpPr>
        <p:spPr>
          <a:xfrm>
            <a:off x="616250" y="1427563"/>
            <a:ext cx="7916699" cy="3132002"/>
          </a:xfrm>
          <a:prstGeom prst="rect">
            <a:avLst/>
          </a:prstGeom>
        </p:spPr>
        <p:txBody>
          <a:bodyPr/>
          <a:lstStyle/>
          <a:p>
            <a:pPr/>
            <a:r>
              <a:t>Preprocessing data is a must step in each data mining project; where data is normalized and cleaned.</a:t>
            </a:r>
          </a:p>
          <a:p>
            <a:pPr marL="0" indent="139700">
              <a:buSzTx/>
              <a:buNone/>
            </a:pPr>
          </a:p>
          <a:p>
            <a:pPr/>
            <a:r>
              <a:t>We normalized our numerical attributes into range of 0 to 1.</a:t>
            </a:r>
          </a:p>
          <a:p>
            <a:pPr marL="0" indent="139700">
              <a:buSzTx/>
              <a:buNone/>
            </a:pPr>
          </a:p>
          <a:p>
            <a:pPr/>
            <a:r>
              <a:t>We changed our categorical attributes to hold a value between 0 to 1 by Ordinal encoder class.</a:t>
            </a:r>
          </a:p>
          <a:p>
            <a:pPr marL="0" indent="139700">
              <a:buSzTx/>
              <a:buNone/>
            </a:pPr>
          </a:p>
          <a:p>
            <a:pPr/>
            <a:r>
              <a:t>We used the mode function to replace all our missing values in each corresponding attribute.</a:t>
            </a:r>
          </a:p>
          <a:p>
            <a:pPr marL="0" indent="139700">
              <a:buSzTx/>
              <a:buNone/>
            </a:pPr>
          </a:p>
          <a:p>
            <a:pPr/>
            <a:r>
              <a:t>We cleaned all our infinite and NANs values.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1" name="TextBox 3"/>
          <p:cNvSpPr txBox="1"/>
          <p:nvPr/>
        </p:nvSpPr>
        <p:spPr>
          <a:xfrm>
            <a:off x="718382" y="599089"/>
            <a:ext cx="3807898" cy="3133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FFFFFF"/>
                </a:solidFill>
              </a:defRPr>
            </a:lvl1pPr>
          </a:lstStyle>
          <a:p>
            <a:pPr/>
            <a:r>
              <a:t>Data after  preprocessing:</a:t>
            </a:r>
          </a:p>
        </p:txBody>
      </p:sp>
      <p:pic>
        <p:nvPicPr>
          <p:cNvPr id="362" name="Picture 4" descr="Picture 4"/>
          <p:cNvPicPr>
            <a:picLocks noChangeAspect="1"/>
          </p:cNvPicPr>
          <p:nvPr/>
        </p:nvPicPr>
        <p:blipFill>
          <a:blip r:embed="rId2">
            <a:extLst/>
          </a:blip>
          <a:stretch>
            <a:fillRect/>
          </a:stretch>
        </p:blipFill>
        <p:spPr>
          <a:xfrm>
            <a:off x="275240" y="1141745"/>
            <a:ext cx="7059011" cy="1514687"/>
          </a:xfrm>
          <a:prstGeom prst="rect">
            <a:avLst/>
          </a:prstGeom>
          <a:ln w="12700">
            <a:miter lim="400000"/>
          </a:ln>
        </p:spPr>
      </p:pic>
      <p:pic>
        <p:nvPicPr>
          <p:cNvPr id="363" name="Picture 5" descr="Picture 5"/>
          <p:cNvPicPr>
            <a:picLocks noChangeAspect="1"/>
          </p:cNvPicPr>
          <p:nvPr/>
        </p:nvPicPr>
        <p:blipFill>
          <a:blip r:embed="rId3">
            <a:extLst/>
          </a:blip>
          <a:stretch>
            <a:fillRect/>
          </a:stretch>
        </p:blipFill>
        <p:spPr>
          <a:xfrm>
            <a:off x="350509" y="2771831"/>
            <a:ext cx="6277851" cy="153374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5" name="Google Shape;470;p29"/>
          <p:cNvSpPr txBox="1"/>
          <p:nvPr>
            <p:ph type="body" sz="quarter" idx="1"/>
          </p:nvPr>
        </p:nvSpPr>
        <p:spPr>
          <a:xfrm>
            <a:off x="5250162" y="2906674"/>
            <a:ext cx="2776801" cy="1521924"/>
          </a:xfrm>
          <a:prstGeom prst="rect">
            <a:avLst/>
          </a:prstGeom>
        </p:spPr>
        <p:txBody>
          <a:bodyPr/>
          <a:lstStyle/>
          <a:p>
            <a:pPr marL="0" indent="0"/>
            <a:r>
              <a:t>We implement 3 frequent patterns models: Apriori, Fpgrowth and ECLAT.</a:t>
            </a:r>
          </a:p>
          <a:p>
            <a:pPr marL="0" indent="0"/>
            <a:r>
              <a:t>As a result we got 3 set of rules.</a:t>
            </a:r>
          </a:p>
        </p:txBody>
      </p:sp>
      <p:sp>
        <p:nvSpPr>
          <p:cNvPr id="366" name="Google Shape;471;p29"/>
          <p:cNvSpPr txBox="1"/>
          <p:nvPr>
            <p:ph type="title"/>
          </p:nvPr>
        </p:nvSpPr>
        <p:spPr>
          <a:prstGeom prst="rect">
            <a:avLst/>
          </a:prstGeom>
          <a:noFill/>
          <a:ln w="12700">
            <a:noFill/>
            <a:miter lim="400000"/>
          </a:ln>
        </p:spPr>
        <p:txBody>
          <a:bodyPr anchor="t"/>
          <a:lstStyle>
            <a:lvl1pPr algn="l" defTabSz="886968">
              <a:defRPr sz="2910"/>
            </a:lvl1pPr>
          </a:lstStyle>
          <a:p>
            <a:pPr/>
            <a:r>
              <a:t>MISSION STATEMENT</a:t>
            </a:r>
          </a:p>
        </p:txBody>
      </p:sp>
      <p:grpSp>
        <p:nvGrpSpPr>
          <p:cNvPr id="468" name="Google Shape;472;p29"/>
          <p:cNvGrpSpPr/>
          <p:nvPr/>
        </p:nvGrpSpPr>
        <p:grpSpPr>
          <a:xfrm>
            <a:off x="998844" y="1233852"/>
            <a:ext cx="3252412" cy="3194728"/>
            <a:chOff x="0" y="0"/>
            <a:chExt cx="3252410" cy="3194726"/>
          </a:xfrm>
        </p:grpSpPr>
        <p:sp>
          <p:nvSpPr>
            <p:cNvPr id="367" name="Google Shape;473;p29"/>
            <p:cNvSpPr/>
            <p:nvPr/>
          </p:nvSpPr>
          <p:spPr>
            <a:xfrm>
              <a:off x="459" y="1170259"/>
              <a:ext cx="3251952" cy="1883496"/>
            </a:xfrm>
            <a:custGeom>
              <a:avLst/>
              <a:gdLst/>
              <a:ahLst/>
              <a:cxnLst>
                <a:cxn ang="0">
                  <a:pos x="wd2" y="hd2"/>
                </a:cxn>
                <a:cxn ang="5400000">
                  <a:pos x="wd2" y="hd2"/>
                </a:cxn>
                <a:cxn ang="10800000">
                  <a:pos x="wd2" y="hd2"/>
                </a:cxn>
                <a:cxn ang="16200000">
                  <a:pos x="wd2" y="hd2"/>
                </a:cxn>
              </a:cxnLst>
              <a:rect l="0" t="0" r="r" b="b"/>
              <a:pathLst>
                <a:path w="21474" h="21600" fill="norm" stroke="1" extrusionOk="0">
                  <a:moveTo>
                    <a:pt x="10703" y="0"/>
                  </a:moveTo>
                  <a:cubicBezTo>
                    <a:pt x="10539" y="0"/>
                    <a:pt x="10375" y="62"/>
                    <a:pt x="10250" y="186"/>
                  </a:cubicBezTo>
                  <a:lnTo>
                    <a:pt x="187" y="10343"/>
                  </a:lnTo>
                  <a:cubicBezTo>
                    <a:pt x="-62" y="10596"/>
                    <a:pt x="-62" y="11004"/>
                    <a:pt x="189" y="11256"/>
                  </a:cubicBezTo>
                  <a:lnTo>
                    <a:pt x="10320" y="21414"/>
                  </a:lnTo>
                  <a:cubicBezTo>
                    <a:pt x="10446" y="21538"/>
                    <a:pt x="10609" y="21600"/>
                    <a:pt x="10773" y="21600"/>
                  </a:cubicBezTo>
                  <a:cubicBezTo>
                    <a:pt x="10936" y="21600"/>
                    <a:pt x="11100" y="21538"/>
                    <a:pt x="11224" y="21414"/>
                  </a:cubicBezTo>
                  <a:lnTo>
                    <a:pt x="21290" y="11256"/>
                  </a:lnTo>
                  <a:cubicBezTo>
                    <a:pt x="21538" y="11004"/>
                    <a:pt x="21536" y="10596"/>
                    <a:pt x="21285" y="10343"/>
                  </a:cubicBezTo>
                  <a:lnTo>
                    <a:pt x="11156" y="186"/>
                  </a:lnTo>
                  <a:cubicBezTo>
                    <a:pt x="11031" y="62"/>
                    <a:pt x="10867" y="0"/>
                    <a:pt x="10703" y="0"/>
                  </a:cubicBezTo>
                  <a:close/>
                </a:path>
              </a:pathLst>
            </a:custGeom>
            <a:solidFill>
              <a:srgbClr val="503E6F"/>
            </a:solidFill>
            <a:ln w="12700" cap="flat">
              <a:noFill/>
              <a:miter lim="400000"/>
            </a:ln>
            <a:effectLst/>
          </p:spPr>
          <p:txBody>
            <a:bodyPr wrap="square" lIns="45719" tIns="45719" rIns="45719" bIns="45719" numCol="1" anchor="ctr">
              <a:noAutofit/>
            </a:bodyPr>
            <a:lstStyle/>
            <a:p>
              <a:pPr/>
            </a:p>
          </p:txBody>
        </p:sp>
        <p:sp>
          <p:nvSpPr>
            <p:cNvPr id="368" name="Google Shape;474;p29"/>
            <p:cNvSpPr/>
            <p:nvPr/>
          </p:nvSpPr>
          <p:spPr>
            <a:xfrm>
              <a:off x="0" y="2111827"/>
              <a:ext cx="3252377" cy="10829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7"/>
                  </a:moveTo>
                  <a:lnTo>
                    <a:pt x="21600" y="9"/>
                  </a:lnTo>
                  <a:cubicBezTo>
                    <a:pt x="21600" y="8"/>
                    <a:pt x="21600" y="8"/>
                    <a:pt x="21600" y="7"/>
                  </a:cubicBezTo>
                  <a:close/>
                  <a:moveTo>
                    <a:pt x="2" y="0"/>
                  </a:moveTo>
                  <a:lnTo>
                    <a:pt x="0" y="2811"/>
                  </a:lnTo>
                  <a:cubicBezTo>
                    <a:pt x="0" y="3096"/>
                    <a:pt x="64" y="3382"/>
                    <a:pt x="190" y="3608"/>
                  </a:cubicBezTo>
                  <a:lnTo>
                    <a:pt x="10377" y="21275"/>
                  </a:lnTo>
                  <a:cubicBezTo>
                    <a:pt x="10408" y="21321"/>
                    <a:pt x="10439" y="21367"/>
                    <a:pt x="10470" y="21407"/>
                  </a:cubicBezTo>
                  <a:lnTo>
                    <a:pt x="10477" y="21407"/>
                  </a:lnTo>
                  <a:cubicBezTo>
                    <a:pt x="10481" y="21414"/>
                    <a:pt x="10486" y="21421"/>
                    <a:pt x="10492" y="21427"/>
                  </a:cubicBezTo>
                  <a:cubicBezTo>
                    <a:pt x="10510" y="21447"/>
                    <a:pt x="10530" y="21467"/>
                    <a:pt x="10550" y="21487"/>
                  </a:cubicBezTo>
                  <a:cubicBezTo>
                    <a:pt x="10559" y="21494"/>
                    <a:pt x="10570" y="21500"/>
                    <a:pt x="10581" y="21507"/>
                  </a:cubicBezTo>
                  <a:cubicBezTo>
                    <a:pt x="10588" y="21514"/>
                    <a:pt x="10594" y="21520"/>
                    <a:pt x="10601" y="21520"/>
                  </a:cubicBezTo>
                  <a:cubicBezTo>
                    <a:pt x="10605" y="21527"/>
                    <a:pt x="10612" y="21534"/>
                    <a:pt x="10616" y="21534"/>
                  </a:cubicBezTo>
                  <a:cubicBezTo>
                    <a:pt x="10638" y="21547"/>
                    <a:pt x="10658" y="21560"/>
                    <a:pt x="10681" y="21567"/>
                  </a:cubicBezTo>
                  <a:cubicBezTo>
                    <a:pt x="10687" y="21573"/>
                    <a:pt x="10696" y="21573"/>
                    <a:pt x="10703" y="21573"/>
                  </a:cubicBezTo>
                  <a:cubicBezTo>
                    <a:pt x="10709" y="21573"/>
                    <a:pt x="10714" y="21580"/>
                    <a:pt x="10720" y="21580"/>
                  </a:cubicBezTo>
                  <a:cubicBezTo>
                    <a:pt x="10727" y="21580"/>
                    <a:pt x="10736" y="21587"/>
                    <a:pt x="10743" y="21587"/>
                  </a:cubicBezTo>
                  <a:cubicBezTo>
                    <a:pt x="10765" y="21594"/>
                    <a:pt x="10785" y="21594"/>
                    <a:pt x="10807" y="21600"/>
                  </a:cubicBezTo>
                  <a:lnTo>
                    <a:pt x="10873" y="21600"/>
                  </a:lnTo>
                  <a:cubicBezTo>
                    <a:pt x="10895" y="21594"/>
                    <a:pt x="10919" y="21587"/>
                    <a:pt x="10944" y="21580"/>
                  </a:cubicBezTo>
                  <a:lnTo>
                    <a:pt x="10950" y="21580"/>
                  </a:lnTo>
                  <a:cubicBezTo>
                    <a:pt x="10957" y="21580"/>
                    <a:pt x="10964" y="21573"/>
                    <a:pt x="10970" y="21573"/>
                  </a:cubicBezTo>
                  <a:cubicBezTo>
                    <a:pt x="10988" y="21567"/>
                    <a:pt x="11008" y="21560"/>
                    <a:pt x="11026" y="21547"/>
                  </a:cubicBezTo>
                  <a:cubicBezTo>
                    <a:pt x="11034" y="21547"/>
                    <a:pt x="11041" y="21534"/>
                    <a:pt x="11048" y="21534"/>
                  </a:cubicBezTo>
                  <a:cubicBezTo>
                    <a:pt x="11070" y="21520"/>
                    <a:pt x="11092" y="21500"/>
                    <a:pt x="11114" y="21481"/>
                  </a:cubicBezTo>
                  <a:cubicBezTo>
                    <a:pt x="11125" y="21474"/>
                    <a:pt x="11136" y="21467"/>
                    <a:pt x="11147" y="21454"/>
                  </a:cubicBezTo>
                  <a:cubicBezTo>
                    <a:pt x="11156" y="21447"/>
                    <a:pt x="11165" y="21434"/>
                    <a:pt x="11174" y="21427"/>
                  </a:cubicBezTo>
                  <a:cubicBezTo>
                    <a:pt x="11183" y="21421"/>
                    <a:pt x="11189" y="21407"/>
                    <a:pt x="11198" y="21401"/>
                  </a:cubicBezTo>
                  <a:cubicBezTo>
                    <a:pt x="11229" y="21361"/>
                    <a:pt x="11260" y="21321"/>
                    <a:pt x="11289" y="21268"/>
                  </a:cubicBezTo>
                  <a:lnTo>
                    <a:pt x="21410" y="3608"/>
                  </a:lnTo>
                  <a:cubicBezTo>
                    <a:pt x="21414" y="3601"/>
                    <a:pt x="21416" y="3595"/>
                    <a:pt x="21419" y="3588"/>
                  </a:cubicBezTo>
                  <a:cubicBezTo>
                    <a:pt x="21430" y="3568"/>
                    <a:pt x="21438" y="3541"/>
                    <a:pt x="21449" y="3522"/>
                  </a:cubicBezTo>
                  <a:cubicBezTo>
                    <a:pt x="21465" y="3488"/>
                    <a:pt x="21483" y="3455"/>
                    <a:pt x="21496" y="3422"/>
                  </a:cubicBezTo>
                  <a:cubicBezTo>
                    <a:pt x="21496" y="3415"/>
                    <a:pt x="21498" y="3415"/>
                    <a:pt x="21500" y="3408"/>
                  </a:cubicBezTo>
                  <a:cubicBezTo>
                    <a:pt x="21514" y="3369"/>
                    <a:pt x="21527" y="3322"/>
                    <a:pt x="21540" y="3282"/>
                  </a:cubicBezTo>
                  <a:cubicBezTo>
                    <a:pt x="21542" y="3269"/>
                    <a:pt x="21545" y="3262"/>
                    <a:pt x="21547" y="3249"/>
                  </a:cubicBezTo>
                  <a:cubicBezTo>
                    <a:pt x="21549" y="3243"/>
                    <a:pt x="21551" y="3229"/>
                    <a:pt x="21553" y="3216"/>
                  </a:cubicBezTo>
                  <a:cubicBezTo>
                    <a:pt x="21558" y="3202"/>
                    <a:pt x="21562" y="3183"/>
                    <a:pt x="21565" y="3163"/>
                  </a:cubicBezTo>
                  <a:cubicBezTo>
                    <a:pt x="21571" y="3129"/>
                    <a:pt x="21578" y="3090"/>
                    <a:pt x="21582" y="3056"/>
                  </a:cubicBezTo>
                  <a:cubicBezTo>
                    <a:pt x="21582" y="3050"/>
                    <a:pt x="21582" y="3043"/>
                    <a:pt x="21584" y="3037"/>
                  </a:cubicBezTo>
                  <a:cubicBezTo>
                    <a:pt x="21584" y="3030"/>
                    <a:pt x="21584" y="3023"/>
                    <a:pt x="21587" y="3017"/>
                  </a:cubicBezTo>
                  <a:cubicBezTo>
                    <a:pt x="21589" y="2996"/>
                    <a:pt x="21591" y="2970"/>
                    <a:pt x="21593" y="2943"/>
                  </a:cubicBezTo>
                  <a:cubicBezTo>
                    <a:pt x="21596" y="2910"/>
                    <a:pt x="21596" y="2870"/>
                    <a:pt x="21598" y="2837"/>
                  </a:cubicBezTo>
                  <a:lnTo>
                    <a:pt x="21598" y="2817"/>
                  </a:lnTo>
                  <a:lnTo>
                    <a:pt x="21600" y="9"/>
                  </a:lnTo>
                  <a:cubicBezTo>
                    <a:pt x="21600" y="75"/>
                    <a:pt x="21596" y="141"/>
                    <a:pt x="21589" y="206"/>
                  </a:cubicBezTo>
                  <a:cubicBezTo>
                    <a:pt x="21589" y="213"/>
                    <a:pt x="21587" y="220"/>
                    <a:pt x="21587" y="233"/>
                  </a:cubicBezTo>
                  <a:cubicBezTo>
                    <a:pt x="21580" y="293"/>
                    <a:pt x="21569" y="352"/>
                    <a:pt x="21556" y="412"/>
                  </a:cubicBezTo>
                  <a:cubicBezTo>
                    <a:pt x="21553" y="419"/>
                    <a:pt x="21551" y="432"/>
                    <a:pt x="21549" y="439"/>
                  </a:cubicBezTo>
                  <a:cubicBezTo>
                    <a:pt x="21536" y="499"/>
                    <a:pt x="21518" y="558"/>
                    <a:pt x="21498" y="611"/>
                  </a:cubicBezTo>
                  <a:cubicBezTo>
                    <a:pt x="21485" y="645"/>
                    <a:pt x="21467" y="678"/>
                    <a:pt x="21452" y="711"/>
                  </a:cubicBezTo>
                  <a:cubicBezTo>
                    <a:pt x="21438" y="738"/>
                    <a:pt x="21427" y="771"/>
                    <a:pt x="21412" y="797"/>
                  </a:cubicBezTo>
                  <a:lnTo>
                    <a:pt x="11291" y="18464"/>
                  </a:lnTo>
                  <a:cubicBezTo>
                    <a:pt x="11262" y="18511"/>
                    <a:pt x="11234" y="18550"/>
                    <a:pt x="11200" y="18590"/>
                  </a:cubicBezTo>
                  <a:cubicBezTo>
                    <a:pt x="11194" y="18597"/>
                    <a:pt x="11185" y="18610"/>
                    <a:pt x="11176" y="18617"/>
                  </a:cubicBezTo>
                  <a:cubicBezTo>
                    <a:pt x="11156" y="18637"/>
                    <a:pt x="11136" y="18657"/>
                    <a:pt x="11116" y="18670"/>
                  </a:cubicBezTo>
                  <a:cubicBezTo>
                    <a:pt x="11094" y="18690"/>
                    <a:pt x="11072" y="18710"/>
                    <a:pt x="11052" y="18723"/>
                  </a:cubicBezTo>
                  <a:cubicBezTo>
                    <a:pt x="11026" y="18737"/>
                    <a:pt x="10999" y="18750"/>
                    <a:pt x="10973" y="18763"/>
                  </a:cubicBezTo>
                  <a:cubicBezTo>
                    <a:pt x="10966" y="18763"/>
                    <a:pt x="10959" y="18770"/>
                    <a:pt x="10955" y="18770"/>
                  </a:cubicBezTo>
                  <a:cubicBezTo>
                    <a:pt x="10917" y="18783"/>
                    <a:pt x="10882" y="18790"/>
                    <a:pt x="10847" y="18790"/>
                  </a:cubicBezTo>
                  <a:lnTo>
                    <a:pt x="10829" y="18790"/>
                  </a:lnTo>
                  <a:cubicBezTo>
                    <a:pt x="10793" y="18790"/>
                    <a:pt x="10758" y="18783"/>
                    <a:pt x="10723" y="18770"/>
                  </a:cubicBezTo>
                  <a:lnTo>
                    <a:pt x="10705" y="18770"/>
                  </a:lnTo>
                  <a:cubicBezTo>
                    <a:pt x="10669" y="18756"/>
                    <a:pt x="10636" y="18737"/>
                    <a:pt x="10603" y="18717"/>
                  </a:cubicBezTo>
                  <a:cubicBezTo>
                    <a:pt x="10596" y="18710"/>
                    <a:pt x="10590" y="18703"/>
                    <a:pt x="10583" y="18703"/>
                  </a:cubicBezTo>
                  <a:cubicBezTo>
                    <a:pt x="10552" y="18677"/>
                    <a:pt x="10524" y="18650"/>
                    <a:pt x="10495" y="18617"/>
                  </a:cubicBezTo>
                  <a:cubicBezTo>
                    <a:pt x="10490" y="18610"/>
                    <a:pt x="10484" y="18610"/>
                    <a:pt x="10479" y="18604"/>
                  </a:cubicBezTo>
                  <a:cubicBezTo>
                    <a:pt x="10444" y="18564"/>
                    <a:pt x="10411" y="18517"/>
                    <a:pt x="10380" y="18464"/>
                  </a:cubicBezTo>
                  <a:lnTo>
                    <a:pt x="193" y="797"/>
                  </a:lnTo>
                  <a:cubicBezTo>
                    <a:pt x="66" y="578"/>
                    <a:pt x="2" y="286"/>
                    <a:pt x="2" y="0"/>
                  </a:cubicBezTo>
                  <a:close/>
                </a:path>
              </a:pathLst>
            </a:custGeom>
            <a:solidFill>
              <a:srgbClr val="954DE8"/>
            </a:solidFill>
            <a:ln w="12700" cap="flat">
              <a:noFill/>
              <a:miter lim="400000"/>
            </a:ln>
            <a:effectLst/>
          </p:spPr>
          <p:txBody>
            <a:bodyPr wrap="square" lIns="45719" tIns="45719" rIns="45719" bIns="45719" numCol="1" anchor="ctr">
              <a:noAutofit/>
            </a:bodyPr>
            <a:lstStyle/>
            <a:p>
              <a:pPr/>
            </a:p>
          </p:txBody>
        </p:sp>
        <p:sp>
          <p:nvSpPr>
            <p:cNvPr id="369" name="Google Shape;475;p29"/>
            <p:cNvSpPr/>
            <p:nvPr/>
          </p:nvSpPr>
          <p:spPr>
            <a:xfrm>
              <a:off x="459" y="1170259"/>
              <a:ext cx="3251952" cy="1883496"/>
            </a:xfrm>
            <a:custGeom>
              <a:avLst/>
              <a:gdLst/>
              <a:ahLst/>
              <a:cxnLst>
                <a:cxn ang="0">
                  <a:pos x="wd2" y="hd2"/>
                </a:cxn>
                <a:cxn ang="5400000">
                  <a:pos x="wd2" y="hd2"/>
                </a:cxn>
                <a:cxn ang="10800000">
                  <a:pos x="wd2" y="hd2"/>
                </a:cxn>
                <a:cxn ang="16200000">
                  <a:pos x="wd2" y="hd2"/>
                </a:cxn>
              </a:cxnLst>
              <a:rect l="0" t="0" r="r" b="b"/>
              <a:pathLst>
                <a:path w="21474" h="21600" fill="norm" stroke="1" extrusionOk="0">
                  <a:moveTo>
                    <a:pt x="10703" y="0"/>
                  </a:moveTo>
                  <a:cubicBezTo>
                    <a:pt x="10539" y="0"/>
                    <a:pt x="10375" y="62"/>
                    <a:pt x="10250" y="186"/>
                  </a:cubicBezTo>
                  <a:lnTo>
                    <a:pt x="187" y="10343"/>
                  </a:lnTo>
                  <a:cubicBezTo>
                    <a:pt x="-62" y="10596"/>
                    <a:pt x="-62" y="11004"/>
                    <a:pt x="189" y="11256"/>
                  </a:cubicBezTo>
                  <a:lnTo>
                    <a:pt x="10320" y="21414"/>
                  </a:lnTo>
                  <a:cubicBezTo>
                    <a:pt x="10446" y="21538"/>
                    <a:pt x="10609" y="21600"/>
                    <a:pt x="10773" y="21600"/>
                  </a:cubicBezTo>
                  <a:cubicBezTo>
                    <a:pt x="10936" y="21600"/>
                    <a:pt x="11100" y="21538"/>
                    <a:pt x="11224" y="21414"/>
                  </a:cubicBezTo>
                  <a:lnTo>
                    <a:pt x="21290" y="11256"/>
                  </a:lnTo>
                  <a:cubicBezTo>
                    <a:pt x="21538" y="11004"/>
                    <a:pt x="21536" y="10596"/>
                    <a:pt x="21285" y="10343"/>
                  </a:cubicBezTo>
                  <a:lnTo>
                    <a:pt x="11156" y="186"/>
                  </a:lnTo>
                  <a:cubicBezTo>
                    <a:pt x="11031" y="62"/>
                    <a:pt x="10867" y="0"/>
                    <a:pt x="1070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370" name="Google Shape;476;p29"/>
            <p:cNvSpPr/>
            <p:nvPr/>
          </p:nvSpPr>
          <p:spPr>
            <a:xfrm>
              <a:off x="0" y="2111827"/>
              <a:ext cx="3252377" cy="10829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7"/>
                  </a:moveTo>
                  <a:lnTo>
                    <a:pt x="21600" y="9"/>
                  </a:lnTo>
                  <a:cubicBezTo>
                    <a:pt x="21600" y="8"/>
                    <a:pt x="21600" y="8"/>
                    <a:pt x="21600" y="7"/>
                  </a:cubicBezTo>
                  <a:close/>
                  <a:moveTo>
                    <a:pt x="2" y="0"/>
                  </a:moveTo>
                  <a:lnTo>
                    <a:pt x="0" y="2811"/>
                  </a:lnTo>
                  <a:cubicBezTo>
                    <a:pt x="0" y="3096"/>
                    <a:pt x="64" y="3382"/>
                    <a:pt x="190" y="3608"/>
                  </a:cubicBezTo>
                  <a:lnTo>
                    <a:pt x="10377" y="21275"/>
                  </a:lnTo>
                  <a:cubicBezTo>
                    <a:pt x="10408" y="21321"/>
                    <a:pt x="10439" y="21367"/>
                    <a:pt x="10470" y="21407"/>
                  </a:cubicBezTo>
                  <a:lnTo>
                    <a:pt x="10477" y="21407"/>
                  </a:lnTo>
                  <a:cubicBezTo>
                    <a:pt x="10481" y="21414"/>
                    <a:pt x="10486" y="21421"/>
                    <a:pt x="10492" y="21427"/>
                  </a:cubicBezTo>
                  <a:cubicBezTo>
                    <a:pt x="10510" y="21447"/>
                    <a:pt x="10530" y="21467"/>
                    <a:pt x="10550" y="21487"/>
                  </a:cubicBezTo>
                  <a:cubicBezTo>
                    <a:pt x="10559" y="21494"/>
                    <a:pt x="10570" y="21500"/>
                    <a:pt x="10581" y="21507"/>
                  </a:cubicBezTo>
                  <a:cubicBezTo>
                    <a:pt x="10588" y="21514"/>
                    <a:pt x="10594" y="21520"/>
                    <a:pt x="10601" y="21520"/>
                  </a:cubicBezTo>
                  <a:cubicBezTo>
                    <a:pt x="10605" y="21527"/>
                    <a:pt x="10612" y="21534"/>
                    <a:pt x="10616" y="21534"/>
                  </a:cubicBezTo>
                  <a:cubicBezTo>
                    <a:pt x="10638" y="21547"/>
                    <a:pt x="10658" y="21560"/>
                    <a:pt x="10681" y="21567"/>
                  </a:cubicBezTo>
                  <a:cubicBezTo>
                    <a:pt x="10687" y="21573"/>
                    <a:pt x="10696" y="21573"/>
                    <a:pt x="10703" y="21573"/>
                  </a:cubicBezTo>
                  <a:cubicBezTo>
                    <a:pt x="10709" y="21573"/>
                    <a:pt x="10714" y="21580"/>
                    <a:pt x="10720" y="21580"/>
                  </a:cubicBezTo>
                  <a:cubicBezTo>
                    <a:pt x="10727" y="21580"/>
                    <a:pt x="10736" y="21587"/>
                    <a:pt x="10743" y="21587"/>
                  </a:cubicBezTo>
                  <a:cubicBezTo>
                    <a:pt x="10765" y="21594"/>
                    <a:pt x="10785" y="21594"/>
                    <a:pt x="10807" y="21600"/>
                  </a:cubicBezTo>
                  <a:lnTo>
                    <a:pt x="10873" y="21600"/>
                  </a:lnTo>
                  <a:cubicBezTo>
                    <a:pt x="10895" y="21594"/>
                    <a:pt x="10919" y="21587"/>
                    <a:pt x="10944" y="21580"/>
                  </a:cubicBezTo>
                  <a:lnTo>
                    <a:pt x="10950" y="21580"/>
                  </a:lnTo>
                  <a:cubicBezTo>
                    <a:pt x="10957" y="21580"/>
                    <a:pt x="10964" y="21573"/>
                    <a:pt x="10970" y="21573"/>
                  </a:cubicBezTo>
                  <a:cubicBezTo>
                    <a:pt x="10988" y="21567"/>
                    <a:pt x="11008" y="21560"/>
                    <a:pt x="11026" y="21547"/>
                  </a:cubicBezTo>
                  <a:cubicBezTo>
                    <a:pt x="11034" y="21547"/>
                    <a:pt x="11041" y="21534"/>
                    <a:pt x="11048" y="21534"/>
                  </a:cubicBezTo>
                  <a:cubicBezTo>
                    <a:pt x="11070" y="21520"/>
                    <a:pt x="11092" y="21500"/>
                    <a:pt x="11114" y="21481"/>
                  </a:cubicBezTo>
                  <a:cubicBezTo>
                    <a:pt x="11125" y="21474"/>
                    <a:pt x="11136" y="21467"/>
                    <a:pt x="11147" y="21454"/>
                  </a:cubicBezTo>
                  <a:cubicBezTo>
                    <a:pt x="11156" y="21447"/>
                    <a:pt x="11165" y="21434"/>
                    <a:pt x="11174" y="21427"/>
                  </a:cubicBezTo>
                  <a:cubicBezTo>
                    <a:pt x="11183" y="21421"/>
                    <a:pt x="11189" y="21407"/>
                    <a:pt x="11198" y="21401"/>
                  </a:cubicBezTo>
                  <a:cubicBezTo>
                    <a:pt x="11229" y="21361"/>
                    <a:pt x="11260" y="21321"/>
                    <a:pt x="11289" y="21268"/>
                  </a:cubicBezTo>
                  <a:lnTo>
                    <a:pt x="21410" y="3608"/>
                  </a:lnTo>
                  <a:cubicBezTo>
                    <a:pt x="21414" y="3601"/>
                    <a:pt x="21416" y="3595"/>
                    <a:pt x="21419" y="3588"/>
                  </a:cubicBezTo>
                  <a:cubicBezTo>
                    <a:pt x="21430" y="3568"/>
                    <a:pt x="21438" y="3541"/>
                    <a:pt x="21449" y="3522"/>
                  </a:cubicBezTo>
                  <a:cubicBezTo>
                    <a:pt x="21465" y="3488"/>
                    <a:pt x="21483" y="3455"/>
                    <a:pt x="21496" y="3422"/>
                  </a:cubicBezTo>
                  <a:cubicBezTo>
                    <a:pt x="21496" y="3415"/>
                    <a:pt x="21498" y="3415"/>
                    <a:pt x="21500" y="3408"/>
                  </a:cubicBezTo>
                  <a:cubicBezTo>
                    <a:pt x="21514" y="3369"/>
                    <a:pt x="21527" y="3322"/>
                    <a:pt x="21540" y="3282"/>
                  </a:cubicBezTo>
                  <a:cubicBezTo>
                    <a:pt x="21542" y="3269"/>
                    <a:pt x="21545" y="3262"/>
                    <a:pt x="21547" y="3249"/>
                  </a:cubicBezTo>
                  <a:cubicBezTo>
                    <a:pt x="21549" y="3243"/>
                    <a:pt x="21551" y="3229"/>
                    <a:pt x="21553" y="3216"/>
                  </a:cubicBezTo>
                  <a:cubicBezTo>
                    <a:pt x="21558" y="3202"/>
                    <a:pt x="21562" y="3183"/>
                    <a:pt x="21565" y="3163"/>
                  </a:cubicBezTo>
                  <a:cubicBezTo>
                    <a:pt x="21571" y="3129"/>
                    <a:pt x="21578" y="3090"/>
                    <a:pt x="21582" y="3056"/>
                  </a:cubicBezTo>
                  <a:cubicBezTo>
                    <a:pt x="21582" y="3050"/>
                    <a:pt x="21582" y="3043"/>
                    <a:pt x="21584" y="3037"/>
                  </a:cubicBezTo>
                  <a:cubicBezTo>
                    <a:pt x="21584" y="3030"/>
                    <a:pt x="21584" y="3023"/>
                    <a:pt x="21587" y="3017"/>
                  </a:cubicBezTo>
                  <a:cubicBezTo>
                    <a:pt x="21589" y="2996"/>
                    <a:pt x="21591" y="2970"/>
                    <a:pt x="21593" y="2943"/>
                  </a:cubicBezTo>
                  <a:cubicBezTo>
                    <a:pt x="21596" y="2910"/>
                    <a:pt x="21596" y="2870"/>
                    <a:pt x="21598" y="2837"/>
                  </a:cubicBezTo>
                  <a:lnTo>
                    <a:pt x="21598" y="2817"/>
                  </a:lnTo>
                  <a:lnTo>
                    <a:pt x="21600" y="9"/>
                  </a:lnTo>
                  <a:cubicBezTo>
                    <a:pt x="21600" y="75"/>
                    <a:pt x="21596" y="141"/>
                    <a:pt x="21589" y="206"/>
                  </a:cubicBezTo>
                  <a:cubicBezTo>
                    <a:pt x="21589" y="213"/>
                    <a:pt x="21587" y="220"/>
                    <a:pt x="21587" y="233"/>
                  </a:cubicBezTo>
                  <a:cubicBezTo>
                    <a:pt x="21580" y="293"/>
                    <a:pt x="21569" y="352"/>
                    <a:pt x="21556" y="412"/>
                  </a:cubicBezTo>
                  <a:cubicBezTo>
                    <a:pt x="21553" y="419"/>
                    <a:pt x="21551" y="432"/>
                    <a:pt x="21549" y="439"/>
                  </a:cubicBezTo>
                  <a:cubicBezTo>
                    <a:pt x="21536" y="499"/>
                    <a:pt x="21518" y="558"/>
                    <a:pt x="21498" y="611"/>
                  </a:cubicBezTo>
                  <a:cubicBezTo>
                    <a:pt x="21485" y="645"/>
                    <a:pt x="21467" y="678"/>
                    <a:pt x="21452" y="711"/>
                  </a:cubicBezTo>
                  <a:cubicBezTo>
                    <a:pt x="21438" y="738"/>
                    <a:pt x="21427" y="771"/>
                    <a:pt x="21412" y="797"/>
                  </a:cubicBezTo>
                  <a:lnTo>
                    <a:pt x="11291" y="18464"/>
                  </a:lnTo>
                  <a:cubicBezTo>
                    <a:pt x="11262" y="18511"/>
                    <a:pt x="11234" y="18550"/>
                    <a:pt x="11200" y="18590"/>
                  </a:cubicBezTo>
                  <a:cubicBezTo>
                    <a:pt x="11194" y="18597"/>
                    <a:pt x="11185" y="18610"/>
                    <a:pt x="11176" y="18617"/>
                  </a:cubicBezTo>
                  <a:cubicBezTo>
                    <a:pt x="11156" y="18637"/>
                    <a:pt x="11136" y="18657"/>
                    <a:pt x="11116" y="18670"/>
                  </a:cubicBezTo>
                  <a:cubicBezTo>
                    <a:pt x="11094" y="18690"/>
                    <a:pt x="11072" y="18710"/>
                    <a:pt x="11052" y="18723"/>
                  </a:cubicBezTo>
                  <a:cubicBezTo>
                    <a:pt x="11026" y="18737"/>
                    <a:pt x="10999" y="18750"/>
                    <a:pt x="10973" y="18763"/>
                  </a:cubicBezTo>
                  <a:cubicBezTo>
                    <a:pt x="10966" y="18763"/>
                    <a:pt x="10959" y="18770"/>
                    <a:pt x="10955" y="18770"/>
                  </a:cubicBezTo>
                  <a:cubicBezTo>
                    <a:pt x="10917" y="18783"/>
                    <a:pt x="10882" y="18790"/>
                    <a:pt x="10847" y="18790"/>
                  </a:cubicBezTo>
                  <a:lnTo>
                    <a:pt x="10829" y="18790"/>
                  </a:lnTo>
                  <a:cubicBezTo>
                    <a:pt x="10793" y="18790"/>
                    <a:pt x="10758" y="18783"/>
                    <a:pt x="10723" y="18770"/>
                  </a:cubicBezTo>
                  <a:lnTo>
                    <a:pt x="10705" y="18770"/>
                  </a:lnTo>
                  <a:cubicBezTo>
                    <a:pt x="10669" y="18756"/>
                    <a:pt x="10636" y="18737"/>
                    <a:pt x="10603" y="18717"/>
                  </a:cubicBezTo>
                  <a:cubicBezTo>
                    <a:pt x="10596" y="18710"/>
                    <a:pt x="10590" y="18703"/>
                    <a:pt x="10583" y="18703"/>
                  </a:cubicBezTo>
                  <a:cubicBezTo>
                    <a:pt x="10552" y="18677"/>
                    <a:pt x="10524" y="18650"/>
                    <a:pt x="10495" y="18617"/>
                  </a:cubicBezTo>
                  <a:cubicBezTo>
                    <a:pt x="10490" y="18610"/>
                    <a:pt x="10484" y="18610"/>
                    <a:pt x="10479" y="18604"/>
                  </a:cubicBezTo>
                  <a:cubicBezTo>
                    <a:pt x="10444" y="18564"/>
                    <a:pt x="10411" y="18517"/>
                    <a:pt x="10380" y="18464"/>
                  </a:cubicBezTo>
                  <a:lnTo>
                    <a:pt x="193" y="797"/>
                  </a:lnTo>
                  <a:cubicBezTo>
                    <a:pt x="66" y="578"/>
                    <a:pt x="2" y="286"/>
                    <a:pt x="2"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371" name="Google Shape;477;p29"/>
            <p:cNvSpPr/>
            <p:nvPr/>
          </p:nvSpPr>
          <p:spPr>
            <a:xfrm>
              <a:off x="327772" y="1359368"/>
              <a:ext cx="2597489" cy="1504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4" y="0"/>
                  </a:moveTo>
                  <a:lnTo>
                    <a:pt x="10504" y="263"/>
                  </a:lnTo>
                  <a:lnTo>
                    <a:pt x="10049" y="717"/>
                  </a:lnTo>
                  <a:lnTo>
                    <a:pt x="9526" y="1243"/>
                  </a:lnTo>
                  <a:lnTo>
                    <a:pt x="9069" y="1702"/>
                  </a:lnTo>
                  <a:lnTo>
                    <a:pt x="8545" y="2228"/>
                  </a:lnTo>
                  <a:lnTo>
                    <a:pt x="8091" y="2683"/>
                  </a:lnTo>
                  <a:lnTo>
                    <a:pt x="7568" y="3209"/>
                  </a:lnTo>
                  <a:lnTo>
                    <a:pt x="7113" y="3668"/>
                  </a:lnTo>
                  <a:lnTo>
                    <a:pt x="6590" y="4189"/>
                  </a:lnTo>
                  <a:lnTo>
                    <a:pt x="6133" y="4648"/>
                  </a:lnTo>
                  <a:lnTo>
                    <a:pt x="5609" y="5174"/>
                  </a:lnTo>
                  <a:lnTo>
                    <a:pt x="5155" y="5628"/>
                  </a:lnTo>
                  <a:lnTo>
                    <a:pt x="4631" y="6154"/>
                  </a:lnTo>
                  <a:lnTo>
                    <a:pt x="4174" y="6613"/>
                  </a:lnTo>
                  <a:lnTo>
                    <a:pt x="3654" y="7135"/>
                  </a:lnTo>
                  <a:lnTo>
                    <a:pt x="3196" y="7594"/>
                  </a:lnTo>
                  <a:lnTo>
                    <a:pt x="2673" y="8120"/>
                  </a:lnTo>
                  <a:lnTo>
                    <a:pt x="2216" y="8579"/>
                  </a:lnTo>
                  <a:lnTo>
                    <a:pt x="1692" y="9100"/>
                  </a:lnTo>
                  <a:lnTo>
                    <a:pt x="1238" y="9559"/>
                  </a:lnTo>
                  <a:lnTo>
                    <a:pt x="715" y="10085"/>
                  </a:lnTo>
                  <a:lnTo>
                    <a:pt x="260" y="10539"/>
                  </a:lnTo>
                  <a:lnTo>
                    <a:pt x="0" y="10802"/>
                  </a:lnTo>
                  <a:lnTo>
                    <a:pt x="260" y="11061"/>
                  </a:lnTo>
                  <a:lnTo>
                    <a:pt x="720" y="11520"/>
                  </a:lnTo>
                  <a:lnTo>
                    <a:pt x="1246" y="12046"/>
                  </a:lnTo>
                  <a:lnTo>
                    <a:pt x="1703" y="12500"/>
                  </a:lnTo>
                  <a:lnTo>
                    <a:pt x="2233" y="13026"/>
                  </a:lnTo>
                  <a:lnTo>
                    <a:pt x="2690" y="13485"/>
                  </a:lnTo>
                  <a:lnTo>
                    <a:pt x="3216" y="14006"/>
                  </a:lnTo>
                  <a:lnTo>
                    <a:pt x="3676" y="14465"/>
                  </a:lnTo>
                  <a:lnTo>
                    <a:pt x="4202" y="14991"/>
                  </a:lnTo>
                  <a:lnTo>
                    <a:pt x="4662" y="15446"/>
                  </a:lnTo>
                  <a:lnTo>
                    <a:pt x="5188" y="15972"/>
                  </a:lnTo>
                  <a:lnTo>
                    <a:pt x="5645" y="16431"/>
                  </a:lnTo>
                  <a:lnTo>
                    <a:pt x="6174" y="16957"/>
                  </a:lnTo>
                  <a:lnTo>
                    <a:pt x="6631" y="17411"/>
                  </a:lnTo>
                  <a:lnTo>
                    <a:pt x="7158" y="17937"/>
                  </a:lnTo>
                  <a:lnTo>
                    <a:pt x="7617" y="18396"/>
                  </a:lnTo>
                  <a:lnTo>
                    <a:pt x="8144" y="18917"/>
                  </a:lnTo>
                  <a:lnTo>
                    <a:pt x="8603" y="19376"/>
                  </a:lnTo>
                  <a:lnTo>
                    <a:pt x="9130" y="19902"/>
                  </a:lnTo>
                  <a:lnTo>
                    <a:pt x="9587" y="20357"/>
                  </a:lnTo>
                  <a:lnTo>
                    <a:pt x="10113" y="20883"/>
                  </a:lnTo>
                  <a:lnTo>
                    <a:pt x="10573" y="21342"/>
                  </a:lnTo>
                  <a:lnTo>
                    <a:pt x="10833" y="21600"/>
                  </a:lnTo>
                  <a:lnTo>
                    <a:pt x="21600" y="10802"/>
                  </a:lnTo>
                  <a:lnTo>
                    <a:pt x="10764"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72" name="Google Shape;478;p29"/>
            <p:cNvSpPr/>
            <p:nvPr/>
          </p:nvSpPr>
          <p:spPr>
            <a:xfrm>
              <a:off x="2838993" y="2129817"/>
              <a:ext cx="171878"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07" y="0"/>
                  </a:moveTo>
                  <a:lnTo>
                    <a:pt x="0" y="6959"/>
                  </a:lnTo>
                  <a:lnTo>
                    <a:pt x="14693" y="21600"/>
                  </a:lnTo>
                  <a:lnTo>
                    <a:pt x="21600" y="14715"/>
                  </a:lnTo>
                  <a:lnTo>
                    <a:pt x="690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73" name="Google Shape;479;p29"/>
            <p:cNvSpPr/>
            <p:nvPr/>
          </p:nvSpPr>
          <p:spPr>
            <a:xfrm>
              <a:off x="2721404" y="2198432"/>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885"/>
                  </a:lnTo>
                  <a:lnTo>
                    <a:pt x="14722"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74" name="Google Shape;480;p29"/>
            <p:cNvSpPr/>
            <p:nvPr/>
          </p:nvSpPr>
          <p:spPr>
            <a:xfrm>
              <a:off x="1653511" y="1310076"/>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710"/>
                  </a:lnTo>
                  <a:lnTo>
                    <a:pt x="6975" y="21600"/>
                  </a:lnTo>
                  <a:lnTo>
                    <a:pt x="21600" y="695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75" name="Google Shape;481;p29"/>
            <p:cNvSpPr/>
            <p:nvPr/>
          </p:nvSpPr>
          <p:spPr>
            <a:xfrm>
              <a:off x="1419327" y="1310076"/>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955"/>
                  </a:lnTo>
                  <a:lnTo>
                    <a:pt x="14722" y="21600"/>
                  </a:lnTo>
                  <a:lnTo>
                    <a:pt x="21600" y="14710"/>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76" name="Google Shape;482;p29"/>
            <p:cNvSpPr/>
            <p:nvPr/>
          </p:nvSpPr>
          <p:spPr>
            <a:xfrm>
              <a:off x="1772075" y="1378691"/>
              <a:ext cx="171220"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641"/>
                  </a:lnTo>
                  <a:lnTo>
                    <a:pt x="6977" y="21600"/>
                  </a:lnTo>
                  <a:lnTo>
                    <a:pt x="21600" y="688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77" name="Google Shape;483;p29"/>
            <p:cNvSpPr/>
            <p:nvPr/>
          </p:nvSpPr>
          <p:spPr>
            <a:xfrm>
              <a:off x="1301758" y="1378691"/>
              <a:ext cx="171539"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885"/>
                  </a:lnTo>
                  <a:lnTo>
                    <a:pt x="14679"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78" name="Google Shape;484;p29"/>
            <p:cNvSpPr/>
            <p:nvPr/>
          </p:nvSpPr>
          <p:spPr>
            <a:xfrm>
              <a:off x="1890659" y="1446968"/>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715"/>
                  </a:lnTo>
                  <a:lnTo>
                    <a:pt x="6934" y="21600"/>
                  </a:lnTo>
                  <a:lnTo>
                    <a:pt x="21600" y="6959"/>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79" name="Google Shape;485;p29"/>
            <p:cNvSpPr/>
            <p:nvPr/>
          </p:nvSpPr>
          <p:spPr>
            <a:xfrm>
              <a:off x="1183831" y="1446968"/>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0" y="0"/>
                  </a:moveTo>
                  <a:lnTo>
                    <a:pt x="0" y="6959"/>
                  </a:lnTo>
                  <a:lnTo>
                    <a:pt x="14720" y="21600"/>
                  </a:lnTo>
                  <a:lnTo>
                    <a:pt x="21600" y="14715"/>
                  </a:lnTo>
                  <a:lnTo>
                    <a:pt x="692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0" name="Google Shape;486;p29"/>
            <p:cNvSpPr/>
            <p:nvPr/>
          </p:nvSpPr>
          <p:spPr>
            <a:xfrm>
              <a:off x="1066242" y="1515265"/>
              <a:ext cx="171558" cy="995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80" y="0"/>
                  </a:moveTo>
                  <a:lnTo>
                    <a:pt x="0" y="6932"/>
                  </a:lnTo>
                  <a:lnTo>
                    <a:pt x="14722" y="21600"/>
                  </a:lnTo>
                  <a:lnTo>
                    <a:pt x="21600" y="14663"/>
                  </a:lnTo>
                  <a:lnTo>
                    <a:pt x="688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1" name="Google Shape;487;p29"/>
            <p:cNvSpPr/>
            <p:nvPr/>
          </p:nvSpPr>
          <p:spPr>
            <a:xfrm>
              <a:off x="948334" y="1583880"/>
              <a:ext cx="171877"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07" y="0"/>
                  </a:moveTo>
                  <a:lnTo>
                    <a:pt x="0" y="6885"/>
                  </a:lnTo>
                  <a:lnTo>
                    <a:pt x="14693" y="21600"/>
                  </a:lnTo>
                  <a:lnTo>
                    <a:pt x="21600" y="14641"/>
                  </a:lnTo>
                  <a:lnTo>
                    <a:pt x="690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2" name="Google Shape;488;p29"/>
            <p:cNvSpPr/>
            <p:nvPr/>
          </p:nvSpPr>
          <p:spPr>
            <a:xfrm>
              <a:off x="2246073" y="1652157"/>
              <a:ext cx="17122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715"/>
                  </a:lnTo>
                  <a:lnTo>
                    <a:pt x="6934" y="21600"/>
                  </a:lnTo>
                  <a:lnTo>
                    <a:pt x="21600" y="6959"/>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3" name="Google Shape;489;p29"/>
            <p:cNvSpPr/>
            <p:nvPr/>
          </p:nvSpPr>
          <p:spPr>
            <a:xfrm>
              <a:off x="830745" y="1652157"/>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0" y="0"/>
                  </a:moveTo>
                  <a:lnTo>
                    <a:pt x="0" y="6959"/>
                  </a:lnTo>
                  <a:lnTo>
                    <a:pt x="14722" y="21600"/>
                  </a:lnTo>
                  <a:lnTo>
                    <a:pt x="21600" y="14715"/>
                  </a:lnTo>
                  <a:lnTo>
                    <a:pt x="692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4" name="Google Shape;490;p29"/>
            <p:cNvSpPr/>
            <p:nvPr/>
          </p:nvSpPr>
          <p:spPr>
            <a:xfrm>
              <a:off x="2364657" y="1720772"/>
              <a:ext cx="171221"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641"/>
                  </a:lnTo>
                  <a:lnTo>
                    <a:pt x="6934" y="21600"/>
                  </a:lnTo>
                  <a:lnTo>
                    <a:pt x="21600" y="688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5" name="Google Shape;491;p29"/>
            <p:cNvSpPr/>
            <p:nvPr/>
          </p:nvSpPr>
          <p:spPr>
            <a:xfrm>
              <a:off x="713176" y="1720772"/>
              <a:ext cx="171539"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885"/>
                  </a:lnTo>
                  <a:lnTo>
                    <a:pt x="14679"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6" name="Google Shape;492;p29"/>
            <p:cNvSpPr/>
            <p:nvPr/>
          </p:nvSpPr>
          <p:spPr>
            <a:xfrm>
              <a:off x="2483241" y="1789069"/>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641"/>
                  </a:lnTo>
                  <a:lnTo>
                    <a:pt x="6934" y="21600"/>
                  </a:lnTo>
                  <a:lnTo>
                    <a:pt x="21600" y="6959"/>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7" name="Google Shape;493;p29"/>
            <p:cNvSpPr/>
            <p:nvPr/>
          </p:nvSpPr>
          <p:spPr>
            <a:xfrm>
              <a:off x="595248" y="1789069"/>
              <a:ext cx="171878"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07" y="0"/>
                  </a:moveTo>
                  <a:lnTo>
                    <a:pt x="0" y="6959"/>
                  </a:lnTo>
                  <a:lnTo>
                    <a:pt x="14693" y="21600"/>
                  </a:lnTo>
                  <a:lnTo>
                    <a:pt x="21600" y="14641"/>
                  </a:lnTo>
                  <a:lnTo>
                    <a:pt x="690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8" name="Google Shape;494;p29"/>
            <p:cNvSpPr/>
            <p:nvPr/>
          </p:nvSpPr>
          <p:spPr>
            <a:xfrm>
              <a:off x="2601487" y="1857346"/>
              <a:ext cx="171221" cy="99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6" y="0"/>
                  </a:moveTo>
                  <a:lnTo>
                    <a:pt x="0" y="14665"/>
                  </a:lnTo>
                  <a:lnTo>
                    <a:pt x="6977" y="21600"/>
                  </a:lnTo>
                  <a:lnTo>
                    <a:pt x="21600" y="6935"/>
                  </a:lnTo>
                  <a:lnTo>
                    <a:pt x="14666"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89" name="Google Shape;495;p29"/>
            <p:cNvSpPr/>
            <p:nvPr/>
          </p:nvSpPr>
          <p:spPr>
            <a:xfrm>
              <a:off x="477659" y="1857346"/>
              <a:ext cx="171559" cy="99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80" y="0"/>
                  </a:moveTo>
                  <a:lnTo>
                    <a:pt x="0" y="6935"/>
                  </a:lnTo>
                  <a:lnTo>
                    <a:pt x="14680" y="21600"/>
                  </a:lnTo>
                  <a:lnTo>
                    <a:pt x="21600" y="14665"/>
                  </a:lnTo>
                  <a:lnTo>
                    <a:pt x="688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0" name="Google Shape;496;p29"/>
            <p:cNvSpPr/>
            <p:nvPr/>
          </p:nvSpPr>
          <p:spPr>
            <a:xfrm>
              <a:off x="2720071" y="1925961"/>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641"/>
                  </a:lnTo>
                  <a:lnTo>
                    <a:pt x="6977" y="21600"/>
                  </a:lnTo>
                  <a:lnTo>
                    <a:pt x="21600" y="688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1" name="Google Shape;497;p29"/>
            <p:cNvSpPr/>
            <p:nvPr/>
          </p:nvSpPr>
          <p:spPr>
            <a:xfrm>
              <a:off x="2838655" y="1994258"/>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710"/>
                  </a:lnTo>
                  <a:lnTo>
                    <a:pt x="6934" y="21600"/>
                  </a:lnTo>
                  <a:lnTo>
                    <a:pt x="21600" y="695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2" name="Google Shape;498;p29"/>
            <p:cNvSpPr/>
            <p:nvPr/>
          </p:nvSpPr>
          <p:spPr>
            <a:xfrm>
              <a:off x="361423" y="2198432"/>
              <a:ext cx="17120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41"/>
                  </a:lnTo>
                  <a:lnTo>
                    <a:pt x="6975" y="21600"/>
                  </a:lnTo>
                  <a:lnTo>
                    <a:pt x="21600" y="688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3" name="Google Shape;499;p29"/>
            <p:cNvSpPr/>
            <p:nvPr/>
          </p:nvSpPr>
          <p:spPr>
            <a:xfrm>
              <a:off x="2603835" y="2266729"/>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959"/>
                  </a:lnTo>
                  <a:lnTo>
                    <a:pt x="14679"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4" name="Google Shape;500;p29"/>
            <p:cNvSpPr/>
            <p:nvPr/>
          </p:nvSpPr>
          <p:spPr>
            <a:xfrm>
              <a:off x="480007" y="2266729"/>
              <a:ext cx="17120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715"/>
                  </a:lnTo>
                  <a:lnTo>
                    <a:pt x="6975" y="21600"/>
                  </a:lnTo>
                  <a:lnTo>
                    <a:pt x="21600" y="6959"/>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5" name="Google Shape;501;p29"/>
            <p:cNvSpPr/>
            <p:nvPr/>
          </p:nvSpPr>
          <p:spPr>
            <a:xfrm>
              <a:off x="2485908" y="2335006"/>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0" y="0"/>
                  </a:moveTo>
                  <a:lnTo>
                    <a:pt x="0" y="6959"/>
                  </a:lnTo>
                  <a:lnTo>
                    <a:pt x="14720" y="21600"/>
                  </a:lnTo>
                  <a:lnTo>
                    <a:pt x="21600" y="14715"/>
                  </a:lnTo>
                  <a:lnTo>
                    <a:pt x="692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6" name="Google Shape;502;p29"/>
            <p:cNvSpPr/>
            <p:nvPr/>
          </p:nvSpPr>
          <p:spPr>
            <a:xfrm>
              <a:off x="598592" y="2335006"/>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5" y="0"/>
                  </a:moveTo>
                  <a:lnTo>
                    <a:pt x="0" y="14715"/>
                  </a:lnTo>
                  <a:lnTo>
                    <a:pt x="6932" y="21600"/>
                  </a:lnTo>
                  <a:lnTo>
                    <a:pt x="21600" y="6959"/>
                  </a:lnTo>
                  <a:lnTo>
                    <a:pt x="1462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7" name="Google Shape;503;p29"/>
            <p:cNvSpPr/>
            <p:nvPr/>
          </p:nvSpPr>
          <p:spPr>
            <a:xfrm>
              <a:off x="2368319" y="2403621"/>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80" y="0"/>
                  </a:moveTo>
                  <a:lnTo>
                    <a:pt x="0" y="6885"/>
                  </a:lnTo>
                  <a:lnTo>
                    <a:pt x="14680" y="21600"/>
                  </a:lnTo>
                  <a:lnTo>
                    <a:pt x="21600" y="14641"/>
                  </a:lnTo>
                  <a:lnTo>
                    <a:pt x="688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8" name="Google Shape;504;p29"/>
            <p:cNvSpPr/>
            <p:nvPr/>
          </p:nvSpPr>
          <p:spPr>
            <a:xfrm>
              <a:off x="2250411" y="2471918"/>
              <a:ext cx="171877"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07" y="0"/>
                  </a:moveTo>
                  <a:lnTo>
                    <a:pt x="0" y="6959"/>
                  </a:lnTo>
                  <a:lnTo>
                    <a:pt x="14693" y="21600"/>
                  </a:lnTo>
                  <a:lnTo>
                    <a:pt x="21600" y="14715"/>
                  </a:lnTo>
                  <a:lnTo>
                    <a:pt x="690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399" name="Google Shape;505;p29"/>
            <p:cNvSpPr/>
            <p:nvPr/>
          </p:nvSpPr>
          <p:spPr>
            <a:xfrm>
              <a:off x="2132822" y="2540195"/>
              <a:ext cx="171559" cy="996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0" y="0"/>
                  </a:moveTo>
                  <a:lnTo>
                    <a:pt x="0" y="6935"/>
                  </a:lnTo>
                  <a:lnTo>
                    <a:pt x="14722" y="21600"/>
                  </a:lnTo>
                  <a:lnTo>
                    <a:pt x="21600" y="14665"/>
                  </a:lnTo>
                  <a:lnTo>
                    <a:pt x="692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0" name="Google Shape;506;p29"/>
            <p:cNvSpPr/>
            <p:nvPr/>
          </p:nvSpPr>
          <p:spPr>
            <a:xfrm>
              <a:off x="2015253" y="2608810"/>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885"/>
                  </a:lnTo>
                  <a:lnTo>
                    <a:pt x="14679"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1" name="Google Shape;507;p29"/>
            <p:cNvSpPr/>
            <p:nvPr/>
          </p:nvSpPr>
          <p:spPr>
            <a:xfrm>
              <a:off x="1072590" y="2608810"/>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5" y="0"/>
                  </a:moveTo>
                  <a:lnTo>
                    <a:pt x="0" y="14715"/>
                  </a:lnTo>
                  <a:lnTo>
                    <a:pt x="6932" y="21600"/>
                  </a:lnTo>
                  <a:lnTo>
                    <a:pt x="21600" y="6959"/>
                  </a:lnTo>
                  <a:lnTo>
                    <a:pt x="1462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2" name="Google Shape;508;p29"/>
            <p:cNvSpPr/>
            <p:nvPr/>
          </p:nvSpPr>
          <p:spPr>
            <a:xfrm>
              <a:off x="1897325" y="2677107"/>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955"/>
                  </a:lnTo>
                  <a:lnTo>
                    <a:pt x="14720" y="21600"/>
                  </a:lnTo>
                  <a:lnTo>
                    <a:pt x="21600" y="14715"/>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3" name="Google Shape;509;p29"/>
            <p:cNvSpPr/>
            <p:nvPr/>
          </p:nvSpPr>
          <p:spPr>
            <a:xfrm>
              <a:off x="1779736" y="2745722"/>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80" y="0"/>
                  </a:moveTo>
                  <a:lnTo>
                    <a:pt x="0" y="6885"/>
                  </a:lnTo>
                  <a:lnTo>
                    <a:pt x="14680" y="21600"/>
                  </a:lnTo>
                  <a:lnTo>
                    <a:pt x="21600" y="14641"/>
                  </a:lnTo>
                  <a:lnTo>
                    <a:pt x="688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4" name="Google Shape;510;p29"/>
            <p:cNvSpPr/>
            <p:nvPr/>
          </p:nvSpPr>
          <p:spPr>
            <a:xfrm>
              <a:off x="1661829" y="2813999"/>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1" y="0"/>
                  </a:moveTo>
                  <a:lnTo>
                    <a:pt x="0" y="6959"/>
                  </a:lnTo>
                  <a:lnTo>
                    <a:pt x="14722" y="21600"/>
                  </a:lnTo>
                  <a:lnTo>
                    <a:pt x="21600" y="14715"/>
                  </a:lnTo>
                  <a:lnTo>
                    <a:pt x="6921"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5" name="Google Shape;511;p29"/>
            <p:cNvSpPr/>
            <p:nvPr/>
          </p:nvSpPr>
          <p:spPr>
            <a:xfrm>
              <a:off x="2008925" y="1515265"/>
              <a:ext cx="171200" cy="995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63"/>
                  </a:lnTo>
                  <a:lnTo>
                    <a:pt x="6975" y="21600"/>
                  </a:lnTo>
                  <a:lnTo>
                    <a:pt x="21600" y="6932"/>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6" name="Google Shape;512;p29"/>
            <p:cNvSpPr/>
            <p:nvPr/>
          </p:nvSpPr>
          <p:spPr>
            <a:xfrm>
              <a:off x="2127509" y="1583880"/>
              <a:ext cx="171200"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41"/>
                  </a:lnTo>
                  <a:lnTo>
                    <a:pt x="6975" y="21600"/>
                  </a:lnTo>
                  <a:lnTo>
                    <a:pt x="21600" y="688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7" name="Google Shape;513;p29"/>
            <p:cNvSpPr/>
            <p:nvPr/>
          </p:nvSpPr>
          <p:spPr>
            <a:xfrm>
              <a:off x="243158" y="2129817"/>
              <a:ext cx="17122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6" y="0"/>
                  </a:moveTo>
                  <a:lnTo>
                    <a:pt x="0" y="14715"/>
                  </a:lnTo>
                  <a:lnTo>
                    <a:pt x="6934" y="21600"/>
                  </a:lnTo>
                  <a:lnTo>
                    <a:pt x="21600" y="6959"/>
                  </a:lnTo>
                  <a:lnTo>
                    <a:pt x="14626"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8" name="Google Shape;514;p29"/>
            <p:cNvSpPr/>
            <p:nvPr/>
          </p:nvSpPr>
          <p:spPr>
            <a:xfrm>
              <a:off x="835421" y="2471918"/>
              <a:ext cx="17120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715"/>
                  </a:lnTo>
                  <a:lnTo>
                    <a:pt x="6975" y="21600"/>
                  </a:lnTo>
                  <a:lnTo>
                    <a:pt x="21600" y="6959"/>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09" name="Google Shape;515;p29"/>
            <p:cNvSpPr/>
            <p:nvPr/>
          </p:nvSpPr>
          <p:spPr>
            <a:xfrm>
              <a:off x="716837" y="2403621"/>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36" y="0"/>
                  </a:moveTo>
                  <a:lnTo>
                    <a:pt x="0" y="14641"/>
                  </a:lnTo>
                  <a:lnTo>
                    <a:pt x="6961" y="21600"/>
                  </a:lnTo>
                  <a:lnTo>
                    <a:pt x="21600" y="6885"/>
                  </a:lnTo>
                  <a:lnTo>
                    <a:pt x="14636"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10" name="Google Shape;516;p29"/>
            <p:cNvSpPr/>
            <p:nvPr/>
          </p:nvSpPr>
          <p:spPr>
            <a:xfrm>
              <a:off x="954006" y="2540533"/>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41"/>
                  </a:lnTo>
                  <a:lnTo>
                    <a:pt x="6975" y="21600"/>
                  </a:lnTo>
                  <a:lnTo>
                    <a:pt x="21600" y="688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11" name="Google Shape;517;p29"/>
            <p:cNvSpPr/>
            <p:nvPr/>
          </p:nvSpPr>
          <p:spPr>
            <a:xfrm>
              <a:off x="1428004" y="2813999"/>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5" y="0"/>
                  </a:moveTo>
                  <a:lnTo>
                    <a:pt x="0" y="14715"/>
                  </a:lnTo>
                  <a:lnTo>
                    <a:pt x="6975" y="21600"/>
                  </a:lnTo>
                  <a:lnTo>
                    <a:pt x="21600" y="6959"/>
                  </a:lnTo>
                  <a:lnTo>
                    <a:pt x="1462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12" name="Google Shape;518;p29"/>
            <p:cNvSpPr/>
            <p:nvPr/>
          </p:nvSpPr>
          <p:spPr>
            <a:xfrm>
              <a:off x="1309420" y="2745722"/>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41"/>
                  </a:lnTo>
                  <a:lnTo>
                    <a:pt x="6975" y="21600"/>
                  </a:lnTo>
                  <a:lnTo>
                    <a:pt x="21600" y="688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13" name="Google Shape;519;p29"/>
            <p:cNvSpPr/>
            <p:nvPr/>
          </p:nvSpPr>
          <p:spPr>
            <a:xfrm>
              <a:off x="1191154" y="2677107"/>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715"/>
                  </a:lnTo>
                  <a:lnTo>
                    <a:pt x="6934" y="21600"/>
                  </a:lnTo>
                  <a:lnTo>
                    <a:pt x="21600" y="695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14" name="Google Shape;520;p29"/>
            <p:cNvSpPr/>
            <p:nvPr/>
          </p:nvSpPr>
          <p:spPr>
            <a:xfrm>
              <a:off x="359752" y="1925961"/>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1" y="0"/>
                  </a:moveTo>
                  <a:lnTo>
                    <a:pt x="0" y="6885"/>
                  </a:lnTo>
                  <a:lnTo>
                    <a:pt x="14722" y="21600"/>
                  </a:lnTo>
                  <a:lnTo>
                    <a:pt x="21600" y="14641"/>
                  </a:lnTo>
                  <a:lnTo>
                    <a:pt x="6921"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15" name="Google Shape;521;p29"/>
            <p:cNvSpPr/>
            <p:nvPr/>
          </p:nvSpPr>
          <p:spPr>
            <a:xfrm>
              <a:off x="242163" y="1994258"/>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955"/>
                  </a:lnTo>
                  <a:lnTo>
                    <a:pt x="14722" y="21600"/>
                  </a:lnTo>
                  <a:lnTo>
                    <a:pt x="21600" y="14710"/>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416" name="Google Shape;522;p29"/>
            <p:cNvSpPr/>
            <p:nvPr/>
          </p:nvSpPr>
          <p:spPr>
            <a:xfrm>
              <a:off x="542170" y="1455386"/>
              <a:ext cx="2168584" cy="1256308"/>
            </a:xfrm>
            <a:custGeom>
              <a:avLst/>
              <a:gdLst/>
              <a:ahLst/>
              <a:cxnLst>
                <a:cxn ang="0">
                  <a:pos x="wd2" y="hd2"/>
                </a:cxn>
                <a:cxn ang="5400000">
                  <a:pos x="wd2" y="hd2"/>
                </a:cxn>
                <a:cxn ang="10800000">
                  <a:pos x="wd2" y="hd2"/>
                </a:cxn>
                <a:cxn ang="16200000">
                  <a:pos x="wd2" y="hd2"/>
                </a:cxn>
              </a:cxnLst>
              <a:rect l="0" t="0" r="r" b="b"/>
              <a:pathLst>
                <a:path w="21404" h="21600" fill="norm" stroke="1" extrusionOk="0">
                  <a:moveTo>
                    <a:pt x="10667" y="0"/>
                  </a:moveTo>
                  <a:cubicBezTo>
                    <a:pt x="10412" y="0"/>
                    <a:pt x="10157" y="99"/>
                    <a:pt x="9963" y="296"/>
                  </a:cubicBezTo>
                  <a:lnTo>
                    <a:pt x="291" y="10090"/>
                  </a:lnTo>
                  <a:cubicBezTo>
                    <a:pt x="-97" y="10485"/>
                    <a:pt x="-97" y="11120"/>
                    <a:pt x="294" y="11510"/>
                  </a:cubicBezTo>
                  <a:lnTo>
                    <a:pt x="10032" y="21309"/>
                  </a:lnTo>
                  <a:cubicBezTo>
                    <a:pt x="10227" y="21503"/>
                    <a:pt x="10482" y="21600"/>
                    <a:pt x="10735" y="21600"/>
                  </a:cubicBezTo>
                  <a:cubicBezTo>
                    <a:pt x="10991" y="21600"/>
                    <a:pt x="11246" y="21501"/>
                    <a:pt x="11439" y="21303"/>
                  </a:cubicBezTo>
                  <a:lnTo>
                    <a:pt x="21115" y="11510"/>
                  </a:lnTo>
                  <a:cubicBezTo>
                    <a:pt x="21503" y="11120"/>
                    <a:pt x="21500" y="10485"/>
                    <a:pt x="21112" y="10090"/>
                  </a:cubicBezTo>
                  <a:lnTo>
                    <a:pt x="11370" y="296"/>
                  </a:lnTo>
                  <a:cubicBezTo>
                    <a:pt x="11176" y="99"/>
                    <a:pt x="10922" y="0"/>
                    <a:pt x="10667"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417" name="Google Shape;523;p29"/>
            <p:cNvSpPr/>
            <p:nvPr/>
          </p:nvSpPr>
          <p:spPr>
            <a:xfrm>
              <a:off x="617360" y="1498927"/>
              <a:ext cx="2018120" cy="1169186"/>
            </a:xfrm>
            <a:custGeom>
              <a:avLst/>
              <a:gdLst/>
              <a:ahLst/>
              <a:cxnLst>
                <a:cxn ang="0">
                  <a:pos x="wd2" y="hd2"/>
                </a:cxn>
                <a:cxn ang="5400000">
                  <a:pos x="wd2" y="hd2"/>
                </a:cxn>
                <a:cxn ang="10800000">
                  <a:pos x="wd2" y="hd2"/>
                </a:cxn>
                <a:cxn ang="16200000">
                  <a:pos x="wd2" y="hd2"/>
                </a:cxn>
              </a:cxnLst>
              <a:rect l="0" t="0" r="r" b="b"/>
              <a:pathLst>
                <a:path w="21404" h="21600" fill="norm" stroke="1" extrusionOk="0">
                  <a:moveTo>
                    <a:pt x="10668" y="0"/>
                  </a:moveTo>
                  <a:cubicBezTo>
                    <a:pt x="10413" y="0"/>
                    <a:pt x="10159" y="99"/>
                    <a:pt x="9964" y="296"/>
                  </a:cubicBezTo>
                  <a:lnTo>
                    <a:pt x="288" y="10092"/>
                  </a:lnTo>
                  <a:cubicBezTo>
                    <a:pt x="-97" y="10486"/>
                    <a:pt x="-97" y="11120"/>
                    <a:pt x="292" y="11514"/>
                  </a:cubicBezTo>
                  <a:lnTo>
                    <a:pt x="10032" y="21304"/>
                  </a:lnTo>
                  <a:cubicBezTo>
                    <a:pt x="10228" y="21501"/>
                    <a:pt x="10483" y="21600"/>
                    <a:pt x="10738" y="21600"/>
                  </a:cubicBezTo>
                  <a:cubicBezTo>
                    <a:pt x="10993" y="21600"/>
                    <a:pt x="11247" y="21501"/>
                    <a:pt x="11441" y="21304"/>
                  </a:cubicBezTo>
                  <a:lnTo>
                    <a:pt x="21114" y="11514"/>
                  </a:lnTo>
                  <a:cubicBezTo>
                    <a:pt x="21503" y="11120"/>
                    <a:pt x="21499" y="10486"/>
                    <a:pt x="21111" y="10092"/>
                  </a:cubicBezTo>
                  <a:lnTo>
                    <a:pt x="11371" y="296"/>
                  </a:lnTo>
                  <a:cubicBezTo>
                    <a:pt x="11176" y="99"/>
                    <a:pt x="10922" y="0"/>
                    <a:pt x="10668"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418" name="Google Shape;524;p29"/>
            <p:cNvSpPr/>
            <p:nvPr/>
          </p:nvSpPr>
          <p:spPr>
            <a:xfrm>
              <a:off x="541956" y="2083191"/>
              <a:ext cx="2168803" cy="6848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776"/>
                  </a:lnTo>
                  <a:cubicBezTo>
                    <a:pt x="0" y="2259"/>
                    <a:pt x="99" y="2732"/>
                    <a:pt x="295" y="3089"/>
                  </a:cubicBezTo>
                  <a:lnTo>
                    <a:pt x="10125" y="21054"/>
                  </a:lnTo>
                  <a:cubicBezTo>
                    <a:pt x="10168" y="21138"/>
                    <a:pt x="10218" y="21211"/>
                    <a:pt x="10268" y="21274"/>
                  </a:cubicBezTo>
                  <a:cubicBezTo>
                    <a:pt x="10271" y="21285"/>
                    <a:pt x="10274" y="21285"/>
                    <a:pt x="10277" y="21285"/>
                  </a:cubicBezTo>
                  <a:cubicBezTo>
                    <a:pt x="10284" y="21296"/>
                    <a:pt x="10294" y="21306"/>
                    <a:pt x="10301" y="21316"/>
                  </a:cubicBezTo>
                  <a:cubicBezTo>
                    <a:pt x="10331" y="21348"/>
                    <a:pt x="10361" y="21380"/>
                    <a:pt x="10390" y="21411"/>
                  </a:cubicBezTo>
                  <a:cubicBezTo>
                    <a:pt x="10407" y="21422"/>
                    <a:pt x="10424" y="21432"/>
                    <a:pt x="10440" y="21442"/>
                  </a:cubicBezTo>
                  <a:cubicBezTo>
                    <a:pt x="10450" y="21453"/>
                    <a:pt x="10460" y="21464"/>
                    <a:pt x="10470" y="21474"/>
                  </a:cubicBezTo>
                  <a:cubicBezTo>
                    <a:pt x="10476" y="21474"/>
                    <a:pt x="10487" y="21485"/>
                    <a:pt x="10493" y="21485"/>
                  </a:cubicBezTo>
                  <a:cubicBezTo>
                    <a:pt x="10526" y="21506"/>
                    <a:pt x="10559" y="21527"/>
                    <a:pt x="10593" y="21548"/>
                  </a:cubicBezTo>
                  <a:cubicBezTo>
                    <a:pt x="10606" y="21548"/>
                    <a:pt x="10619" y="21548"/>
                    <a:pt x="10629" y="21558"/>
                  </a:cubicBezTo>
                  <a:cubicBezTo>
                    <a:pt x="10639" y="21558"/>
                    <a:pt x="10646" y="21569"/>
                    <a:pt x="10656" y="21569"/>
                  </a:cubicBezTo>
                  <a:cubicBezTo>
                    <a:pt x="10669" y="21569"/>
                    <a:pt x="10679" y="21579"/>
                    <a:pt x="10692" y="21579"/>
                  </a:cubicBezTo>
                  <a:cubicBezTo>
                    <a:pt x="10725" y="21589"/>
                    <a:pt x="10755" y="21589"/>
                    <a:pt x="10788" y="21600"/>
                  </a:cubicBezTo>
                  <a:lnTo>
                    <a:pt x="10891" y="21600"/>
                  </a:lnTo>
                  <a:cubicBezTo>
                    <a:pt x="10931" y="21589"/>
                    <a:pt x="10968" y="21589"/>
                    <a:pt x="11004" y="21569"/>
                  </a:cubicBezTo>
                  <a:lnTo>
                    <a:pt x="11017" y="21569"/>
                  </a:lnTo>
                  <a:cubicBezTo>
                    <a:pt x="11027" y="21569"/>
                    <a:pt x="11037" y="21558"/>
                    <a:pt x="11047" y="21558"/>
                  </a:cubicBezTo>
                  <a:cubicBezTo>
                    <a:pt x="11077" y="21548"/>
                    <a:pt x="11104" y="21537"/>
                    <a:pt x="11133" y="21516"/>
                  </a:cubicBezTo>
                  <a:cubicBezTo>
                    <a:pt x="11147" y="21506"/>
                    <a:pt x="11157" y="21495"/>
                    <a:pt x="11170" y="21485"/>
                  </a:cubicBezTo>
                  <a:cubicBezTo>
                    <a:pt x="11203" y="21464"/>
                    <a:pt x="11236" y="21442"/>
                    <a:pt x="11269" y="21411"/>
                  </a:cubicBezTo>
                  <a:cubicBezTo>
                    <a:pt x="11286" y="21390"/>
                    <a:pt x="11306" y="21380"/>
                    <a:pt x="11323" y="21369"/>
                  </a:cubicBezTo>
                  <a:cubicBezTo>
                    <a:pt x="11339" y="21348"/>
                    <a:pt x="11349" y="21338"/>
                    <a:pt x="11366" y="21316"/>
                  </a:cubicBezTo>
                  <a:cubicBezTo>
                    <a:pt x="11379" y="21306"/>
                    <a:pt x="11392" y="21285"/>
                    <a:pt x="11402" y="21274"/>
                  </a:cubicBezTo>
                  <a:cubicBezTo>
                    <a:pt x="11452" y="21211"/>
                    <a:pt x="11502" y="21138"/>
                    <a:pt x="11545" y="21065"/>
                  </a:cubicBezTo>
                  <a:lnTo>
                    <a:pt x="21308" y="3089"/>
                  </a:lnTo>
                  <a:cubicBezTo>
                    <a:pt x="21311" y="3089"/>
                    <a:pt x="21315" y="3078"/>
                    <a:pt x="21318" y="3067"/>
                  </a:cubicBezTo>
                  <a:cubicBezTo>
                    <a:pt x="21338" y="3036"/>
                    <a:pt x="21351" y="2994"/>
                    <a:pt x="21368" y="2952"/>
                  </a:cubicBezTo>
                  <a:cubicBezTo>
                    <a:pt x="21394" y="2900"/>
                    <a:pt x="21417" y="2847"/>
                    <a:pt x="21441" y="2784"/>
                  </a:cubicBezTo>
                  <a:cubicBezTo>
                    <a:pt x="21441" y="2784"/>
                    <a:pt x="21444" y="2774"/>
                    <a:pt x="21447" y="2774"/>
                  </a:cubicBezTo>
                  <a:cubicBezTo>
                    <a:pt x="21471" y="2700"/>
                    <a:pt x="21490" y="2637"/>
                    <a:pt x="21507" y="2563"/>
                  </a:cubicBezTo>
                  <a:cubicBezTo>
                    <a:pt x="21514" y="2542"/>
                    <a:pt x="21517" y="2521"/>
                    <a:pt x="21520" y="2511"/>
                  </a:cubicBezTo>
                  <a:cubicBezTo>
                    <a:pt x="21524" y="2490"/>
                    <a:pt x="21527" y="2479"/>
                    <a:pt x="21530" y="2459"/>
                  </a:cubicBezTo>
                  <a:cubicBezTo>
                    <a:pt x="21537" y="2427"/>
                    <a:pt x="21544" y="2395"/>
                    <a:pt x="21550" y="2374"/>
                  </a:cubicBezTo>
                  <a:cubicBezTo>
                    <a:pt x="21560" y="2311"/>
                    <a:pt x="21570" y="2248"/>
                    <a:pt x="21577" y="2185"/>
                  </a:cubicBezTo>
                  <a:cubicBezTo>
                    <a:pt x="21577" y="2185"/>
                    <a:pt x="21577" y="2175"/>
                    <a:pt x="21577" y="2164"/>
                  </a:cubicBezTo>
                  <a:cubicBezTo>
                    <a:pt x="21580" y="2153"/>
                    <a:pt x="21580" y="2143"/>
                    <a:pt x="21580" y="2133"/>
                  </a:cubicBezTo>
                  <a:cubicBezTo>
                    <a:pt x="21587" y="2091"/>
                    <a:pt x="21590" y="2049"/>
                    <a:pt x="21593" y="2007"/>
                  </a:cubicBezTo>
                  <a:cubicBezTo>
                    <a:pt x="21597" y="1954"/>
                    <a:pt x="21597" y="1891"/>
                    <a:pt x="21600" y="1828"/>
                  </a:cubicBezTo>
                  <a:lnTo>
                    <a:pt x="21600" y="21"/>
                  </a:lnTo>
                  <a:cubicBezTo>
                    <a:pt x="21600" y="136"/>
                    <a:pt x="21593" y="242"/>
                    <a:pt x="21583" y="346"/>
                  </a:cubicBezTo>
                  <a:cubicBezTo>
                    <a:pt x="21583" y="357"/>
                    <a:pt x="21580" y="378"/>
                    <a:pt x="21580" y="389"/>
                  </a:cubicBezTo>
                  <a:cubicBezTo>
                    <a:pt x="21570" y="483"/>
                    <a:pt x="21553" y="588"/>
                    <a:pt x="21534" y="683"/>
                  </a:cubicBezTo>
                  <a:cubicBezTo>
                    <a:pt x="21527" y="693"/>
                    <a:pt x="21524" y="714"/>
                    <a:pt x="21520" y="735"/>
                  </a:cubicBezTo>
                  <a:cubicBezTo>
                    <a:pt x="21501" y="830"/>
                    <a:pt x="21474" y="925"/>
                    <a:pt x="21441" y="1009"/>
                  </a:cubicBezTo>
                  <a:cubicBezTo>
                    <a:pt x="21421" y="1071"/>
                    <a:pt x="21394" y="1124"/>
                    <a:pt x="21371" y="1176"/>
                  </a:cubicBezTo>
                  <a:cubicBezTo>
                    <a:pt x="21351" y="1229"/>
                    <a:pt x="21331" y="1271"/>
                    <a:pt x="21308" y="1313"/>
                  </a:cubicBezTo>
                  <a:lnTo>
                    <a:pt x="11545" y="19278"/>
                  </a:lnTo>
                  <a:cubicBezTo>
                    <a:pt x="11502" y="19362"/>
                    <a:pt x="11455" y="19436"/>
                    <a:pt x="11405" y="19489"/>
                  </a:cubicBezTo>
                  <a:cubicBezTo>
                    <a:pt x="11392" y="19509"/>
                    <a:pt x="11379" y="19520"/>
                    <a:pt x="11366" y="19541"/>
                  </a:cubicBezTo>
                  <a:cubicBezTo>
                    <a:pt x="11336" y="19573"/>
                    <a:pt x="11306" y="19604"/>
                    <a:pt x="11273" y="19635"/>
                  </a:cubicBezTo>
                  <a:cubicBezTo>
                    <a:pt x="11239" y="19657"/>
                    <a:pt x="11206" y="19688"/>
                    <a:pt x="11170" y="19709"/>
                  </a:cubicBezTo>
                  <a:cubicBezTo>
                    <a:pt x="11133" y="19740"/>
                    <a:pt x="11090" y="19762"/>
                    <a:pt x="11050" y="19772"/>
                  </a:cubicBezTo>
                  <a:cubicBezTo>
                    <a:pt x="11041" y="19782"/>
                    <a:pt x="11031" y="19782"/>
                    <a:pt x="11020" y="19793"/>
                  </a:cubicBezTo>
                  <a:cubicBezTo>
                    <a:pt x="10964" y="19804"/>
                    <a:pt x="10908" y="19814"/>
                    <a:pt x="10851" y="19824"/>
                  </a:cubicBezTo>
                  <a:lnTo>
                    <a:pt x="10825" y="19824"/>
                  </a:lnTo>
                  <a:cubicBezTo>
                    <a:pt x="10768" y="19814"/>
                    <a:pt x="10712" y="19814"/>
                    <a:pt x="10656" y="19793"/>
                  </a:cubicBezTo>
                  <a:cubicBezTo>
                    <a:pt x="10649" y="19793"/>
                    <a:pt x="10639" y="19782"/>
                    <a:pt x="10632" y="19782"/>
                  </a:cubicBezTo>
                  <a:cubicBezTo>
                    <a:pt x="10576" y="19762"/>
                    <a:pt x="10523" y="19730"/>
                    <a:pt x="10470" y="19699"/>
                  </a:cubicBezTo>
                  <a:cubicBezTo>
                    <a:pt x="10460" y="19688"/>
                    <a:pt x="10453" y="19678"/>
                    <a:pt x="10443" y="19667"/>
                  </a:cubicBezTo>
                  <a:cubicBezTo>
                    <a:pt x="10394" y="19635"/>
                    <a:pt x="10347" y="19593"/>
                    <a:pt x="10304" y="19541"/>
                  </a:cubicBezTo>
                  <a:cubicBezTo>
                    <a:pt x="10294" y="19531"/>
                    <a:pt x="10287" y="19520"/>
                    <a:pt x="10277" y="19509"/>
                  </a:cubicBezTo>
                  <a:cubicBezTo>
                    <a:pt x="10224" y="19447"/>
                    <a:pt x="10171" y="19373"/>
                    <a:pt x="10125" y="19278"/>
                  </a:cubicBezTo>
                  <a:lnTo>
                    <a:pt x="298" y="1313"/>
                  </a:lnTo>
                  <a:cubicBezTo>
                    <a:pt x="99" y="956"/>
                    <a:pt x="0" y="473"/>
                    <a:pt x="0"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419" name="Google Shape;525;p29"/>
            <p:cNvSpPr/>
            <p:nvPr/>
          </p:nvSpPr>
          <p:spPr>
            <a:xfrm>
              <a:off x="1796731" y="2124165"/>
              <a:ext cx="119918" cy="696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0" y="10744"/>
                  </a:lnTo>
                  <a:lnTo>
                    <a:pt x="10861" y="21600"/>
                  </a:lnTo>
                  <a:lnTo>
                    <a:pt x="21600" y="10744"/>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20" name="Google Shape;526;p29"/>
            <p:cNvSpPr/>
            <p:nvPr/>
          </p:nvSpPr>
          <p:spPr>
            <a:xfrm>
              <a:off x="1856690" y="2158791"/>
              <a:ext cx="59959" cy="1056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2" y="7155"/>
                  </a:moveTo>
                  <a:lnTo>
                    <a:pt x="0" y="21600"/>
                  </a:lnTo>
                  <a:lnTo>
                    <a:pt x="21478" y="14514"/>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21" name="Google Shape;527;p29"/>
            <p:cNvSpPr/>
            <p:nvPr/>
          </p:nvSpPr>
          <p:spPr>
            <a:xfrm>
              <a:off x="1796731" y="2158791"/>
              <a:ext cx="60298" cy="1056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514"/>
                  </a:lnTo>
                  <a:lnTo>
                    <a:pt x="21479" y="21600"/>
                  </a:lnTo>
                  <a:lnTo>
                    <a:pt x="21600" y="715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22" name="Google Shape;528;p29"/>
            <p:cNvSpPr/>
            <p:nvPr/>
          </p:nvSpPr>
          <p:spPr>
            <a:xfrm>
              <a:off x="1559244" y="0"/>
              <a:ext cx="119899" cy="696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849"/>
                  </a:lnTo>
                  <a:lnTo>
                    <a:pt x="10859" y="21600"/>
                  </a:lnTo>
                  <a:lnTo>
                    <a:pt x="21600" y="10849"/>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23" name="Google Shape;529;p29"/>
            <p:cNvSpPr/>
            <p:nvPr/>
          </p:nvSpPr>
          <p:spPr>
            <a:xfrm>
              <a:off x="1619183" y="34964"/>
              <a:ext cx="59960" cy="1052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2" y="7109"/>
                  </a:moveTo>
                  <a:lnTo>
                    <a:pt x="0" y="21600"/>
                  </a:lnTo>
                  <a:lnTo>
                    <a:pt x="21485" y="14491"/>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24" name="Google Shape;530;p29"/>
            <p:cNvSpPr/>
            <p:nvPr/>
          </p:nvSpPr>
          <p:spPr>
            <a:xfrm>
              <a:off x="1559244" y="34964"/>
              <a:ext cx="60278" cy="1052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91"/>
                  </a:lnTo>
                  <a:lnTo>
                    <a:pt x="21479" y="21600"/>
                  </a:lnTo>
                  <a:lnTo>
                    <a:pt x="21600" y="7109"/>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25" name="Google Shape;531;p29"/>
            <p:cNvSpPr/>
            <p:nvPr/>
          </p:nvSpPr>
          <p:spPr>
            <a:xfrm>
              <a:off x="1508599" y="2278052"/>
              <a:ext cx="144236" cy="83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6" y="0"/>
                  </a:moveTo>
                  <a:lnTo>
                    <a:pt x="0" y="10800"/>
                  </a:lnTo>
                  <a:lnTo>
                    <a:pt x="10875" y="21600"/>
                  </a:lnTo>
                  <a:lnTo>
                    <a:pt x="21600" y="10800"/>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26" name="Google Shape;532;p29"/>
            <p:cNvSpPr/>
            <p:nvPr/>
          </p:nvSpPr>
          <p:spPr>
            <a:xfrm>
              <a:off x="1580895" y="2319683"/>
              <a:ext cx="71940"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 y="7085"/>
                  </a:moveTo>
                  <a:lnTo>
                    <a:pt x="0" y="21600"/>
                  </a:lnTo>
                  <a:lnTo>
                    <a:pt x="21600" y="14512"/>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27" name="Google Shape;533;p29"/>
            <p:cNvSpPr/>
            <p:nvPr/>
          </p:nvSpPr>
          <p:spPr>
            <a:xfrm>
              <a:off x="1508599" y="2319683"/>
              <a:ext cx="72616"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512"/>
                  </a:lnTo>
                  <a:lnTo>
                    <a:pt x="21505" y="21600"/>
                  </a:lnTo>
                  <a:lnTo>
                    <a:pt x="21600" y="708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28" name="Google Shape;534;p29"/>
            <p:cNvSpPr/>
            <p:nvPr/>
          </p:nvSpPr>
          <p:spPr>
            <a:xfrm>
              <a:off x="1962617" y="1744095"/>
              <a:ext cx="144237" cy="83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3" y="0"/>
                  </a:moveTo>
                  <a:lnTo>
                    <a:pt x="0" y="10797"/>
                  </a:lnTo>
                  <a:lnTo>
                    <a:pt x="10824" y="21600"/>
                  </a:lnTo>
                  <a:lnTo>
                    <a:pt x="21600" y="10797"/>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29" name="Google Shape;535;p29"/>
            <p:cNvSpPr/>
            <p:nvPr/>
          </p:nvSpPr>
          <p:spPr>
            <a:xfrm>
              <a:off x="2034556" y="1785726"/>
              <a:ext cx="72297"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7088"/>
                  </a:moveTo>
                  <a:lnTo>
                    <a:pt x="0" y="21600"/>
                  </a:lnTo>
                  <a:lnTo>
                    <a:pt x="21499" y="14512"/>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30" name="Google Shape;536;p29"/>
            <p:cNvSpPr/>
            <p:nvPr/>
          </p:nvSpPr>
          <p:spPr>
            <a:xfrm>
              <a:off x="1962279" y="1785726"/>
              <a:ext cx="72616"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0"/>
                  </a:moveTo>
                  <a:lnTo>
                    <a:pt x="0" y="14512"/>
                  </a:lnTo>
                  <a:lnTo>
                    <a:pt x="21499" y="21600"/>
                  </a:lnTo>
                  <a:lnTo>
                    <a:pt x="21600" y="7088"/>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31" name="Google Shape;537;p29"/>
            <p:cNvSpPr/>
            <p:nvPr/>
          </p:nvSpPr>
          <p:spPr>
            <a:xfrm>
              <a:off x="2034894" y="1151175"/>
              <a:ext cx="144236" cy="836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25" y="0"/>
                  </a:moveTo>
                  <a:lnTo>
                    <a:pt x="0" y="10759"/>
                  </a:lnTo>
                  <a:lnTo>
                    <a:pt x="10824" y="21600"/>
                  </a:lnTo>
                  <a:lnTo>
                    <a:pt x="21600" y="10759"/>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32" name="Google Shape;538;p29"/>
            <p:cNvSpPr/>
            <p:nvPr/>
          </p:nvSpPr>
          <p:spPr>
            <a:xfrm>
              <a:off x="2106852" y="1192825"/>
              <a:ext cx="72278" cy="127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5" y="7125"/>
                  </a:moveTo>
                  <a:lnTo>
                    <a:pt x="0" y="21600"/>
                  </a:lnTo>
                  <a:lnTo>
                    <a:pt x="21499" y="14475"/>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33" name="Google Shape;539;p29"/>
            <p:cNvSpPr/>
            <p:nvPr/>
          </p:nvSpPr>
          <p:spPr>
            <a:xfrm>
              <a:off x="2034556" y="1192825"/>
              <a:ext cx="72616" cy="127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0"/>
                  </a:moveTo>
                  <a:lnTo>
                    <a:pt x="0" y="14475"/>
                  </a:lnTo>
                  <a:lnTo>
                    <a:pt x="21505" y="21600"/>
                  </a:lnTo>
                  <a:lnTo>
                    <a:pt x="21600" y="712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34" name="Google Shape;540;p29"/>
            <p:cNvSpPr/>
            <p:nvPr/>
          </p:nvSpPr>
          <p:spPr>
            <a:xfrm>
              <a:off x="1546249" y="273804"/>
              <a:ext cx="144237" cy="836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3" y="0"/>
                  </a:moveTo>
                  <a:lnTo>
                    <a:pt x="0" y="10844"/>
                  </a:lnTo>
                  <a:lnTo>
                    <a:pt x="10824" y="21600"/>
                  </a:lnTo>
                  <a:lnTo>
                    <a:pt x="21600" y="10844"/>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35" name="Google Shape;541;p29"/>
            <p:cNvSpPr/>
            <p:nvPr/>
          </p:nvSpPr>
          <p:spPr>
            <a:xfrm>
              <a:off x="1618188" y="315773"/>
              <a:ext cx="72298" cy="1269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7086"/>
                  </a:moveTo>
                  <a:lnTo>
                    <a:pt x="0" y="21600"/>
                  </a:lnTo>
                  <a:lnTo>
                    <a:pt x="21499" y="14514"/>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36" name="Google Shape;542;p29"/>
            <p:cNvSpPr/>
            <p:nvPr/>
          </p:nvSpPr>
          <p:spPr>
            <a:xfrm>
              <a:off x="1545911" y="315773"/>
              <a:ext cx="72616" cy="1269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0"/>
                  </a:moveTo>
                  <a:lnTo>
                    <a:pt x="0" y="14514"/>
                  </a:lnTo>
                  <a:lnTo>
                    <a:pt x="21499" y="21600"/>
                  </a:lnTo>
                  <a:lnTo>
                    <a:pt x="21600" y="7086"/>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37" name="Google Shape;543;p29"/>
            <p:cNvSpPr/>
            <p:nvPr/>
          </p:nvSpPr>
          <p:spPr>
            <a:xfrm>
              <a:off x="1292087" y="624879"/>
              <a:ext cx="144236" cy="836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6" y="0"/>
                  </a:moveTo>
                  <a:lnTo>
                    <a:pt x="0" y="10841"/>
                  </a:lnTo>
                  <a:lnTo>
                    <a:pt x="10824" y="21600"/>
                  </a:lnTo>
                  <a:lnTo>
                    <a:pt x="21600" y="10841"/>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38" name="Google Shape;544;p29"/>
            <p:cNvSpPr/>
            <p:nvPr/>
          </p:nvSpPr>
          <p:spPr>
            <a:xfrm>
              <a:off x="1364364" y="666849"/>
              <a:ext cx="71959"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088"/>
                  </a:moveTo>
                  <a:lnTo>
                    <a:pt x="0" y="21600"/>
                  </a:lnTo>
                  <a:lnTo>
                    <a:pt x="21498" y="14512"/>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39" name="Google Shape;545;p29"/>
            <p:cNvSpPr/>
            <p:nvPr/>
          </p:nvSpPr>
          <p:spPr>
            <a:xfrm>
              <a:off x="1291748" y="666849"/>
              <a:ext cx="72616"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0"/>
                  </a:moveTo>
                  <a:lnTo>
                    <a:pt x="0" y="14512"/>
                  </a:lnTo>
                  <a:lnTo>
                    <a:pt x="21600" y="21600"/>
                  </a:lnTo>
                  <a:lnTo>
                    <a:pt x="21600" y="7088"/>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40" name="Google Shape;546;p29"/>
            <p:cNvSpPr/>
            <p:nvPr/>
          </p:nvSpPr>
          <p:spPr>
            <a:xfrm>
              <a:off x="1472639" y="1744752"/>
              <a:ext cx="288790" cy="1672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3" y="0"/>
                  </a:moveTo>
                  <a:lnTo>
                    <a:pt x="0" y="10801"/>
                  </a:lnTo>
                  <a:lnTo>
                    <a:pt x="10837" y="21600"/>
                  </a:lnTo>
                  <a:lnTo>
                    <a:pt x="21600" y="10801"/>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41" name="Google Shape;547;p29"/>
            <p:cNvSpPr/>
            <p:nvPr/>
          </p:nvSpPr>
          <p:spPr>
            <a:xfrm>
              <a:off x="1617193" y="1828372"/>
              <a:ext cx="144236"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1" y="7105"/>
                  </a:moveTo>
                  <a:lnTo>
                    <a:pt x="0" y="21600"/>
                  </a:lnTo>
                  <a:lnTo>
                    <a:pt x="21549" y="14495"/>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42" name="Google Shape;548;p29"/>
            <p:cNvSpPr/>
            <p:nvPr/>
          </p:nvSpPr>
          <p:spPr>
            <a:xfrm>
              <a:off x="1472301" y="1828372"/>
              <a:ext cx="145231"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 y="0"/>
                  </a:moveTo>
                  <a:lnTo>
                    <a:pt x="0" y="14495"/>
                  </a:lnTo>
                  <a:lnTo>
                    <a:pt x="21550" y="21600"/>
                  </a:lnTo>
                  <a:lnTo>
                    <a:pt x="21600" y="710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43" name="Google Shape;549;p29"/>
            <p:cNvSpPr/>
            <p:nvPr/>
          </p:nvSpPr>
          <p:spPr>
            <a:xfrm>
              <a:off x="1256108" y="1449635"/>
              <a:ext cx="288809" cy="1672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4" y="0"/>
                  </a:moveTo>
                  <a:lnTo>
                    <a:pt x="0" y="10799"/>
                  </a:lnTo>
                  <a:lnTo>
                    <a:pt x="10838" y="21600"/>
                  </a:lnTo>
                  <a:lnTo>
                    <a:pt x="21600" y="10799"/>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44" name="Google Shape;550;p29"/>
            <p:cNvSpPr/>
            <p:nvPr/>
          </p:nvSpPr>
          <p:spPr>
            <a:xfrm>
              <a:off x="1400681" y="1533235"/>
              <a:ext cx="144236" cy="2545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1" y="7097"/>
                  </a:moveTo>
                  <a:lnTo>
                    <a:pt x="0" y="21600"/>
                  </a:lnTo>
                  <a:lnTo>
                    <a:pt x="21549" y="14503"/>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45" name="Google Shape;551;p29"/>
            <p:cNvSpPr/>
            <p:nvPr/>
          </p:nvSpPr>
          <p:spPr>
            <a:xfrm>
              <a:off x="1255789" y="1533235"/>
              <a:ext cx="145231" cy="2545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 y="0"/>
                  </a:moveTo>
                  <a:lnTo>
                    <a:pt x="0" y="14503"/>
                  </a:lnTo>
                  <a:lnTo>
                    <a:pt x="21550" y="21600"/>
                  </a:lnTo>
                  <a:lnTo>
                    <a:pt x="21600" y="7097"/>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46" name="Google Shape;552;p29"/>
            <p:cNvSpPr/>
            <p:nvPr/>
          </p:nvSpPr>
          <p:spPr>
            <a:xfrm>
              <a:off x="1696813" y="1366035"/>
              <a:ext cx="288790" cy="167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3" y="0"/>
                  </a:moveTo>
                  <a:lnTo>
                    <a:pt x="0" y="10800"/>
                  </a:lnTo>
                  <a:lnTo>
                    <a:pt x="10837" y="21600"/>
                  </a:lnTo>
                  <a:lnTo>
                    <a:pt x="21600" y="10800"/>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47" name="Google Shape;553;p29"/>
            <p:cNvSpPr/>
            <p:nvPr/>
          </p:nvSpPr>
          <p:spPr>
            <a:xfrm>
              <a:off x="1841028" y="1449635"/>
              <a:ext cx="144575" cy="254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7096"/>
                  </a:moveTo>
                  <a:lnTo>
                    <a:pt x="0" y="21600"/>
                  </a:lnTo>
                  <a:lnTo>
                    <a:pt x="21499" y="14504"/>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48" name="Google Shape;554;p29"/>
            <p:cNvSpPr/>
            <p:nvPr/>
          </p:nvSpPr>
          <p:spPr>
            <a:xfrm>
              <a:off x="1696136" y="1449635"/>
              <a:ext cx="145570" cy="254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0" y="0"/>
                  </a:moveTo>
                  <a:lnTo>
                    <a:pt x="0" y="14504"/>
                  </a:lnTo>
                  <a:lnTo>
                    <a:pt x="21500" y="21600"/>
                  </a:lnTo>
                  <a:lnTo>
                    <a:pt x="21600" y="7096"/>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49" name="Google Shape;555;p29"/>
            <p:cNvSpPr/>
            <p:nvPr/>
          </p:nvSpPr>
          <p:spPr>
            <a:xfrm>
              <a:off x="1712793" y="542274"/>
              <a:ext cx="288471" cy="1672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5" y="0"/>
                  </a:moveTo>
                  <a:lnTo>
                    <a:pt x="0" y="10801"/>
                  </a:lnTo>
                  <a:lnTo>
                    <a:pt x="10825" y="21600"/>
                  </a:lnTo>
                  <a:lnTo>
                    <a:pt x="21600" y="10801"/>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50" name="Google Shape;556;p29"/>
            <p:cNvSpPr/>
            <p:nvPr/>
          </p:nvSpPr>
          <p:spPr>
            <a:xfrm>
              <a:off x="1857028" y="625894"/>
              <a:ext cx="144236"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1" y="7105"/>
                  </a:moveTo>
                  <a:lnTo>
                    <a:pt x="0" y="21600"/>
                  </a:lnTo>
                  <a:lnTo>
                    <a:pt x="21549" y="14495"/>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51" name="Google Shape;557;p29"/>
            <p:cNvSpPr/>
            <p:nvPr/>
          </p:nvSpPr>
          <p:spPr>
            <a:xfrm>
              <a:off x="1712136" y="625894"/>
              <a:ext cx="145231"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 y="0"/>
                  </a:moveTo>
                  <a:lnTo>
                    <a:pt x="0" y="14495"/>
                  </a:lnTo>
                  <a:lnTo>
                    <a:pt x="21550" y="21600"/>
                  </a:lnTo>
                  <a:lnTo>
                    <a:pt x="21600" y="710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52" name="Google Shape;558;p29"/>
            <p:cNvSpPr/>
            <p:nvPr/>
          </p:nvSpPr>
          <p:spPr>
            <a:xfrm>
              <a:off x="1419666" y="880037"/>
              <a:ext cx="397045" cy="2301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4" y="0"/>
                  </a:moveTo>
                  <a:lnTo>
                    <a:pt x="0" y="10785"/>
                  </a:lnTo>
                  <a:lnTo>
                    <a:pt x="10837" y="21600"/>
                  </a:lnTo>
                  <a:lnTo>
                    <a:pt x="21600" y="10785"/>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53" name="Google Shape;559;p29"/>
            <p:cNvSpPr/>
            <p:nvPr/>
          </p:nvSpPr>
          <p:spPr>
            <a:xfrm>
              <a:off x="1618188" y="994960"/>
              <a:ext cx="198523" cy="3500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 y="7110"/>
                  </a:moveTo>
                  <a:lnTo>
                    <a:pt x="0" y="21600"/>
                  </a:lnTo>
                  <a:lnTo>
                    <a:pt x="21529" y="14490"/>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54" name="Google Shape;560;p29"/>
            <p:cNvSpPr/>
            <p:nvPr/>
          </p:nvSpPr>
          <p:spPr>
            <a:xfrm>
              <a:off x="1419009" y="994960"/>
              <a:ext cx="199857" cy="3500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 y="0"/>
                  </a:moveTo>
                  <a:lnTo>
                    <a:pt x="0" y="14490"/>
                  </a:lnTo>
                  <a:lnTo>
                    <a:pt x="21527" y="21600"/>
                  </a:lnTo>
                  <a:lnTo>
                    <a:pt x="21600" y="711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55" name="Google Shape;561;p29"/>
            <p:cNvSpPr/>
            <p:nvPr/>
          </p:nvSpPr>
          <p:spPr>
            <a:xfrm>
              <a:off x="1219810" y="1894977"/>
              <a:ext cx="288790" cy="1672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3" y="0"/>
                  </a:moveTo>
                  <a:lnTo>
                    <a:pt x="0" y="10801"/>
                  </a:lnTo>
                  <a:lnTo>
                    <a:pt x="10837" y="21600"/>
                  </a:lnTo>
                  <a:lnTo>
                    <a:pt x="21600" y="10801"/>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456" name="Google Shape;562;p29"/>
            <p:cNvSpPr/>
            <p:nvPr/>
          </p:nvSpPr>
          <p:spPr>
            <a:xfrm>
              <a:off x="1364045" y="1978597"/>
              <a:ext cx="144555"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 y="7105"/>
                  </a:moveTo>
                  <a:lnTo>
                    <a:pt x="0" y="21600"/>
                  </a:lnTo>
                  <a:lnTo>
                    <a:pt x="21502" y="14495"/>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57" name="Google Shape;563;p29"/>
            <p:cNvSpPr/>
            <p:nvPr/>
          </p:nvSpPr>
          <p:spPr>
            <a:xfrm>
              <a:off x="1219133" y="1978597"/>
              <a:ext cx="145570"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0" y="0"/>
                  </a:moveTo>
                  <a:lnTo>
                    <a:pt x="0" y="14495"/>
                  </a:lnTo>
                  <a:lnTo>
                    <a:pt x="21503" y="21600"/>
                  </a:lnTo>
                  <a:lnTo>
                    <a:pt x="21600" y="710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58" name="Google Shape;564;p29"/>
            <p:cNvSpPr/>
            <p:nvPr/>
          </p:nvSpPr>
          <p:spPr>
            <a:xfrm>
              <a:off x="1841367" y="1925623"/>
              <a:ext cx="32318" cy="1525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94" y="21600"/>
                  </a:moveTo>
                  <a:cubicBezTo>
                    <a:pt x="4895" y="21600"/>
                    <a:pt x="0" y="20608"/>
                    <a:pt x="0" y="19335"/>
                  </a:cubicBezTo>
                  <a:lnTo>
                    <a:pt x="0" y="2313"/>
                  </a:lnTo>
                  <a:cubicBezTo>
                    <a:pt x="0" y="1040"/>
                    <a:pt x="4895" y="0"/>
                    <a:pt x="10694" y="0"/>
                  </a:cubicBezTo>
                  <a:cubicBezTo>
                    <a:pt x="16692" y="0"/>
                    <a:pt x="21600" y="1040"/>
                    <a:pt x="21600" y="2313"/>
                  </a:cubicBezTo>
                  <a:lnTo>
                    <a:pt x="21600" y="19335"/>
                  </a:lnTo>
                  <a:cubicBezTo>
                    <a:pt x="21600" y="20608"/>
                    <a:pt x="16692" y="21600"/>
                    <a:pt x="10694"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59" name="Google Shape;565;p29"/>
            <p:cNvSpPr/>
            <p:nvPr/>
          </p:nvSpPr>
          <p:spPr>
            <a:xfrm>
              <a:off x="1219810" y="1014601"/>
              <a:ext cx="31980" cy="1525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3" y="21600"/>
                  </a:moveTo>
                  <a:cubicBezTo>
                    <a:pt x="4718" y="21600"/>
                    <a:pt x="0" y="20608"/>
                    <a:pt x="0" y="19335"/>
                  </a:cubicBezTo>
                  <a:lnTo>
                    <a:pt x="0" y="2313"/>
                  </a:lnTo>
                  <a:cubicBezTo>
                    <a:pt x="0" y="1040"/>
                    <a:pt x="4718" y="0"/>
                    <a:pt x="10793" y="0"/>
                  </a:cubicBezTo>
                  <a:cubicBezTo>
                    <a:pt x="16869" y="0"/>
                    <a:pt x="21600" y="1040"/>
                    <a:pt x="21600" y="2313"/>
                  </a:cubicBezTo>
                  <a:lnTo>
                    <a:pt x="21600" y="19335"/>
                  </a:lnTo>
                  <a:cubicBezTo>
                    <a:pt x="21600" y="20608"/>
                    <a:pt x="16869" y="21600"/>
                    <a:pt x="10793"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60" name="Google Shape;566;p29"/>
            <p:cNvSpPr/>
            <p:nvPr/>
          </p:nvSpPr>
          <p:spPr>
            <a:xfrm>
              <a:off x="1841367" y="197527"/>
              <a:ext cx="32318" cy="237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94" y="21600"/>
                  </a:moveTo>
                  <a:cubicBezTo>
                    <a:pt x="4895" y="21600"/>
                    <a:pt x="0" y="20935"/>
                    <a:pt x="0" y="20149"/>
                  </a:cubicBezTo>
                  <a:lnTo>
                    <a:pt x="0" y="1482"/>
                  </a:lnTo>
                  <a:cubicBezTo>
                    <a:pt x="0" y="665"/>
                    <a:pt x="4895" y="0"/>
                    <a:pt x="10694" y="0"/>
                  </a:cubicBezTo>
                  <a:cubicBezTo>
                    <a:pt x="16692" y="0"/>
                    <a:pt x="21600" y="665"/>
                    <a:pt x="21600" y="1482"/>
                  </a:cubicBezTo>
                  <a:lnTo>
                    <a:pt x="21600" y="20149"/>
                  </a:lnTo>
                  <a:cubicBezTo>
                    <a:pt x="21600" y="20935"/>
                    <a:pt x="16692" y="21600"/>
                    <a:pt x="10694"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61" name="Google Shape;567;p29"/>
            <p:cNvSpPr/>
            <p:nvPr/>
          </p:nvSpPr>
          <p:spPr>
            <a:xfrm>
              <a:off x="1870679" y="1140847"/>
              <a:ext cx="31981" cy="1525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7" y="21600"/>
                  </a:moveTo>
                  <a:cubicBezTo>
                    <a:pt x="4731" y="21600"/>
                    <a:pt x="0" y="20608"/>
                    <a:pt x="0" y="19335"/>
                  </a:cubicBezTo>
                  <a:lnTo>
                    <a:pt x="0" y="2313"/>
                  </a:lnTo>
                  <a:cubicBezTo>
                    <a:pt x="0" y="1040"/>
                    <a:pt x="4731" y="0"/>
                    <a:pt x="10807" y="0"/>
                  </a:cubicBezTo>
                  <a:cubicBezTo>
                    <a:pt x="16869" y="0"/>
                    <a:pt x="21600" y="1040"/>
                    <a:pt x="21600" y="2313"/>
                  </a:cubicBezTo>
                  <a:lnTo>
                    <a:pt x="21600" y="19335"/>
                  </a:lnTo>
                  <a:cubicBezTo>
                    <a:pt x="21600" y="20608"/>
                    <a:pt x="16869" y="21600"/>
                    <a:pt x="10807"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62" name="Google Shape;568;p29"/>
            <p:cNvSpPr/>
            <p:nvPr/>
          </p:nvSpPr>
          <p:spPr>
            <a:xfrm>
              <a:off x="1348046" y="53948"/>
              <a:ext cx="32318" cy="1525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94" y="21600"/>
                  </a:moveTo>
                  <a:cubicBezTo>
                    <a:pt x="4908" y="21600"/>
                    <a:pt x="0" y="20608"/>
                    <a:pt x="0" y="19335"/>
                  </a:cubicBezTo>
                  <a:lnTo>
                    <a:pt x="0" y="2313"/>
                  </a:lnTo>
                  <a:cubicBezTo>
                    <a:pt x="0" y="1040"/>
                    <a:pt x="4908" y="0"/>
                    <a:pt x="10694" y="0"/>
                  </a:cubicBezTo>
                  <a:cubicBezTo>
                    <a:pt x="16705" y="0"/>
                    <a:pt x="21600" y="1040"/>
                    <a:pt x="21600" y="2313"/>
                  </a:cubicBezTo>
                  <a:lnTo>
                    <a:pt x="21600" y="19335"/>
                  </a:lnTo>
                  <a:cubicBezTo>
                    <a:pt x="21600" y="20608"/>
                    <a:pt x="16705" y="21600"/>
                    <a:pt x="10694"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63" name="Google Shape;569;p29"/>
            <p:cNvSpPr/>
            <p:nvPr/>
          </p:nvSpPr>
          <p:spPr>
            <a:xfrm>
              <a:off x="1544578" y="477659"/>
              <a:ext cx="32319" cy="2471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06" y="21600"/>
                  </a:moveTo>
                  <a:cubicBezTo>
                    <a:pt x="4895" y="21600"/>
                    <a:pt x="0" y="20960"/>
                    <a:pt x="0" y="20174"/>
                  </a:cubicBezTo>
                  <a:lnTo>
                    <a:pt x="0" y="1397"/>
                  </a:lnTo>
                  <a:cubicBezTo>
                    <a:pt x="0" y="640"/>
                    <a:pt x="4895" y="0"/>
                    <a:pt x="10906" y="0"/>
                  </a:cubicBezTo>
                  <a:cubicBezTo>
                    <a:pt x="16692" y="0"/>
                    <a:pt x="21600" y="640"/>
                    <a:pt x="21600" y="1397"/>
                  </a:cubicBezTo>
                  <a:lnTo>
                    <a:pt x="21600" y="20174"/>
                  </a:lnTo>
                  <a:cubicBezTo>
                    <a:pt x="21600" y="20960"/>
                    <a:pt x="16692" y="21600"/>
                    <a:pt x="10906"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464" name="Google Shape;570;p29"/>
            <p:cNvSpPr/>
            <p:nvPr/>
          </p:nvSpPr>
          <p:spPr>
            <a:xfrm>
              <a:off x="1212487" y="1256446"/>
              <a:ext cx="55283" cy="55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cubicBezTo>
                    <a:pt x="21600" y="16787"/>
                    <a:pt x="16787" y="21600"/>
                    <a:pt x="10800" y="21600"/>
                  </a:cubicBezTo>
                  <a:cubicBezTo>
                    <a:pt x="4813" y="21600"/>
                    <a:pt x="0" y="16787"/>
                    <a:pt x="0" y="10800"/>
                  </a:cubicBezTo>
                  <a:cubicBezTo>
                    <a:pt x="0" y="4813"/>
                    <a:pt x="4813" y="0"/>
                    <a:pt x="10800" y="0"/>
                  </a:cubicBezTo>
                  <a:cubicBezTo>
                    <a:pt x="16787" y="0"/>
                    <a:pt x="21600" y="4813"/>
                    <a:pt x="21600" y="1080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465" name="Google Shape;571;p29"/>
            <p:cNvSpPr/>
            <p:nvPr/>
          </p:nvSpPr>
          <p:spPr>
            <a:xfrm>
              <a:off x="1934976" y="1063237"/>
              <a:ext cx="55283" cy="553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4"/>
                  </a:moveTo>
                  <a:cubicBezTo>
                    <a:pt x="21600" y="16789"/>
                    <a:pt x="16787" y="21600"/>
                    <a:pt x="10800" y="21600"/>
                  </a:cubicBezTo>
                  <a:cubicBezTo>
                    <a:pt x="4813" y="21600"/>
                    <a:pt x="0" y="16789"/>
                    <a:pt x="0" y="10804"/>
                  </a:cubicBezTo>
                  <a:cubicBezTo>
                    <a:pt x="0" y="4819"/>
                    <a:pt x="4813" y="0"/>
                    <a:pt x="10800" y="0"/>
                  </a:cubicBezTo>
                  <a:cubicBezTo>
                    <a:pt x="16787" y="0"/>
                    <a:pt x="21600" y="4819"/>
                    <a:pt x="21600" y="10804"/>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466" name="Google Shape;572;p29"/>
            <p:cNvSpPr/>
            <p:nvPr/>
          </p:nvSpPr>
          <p:spPr>
            <a:xfrm>
              <a:off x="1337061" y="388038"/>
              <a:ext cx="55303" cy="553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796"/>
                  </a:moveTo>
                  <a:cubicBezTo>
                    <a:pt x="21600" y="16781"/>
                    <a:pt x="16781" y="21600"/>
                    <a:pt x="10796" y="21600"/>
                  </a:cubicBezTo>
                  <a:cubicBezTo>
                    <a:pt x="4811" y="21600"/>
                    <a:pt x="0" y="16781"/>
                    <a:pt x="0" y="10796"/>
                  </a:cubicBezTo>
                  <a:cubicBezTo>
                    <a:pt x="0" y="4811"/>
                    <a:pt x="4811" y="0"/>
                    <a:pt x="10796" y="0"/>
                  </a:cubicBezTo>
                  <a:cubicBezTo>
                    <a:pt x="16781" y="0"/>
                    <a:pt x="21600" y="4811"/>
                    <a:pt x="21600" y="10796"/>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467" name="Google Shape;573;p29"/>
            <p:cNvSpPr/>
            <p:nvPr/>
          </p:nvSpPr>
          <p:spPr>
            <a:xfrm>
              <a:off x="2007090" y="84934"/>
              <a:ext cx="55303" cy="55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cubicBezTo>
                    <a:pt x="21600" y="16787"/>
                    <a:pt x="16789" y="21600"/>
                    <a:pt x="10804" y="21600"/>
                  </a:cubicBezTo>
                  <a:cubicBezTo>
                    <a:pt x="4819" y="21600"/>
                    <a:pt x="0" y="16787"/>
                    <a:pt x="0" y="10800"/>
                  </a:cubicBezTo>
                  <a:cubicBezTo>
                    <a:pt x="0" y="4813"/>
                    <a:pt x="4819" y="0"/>
                    <a:pt x="10804" y="0"/>
                  </a:cubicBezTo>
                  <a:cubicBezTo>
                    <a:pt x="16789" y="0"/>
                    <a:pt x="21600" y="4813"/>
                    <a:pt x="21600" y="1080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grpSp>
      <p:grpSp>
        <p:nvGrpSpPr>
          <p:cNvPr id="471" name="Google Shape;574;p29"/>
          <p:cNvGrpSpPr/>
          <p:nvPr/>
        </p:nvGrpSpPr>
        <p:grpSpPr>
          <a:xfrm>
            <a:off x="5173574" y="1318767"/>
            <a:ext cx="2982454" cy="1393039"/>
            <a:chOff x="0" y="0"/>
            <a:chExt cx="2982453" cy="1393038"/>
          </a:xfrm>
        </p:grpSpPr>
        <p:sp>
          <p:nvSpPr>
            <p:cNvPr id="469" name="Dikdörtgen"/>
            <p:cNvSpPr/>
            <p:nvPr/>
          </p:nvSpPr>
          <p:spPr>
            <a:xfrm>
              <a:off x="-1" y="-1"/>
              <a:ext cx="2982455" cy="1393040"/>
            </a:xfrm>
            <a:prstGeom prst="rect">
              <a:avLst/>
            </a:prstGeom>
            <a:solidFill>
              <a:schemeClr val="accent2"/>
            </a:solidFill>
            <a:ln w="28575" cap="flat">
              <a:solidFill>
                <a:schemeClr val="accent4"/>
              </a:solidFill>
              <a:prstDash val="solid"/>
              <a:round/>
            </a:ln>
            <a:effectLst/>
          </p:spPr>
          <p:txBody>
            <a:bodyPr wrap="square" lIns="45719" tIns="45719" rIns="45719" bIns="45719" numCol="1" anchor="ctr">
              <a:noAutofit/>
            </a:bodyPr>
            <a:lstStyle/>
            <a:p>
              <a:pPr algn="ctr">
                <a:defRPr b="1" sz="3000">
                  <a:solidFill>
                    <a:schemeClr val="accent4"/>
                  </a:solidFill>
                  <a:latin typeface="Montserrat"/>
                  <a:ea typeface="Montserrat"/>
                  <a:cs typeface="Montserrat"/>
                  <a:sym typeface="Montserrat"/>
                </a:defRPr>
              </a:pPr>
            </a:p>
          </p:txBody>
        </p:sp>
        <p:sp>
          <p:nvSpPr>
            <p:cNvPr id="470" name="Frequent pattern models"/>
            <p:cNvSpPr txBox="1"/>
            <p:nvPr/>
          </p:nvSpPr>
          <p:spPr>
            <a:xfrm>
              <a:off x="14287" y="14287"/>
              <a:ext cx="2953879" cy="1364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normAutofit fontScale="100000" lnSpcReduction="0"/>
            </a:bodyPr>
            <a:lstStyle>
              <a:lvl1pPr algn="ctr">
                <a:defRPr b="1" sz="3000">
                  <a:solidFill>
                    <a:schemeClr val="accent4"/>
                  </a:solidFill>
                  <a:latin typeface="Montserrat"/>
                  <a:ea typeface="Montserrat"/>
                  <a:cs typeface="Montserrat"/>
                  <a:sym typeface="Montserrat"/>
                </a:defRPr>
              </a:lvl1pPr>
            </a:lstStyle>
            <a:p>
              <a:pPr/>
              <a:r>
                <a:t>Frequent pattern models</a:t>
              </a: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3" name="Title 1"/>
          <p:cNvSpPr txBox="1"/>
          <p:nvPr>
            <p:ph type="title"/>
          </p:nvPr>
        </p:nvSpPr>
        <p:spPr>
          <a:xfrm>
            <a:off x="126125" y="365514"/>
            <a:ext cx="6216202" cy="572701"/>
          </a:xfrm>
          <a:prstGeom prst="rect">
            <a:avLst/>
          </a:prstGeom>
        </p:spPr>
        <p:txBody>
          <a:bodyPr/>
          <a:lstStyle>
            <a:lvl1pPr>
              <a:defRPr b="0" sz="1600">
                <a:solidFill>
                  <a:srgbClr val="FFFFFF"/>
                </a:solidFill>
              </a:defRPr>
            </a:lvl1pPr>
          </a:lstStyle>
          <a:p>
            <a:pPr/>
            <a:r>
              <a:t>Data should be changes into a transaction dataframe.</a:t>
            </a:r>
          </a:p>
        </p:txBody>
      </p:sp>
      <p:pic>
        <p:nvPicPr>
          <p:cNvPr id="474" name="Picture 2" descr="Picture 2"/>
          <p:cNvPicPr>
            <a:picLocks noChangeAspect="1"/>
          </p:cNvPicPr>
          <p:nvPr/>
        </p:nvPicPr>
        <p:blipFill>
          <a:blip r:embed="rId2">
            <a:extLst/>
          </a:blip>
          <a:stretch>
            <a:fillRect/>
          </a:stretch>
        </p:blipFill>
        <p:spPr>
          <a:xfrm>
            <a:off x="588578" y="1127400"/>
            <a:ext cx="7806227" cy="3362878"/>
          </a:xfrm>
          <a:prstGeom prst="rect">
            <a:avLst/>
          </a:prstGeom>
          <a:ln w="12700">
            <a:miter lim="400000"/>
          </a:ln>
        </p:spPr>
      </p:pic>
      <p:sp>
        <p:nvSpPr>
          <p:cNvPr id="475" name="TextBox 3"/>
          <p:cNvSpPr txBox="1"/>
          <p:nvPr/>
        </p:nvSpPr>
        <p:spPr>
          <a:xfrm>
            <a:off x="560726" y="4624551"/>
            <a:ext cx="7788359" cy="4920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Each row is a transaction and each column is a value type from each column in data. Each index shows whether this specific type is in the transaction or not.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7" name="Google Shape;604;p32"/>
          <p:cNvSpPr txBox="1"/>
          <p:nvPr>
            <p:ph type="title"/>
          </p:nvPr>
        </p:nvSpPr>
        <p:spPr>
          <a:xfrm>
            <a:off x="2685425" y="554700"/>
            <a:ext cx="3773100" cy="572701"/>
          </a:xfrm>
          <a:prstGeom prst="rect">
            <a:avLst/>
          </a:prstGeom>
        </p:spPr>
        <p:txBody>
          <a:bodyPr/>
          <a:lstStyle>
            <a:lvl1pPr defTabSz="685800">
              <a:defRPr sz="2250"/>
            </a:lvl1pPr>
          </a:lstStyle>
          <a:p>
            <a:pPr/>
            <a:r>
              <a:t>Apriori Algorithm</a:t>
            </a:r>
          </a:p>
        </p:txBody>
      </p:sp>
      <p:sp>
        <p:nvSpPr>
          <p:cNvPr id="478" name="Google Shape;606;p32"/>
          <p:cNvSpPr/>
          <p:nvPr/>
        </p:nvSpPr>
        <p:spPr>
          <a:xfrm>
            <a:off x="6439499" y="843080"/>
            <a:ext cx="2786402" cy="1"/>
          </a:xfrm>
          <a:prstGeom prst="line">
            <a:avLst/>
          </a:prstGeom>
          <a:ln w="28575">
            <a:solidFill>
              <a:schemeClr val="accent4"/>
            </a:solidFill>
          </a:ln>
        </p:spPr>
        <p:txBody>
          <a:bodyPr lIns="45719" rIns="45719"/>
          <a:lstStyle/>
          <a:p>
            <a:pPr/>
          </a:p>
        </p:txBody>
      </p:sp>
      <p:sp>
        <p:nvSpPr>
          <p:cNvPr id="479" name="Google Shape;607;p32"/>
          <p:cNvSpPr/>
          <p:nvPr/>
        </p:nvSpPr>
        <p:spPr>
          <a:xfrm>
            <a:off x="-17150" y="973474"/>
            <a:ext cx="2702700" cy="1"/>
          </a:xfrm>
          <a:prstGeom prst="line">
            <a:avLst/>
          </a:prstGeom>
          <a:ln w="28575">
            <a:solidFill>
              <a:schemeClr val="accent4"/>
            </a:solidFill>
          </a:ln>
        </p:spPr>
        <p:txBody>
          <a:bodyPr lIns="45719" rIns="45719"/>
          <a:lstStyle/>
          <a:p>
            <a:pPr/>
          </a:p>
        </p:txBody>
      </p:sp>
      <p:sp>
        <p:nvSpPr>
          <p:cNvPr id="480" name="Google Shape;608;p32"/>
          <p:cNvSpPr/>
          <p:nvPr/>
        </p:nvSpPr>
        <p:spPr>
          <a:xfrm>
            <a:off x="-17150" y="709749"/>
            <a:ext cx="2702700" cy="1"/>
          </a:xfrm>
          <a:prstGeom prst="line">
            <a:avLst/>
          </a:prstGeom>
          <a:ln w="28575">
            <a:solidFill>
              <a:schemeClr val="accent4"/>
            </a:solidFill>
          </a:ln>
        </p:spPr>
        <p:txBody>
          <a:bodyPr lIns="45719" rIns="45719"/>
          <a:lstStyle/>
          <a:p>
            <a:pPr/>
          </a:p>
        </p:txBody>
      </p:sp>
      <p:sp>
        <p:nvSpPr>
          <p:cNvPr id="481" name="Google Shape;609;p32"/>
          <p:cNvSpPr/>
          <p:nvPr/>
        </p:nvSpPr>
        <p:spPr>
          <a:xfrm>
            <a:off x="-17150" y="845211"/>
            <a:ext cx="2702700" cy="1"/>
          </a:xfrm>
          <a:prstGeom prst="line">
            <a:avLst/>
          </a:prstGeom>
          <a:ln w="28575">
            <a:solidFill>
              <a:schemeClr val="accent4"/>
            </a:solidFill>
          </a:ln>
        </p:spPr>
        <p:txBody>
          <a:bodyPr lIns="45719" rIns="45719"/>
          <a:lstStyle/>
          <a:p>
            <a:pPr/>
          </a:p>
        </p:txBody>
      </p:sp>
      <p:sp>
        <p:nvSpPr>
          <p:cNvPr id="482" name="TextBox 1"/>
          <p:cNvSpPr txBox="1"/>
          <p:nvPr/>
        </p:nvSpPr>
        <p:spPr>
          <a:xfrm>
            <a:off x="539705" y="1439916"/>
            <a:ext cx="7549582" cy="6952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Apriori Algorithm: proceeds by identifying the frequent individual items in a dataset with the help of a support parameter (how popular an itemset is), mainly used for large datasets.</a:t>
            </a:r>
          </a:p>
          <a:p>
            <a:pPr>
              <a:defRPr>
                <a:solidFill>
                  <a:srgbClr val="FFFFFF"/>
                </a:solidFill>
              </a:defRPr>
            </a:pPr>
            <a:r>
              <a:t>Some of the rules we got after applying the Apriori model:</a:t>
            </a:r>
          </a:p>
        </p:txBody>
      </p:sp>
      <p:pic>
        <p:nvPicPr>
          <p:cNvPr id="483" name="Picture 5" descr="Picture 5"/>
          <p:cNvPicPr>
            <a:picLocks noChangeAspect="1"/>
          </p:cNvPicPr>
          <p:nvPr/>
        </p:nvPicPr>
        <p:blipFill>
          <a:blip r:embed="rId2">
            <a:extLst/>
          </a:blip>
          <a:stretch>
            <a:fillRect/>
          </a:stretch>
        </p:blipFill>
        <p:spPr>
          <a:xfrm>
            <a:off x="493985" y="2368206"/>
            <a:ext cx="7407152" cy="1941598"/>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5" name="Google Shape;604;p32"/>
          <p:cNvSpPr txBox="1"/>
          <p:nvPr>
            <p:ph type="title"/>
          </p:nvPr>
        </p:nvSpPr>
        <p:spPr>
          <a:xfrm>
            <a:off x="2685424" y="554700"/>
            <a:ext cx="4724370" cy="572701"/>
          </a:xfrm>
          <a:prstGeom prst="rect">
            <a:avLst/>
          </a:prstGeom>
        </p:spPr>
        <p:txBody>
          <a:bodyPr/>
          <a:lstStyle>
            <a:lvl1pPr defTabSz="685800">
              <a:defRPr sz="2250"/>
            </a:lvl1pPr>
          </a:lstStyle>
          <a:p>
            <a:pPr/>
            <a:r>
              <a:t>Fpgrowth Algorithm</a:t>
            </a:r>
          </a:p>
        </p:txBody>
      </p:sp>
      <p:sp>
        <p:nvSpPr>
          <p:cNvPr id="486" name="Google Shape;606;p32"/>
          <p:cNvSpPr/>
          <p:nvPr/>
        </p:nvSpPr>
        <p:spPr>
          <a:xfrm>
            <a:off x="7409792" y="841049"/>
            <a:ext cx="1816108" cy="2032"/>
          </a:xfrm>
          <a:prstGeom prst="line">
            <a:avLst/>
          </a:prstGeom>
          <a:ln w="28575">
            <a:solidFill>
              <a:schemeClr val="accent4"/>
            </a:solidFill>
          </a:ln>
        </p:spPr>
        <p:txBody>
          <a:bodyPr lIns="45719" rIns="45719"/>
          <a:lstStyle/>
          <a:p>
            <a:pPr/>
          </a:p>
        </p:txBody>
      </p:sp>
      <p:sp>
        <p:nvSpPr>
          <p:cNvPr id="487" name="Google Shape;607;p32"/>
          <p:cNvSpPr/>
          <p:nvPr/>
        </p:nvSpPr>
        <p:spPr>
          <a:xfrm>
            <a:off x="-17150" y="973474"/>
            <a:ext cx="2702700" cy="1"/>
          </a:xfrm>
          <a:prstGeom prst="line">
            <a:avLst/>
          </a:prstGeom>
          <a:ln w="28575">
            <a:solidFill>
              <a:schemeClr val="accent4"/>
            </a:solidFill>
          </a:ln>
        </p:spPr>
        <p:txBody>
          <a:bodyPr lIns="45719" rIns="45719"/>
          <a:lstStyle/>
          <a:p>
            <a:pPr/>
          </a:p>
        </p:txBody>
      </p:sp>
      <p:sp>
        <p:nvSpPr>
          <p:cNvPr id="488" name="Google Shape;608;p32"/>
          <p:cNvSpPr/>
          <p:nvPr/>
        </p:nvSpPr>
        <p:spPr>
          <a:xfrm>
            <a:off x="-17150" y="709749"/>
            <a:ext cx="2702700" cy="1"/>
          </a:xfrm>
          <a:prstGeom prst="line">
            <a:avLst/>
          </a:prstGeom>
          <a:ln w="28575">
            <a:solidFill>
              <a:schemeClr val="accent4"/>
            </a:solidFill>
          </a:ln>
        </p:spPr>
        <p:txBody>
          <a:bodyPr lIns="45719" rIns="45719"/>
          <a:lstStyle/>
          <a:p>
            <a:pPr/>
          </a:p>
        </p:txBody>
      </p:sp>
      <p:sp>
        <p:nvSpPr>
          <p:cNvPr id="489" name="Google Shape;609;p32"/>
          <p:cNvSpPr/>
          <p:nvPr/>
        </p:nvSpPr>
        <p:spPr>
          <a:xfrm>
            <a:off x="-17150" y="845211"/>
            <a:ext cx="2702700" cy="1"/>
          </a:xfrm>
          <a:prstGeom prst="line">
            <a:avLst/>
          </a:prstGeom>
          <a:ln w="28575">
            <a:solidFill>
              <a:schemeClr val="accent4"/>
            </a:solidFill>
          </a:ln>
        </p:spPr>
        <p:txBody>
          <a:bodyPr lIns="45719" rIns="45719"/>
          <a:lstStyle/>
          <a:p>
            <a:pPr/>
          </a:p>
        </p:txBody>
      </p:sp>
      <p:sp>
        <p:nvSpPr>
          <p:cNvPr id="490" name="TextBox 9"/>
          <p:cNvSpPr txBox="1"/>
          <p:nvPr/>
        </p:nvSpPr>
        <p:spPr>
          <a:xfrm>
            <a:off x="203374" y="1397876"/>
            <a:ext cx="8632147" cy="898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p>
          <a:p>
            <a:pPr>
              <a:defRPr>
                <a:solidFill>
                  <a:srgbClr val="FFFFFF"/>
                </a:solidFill>
              </a:defRPr>
            </a:pPr>
            <a:r>
              <a:t>Fpgrowth Algorithm: it does mining a complete set of frequent patterns by using an extended tree for storing information about frequent patterns. also used for large datasets.</a:t>
            </a:r>
          </a:p>
          <a:p>
            <a:pPr>
              <a:defRPr>
                <a:solidFill>
                  <a:srgbClr val="FFFFFF"/>
                </a:solidFill>
              </a:defRPr>
            </a:pPr>
            <a:r>
              <a:t>The rules we got after applying the Fpgrowth model:</a:t>
            </a:r>
          </a:p>
        </p:txBody>
      </p:sp>
      <p:pic>
        <p:nvPicPr>
          <p:cNvPr id="491" name="Picture 10" descr="Picture 10"/>
          <p:cNvPicPr>
            <a:picLocks noChangeAspect="1"/>
          </p:cNvPicPr>
          <p:nvPr/>
        </p:nvPicPr>
        <p:blipFill>
          <a:blip r:embed="rId2">
            <a:extLst/>
          </a:blip>
          <a:stretch>
            <a:fillRect/>
          </a:stretch>
        </p:blipFill>
        <p:spPr>
          <a:xfrm>
            <a:off x="332625" y="2529581"/>
            <a:ext cx="8373645" cy="1829056"/>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3" name="Google Shape;604;p32"/>
          <p:cNvSpPr txBox="1"/>
          <p:nvPr>
            <p:ph type="title"/>
          </p:nvPr>
        </p:nvSpPr>
        <p:spPr>
          <a:xfrm>
            <a:off x="2685424" y="554700"/>
            <a:ext cx="4724370" cy="572701"/>
          </a:xfrm>
          <a:prstGeom prst="rect">
            <a:avLst/>
          </a:prstGeom>
        </p:spPr>
        <p:txBody>
          <a:bodyPr/>
          <a:lstStyle>
            <a:lvl1pPr defTabSz="685800">
              <a:defRPr sz="2250"/>
            </a:lvl1pPr>
          </a:lstStyle>
          <a:p>
            <a:pPr/>
            <a:r>
              <a:t>ECLAT  Algorithm</a:t>
            </a:r>
          </a:p>
        </p:txBody>
      </p:sp>
      <p:sp>
        <p:nvSpPr>
          <p:cNvPr id="494" name="Google Shape;606;p32"/>
          <p:cNvSpPr/>
          <p:nvPr/>
        </p:nvSpPr>
        <p:spPr>
          <a:xfrm>
            <a:off x="7409792" y="841049"/>
            <a:ext cx="1816108" cy="2032"/>
          </a:xfrm>
          <a:prstGeom prst="line">
            <a:avLst/>
          </a:prstGeom>
          <a:ln w="28575">
            <a:solidFill>
              <a:schemeClr val="accent4"/>
            </a:solidFill>
          </a:ln>
        </p:spPr>
        <p:txBody>
          <a:bodyPr lIns="45719" rIns="45719"/>
          <a:lstStyle/>
          <a:p>
            <a:pPr/>
          </a:p>
        </p:txBody>
      </p:sp>
      <p:sp>
        <p:nvSpPr>
          <p:cNvPr id="495" name="Google Shape;607;p32"/>
          <p:cNvSpPr/>
          <p:nvPr/>
        </p:nvSpPr>
        <p:spPr>
          <a:xfrm>
            <a:off x="-17150" y="973474"/>
            <a:ext cx="2702700" cy="1"/>
          </a:xfrm>
          <a:prstGeom prst="line">
            <a:avLst/>
          </a:prstGeom>
          <a:ln w="28575">
            <a:solidFill>
              <a:schemeClr val="accent4"/>
            </a:solidFill>
          </a:ln>
        </p:spPr>
        <p:txBody>
          <a:bodyPr lIns="45719" rIns="45719"/>
          <a:lstStyle/>
          <a:p>
            <a:pPr/>
          </a:p>
        </p:txBody>
      </p:sp>
      <p:sp>
        <p:nvSpPr>
          <p:cNvPr id="496" name="Google Shape;608;p32"/>
          <p:cNvSpPr/>
          <p:nvPr/>
        </p:nvSpPr>
        <p:spPr>
          <a:xfrm>
            <a:off x="-17150" y="709749"/>
            <a:ext cx="2702700" cy="1"/>
          </a:xfrm>
          <a:prstGeom prst="line">
            <a:avLst/>
          </a:prstGeom>
          <a:ln w="28575">
            <a:solidFill>
              <a:schemeClr val="accent4"/>
            </a:solidFill>
          </a:ln>
        </p:spPr>
        <p:txBody>
          <a:bodyPr lIns="45719" rIns="45719"/>
          <a:lstStyle/>
          <a:p>
            <a:pPr/>
          </a:p>
        </p:txBody>
      </p:sp>
      <p:sp>
        <p:nvSpPr>
          <p:cNvPr id="497" name="Google Shape;609;p32"/>
          <p:cNvSpPr/>
          <p:nvPr/>
        </p:nvSpPr>
        <p:spPr>
          <a:xfrm>
            <a:off x="-17150" y="845211"/>
            <a:ext cx="2702700" cy="1"/>
          </a:xfrm>
          <a:prstGeom prst="line">
            <a:avLst/>
          </a:prstGeom>
          <a:ln w="28575">
            <a:solidFill>
              <a:schemeClr val="accent4"/>
            </a:solidFill>
          </a:ln>
        </p:spPr>
        <p:txBody>
          <a:bodyPr lIns="45719" rIns="45719"/>
          <a:lstStyle/>
          <a:p>
            <a:pPr/>
          </a:p>
        </p:txBody>
      </p:sp>
      <p:sp>
        <p:nvSpPr>
          <p:cNvPr id="498" name="TextBox 9"/>
          <p:cNvSpPr txBox="1"/>
          <p:nvPr/>
        </p:nvSpPr>
        <p:spPr>
          <a:xfrm>
            <a:off x="203374" y="1397876"/>
            <a:ext cx="8632147" cy="898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ECLAT algorithm:  it is a better version of the Apriori algorithm; where it uses the Depth-First Search to do mining of frequent patterns; which makes it faster than apriori. </a:t>
            </a:r>
          </a:p>
          <a:p>
            <a:pPr>
              <a:defRPr>
                <a:solidFill>
                  <a:srgbClr val="FFFFFF"/>
                </a:solidFill>
              </a:defRPr>
            </a:pPr>
            <a:r>
              <a:t>NOTE: it uses only the support value in mining for patterns</a:t>
            </a:r>
          </a:p>
          <a:p>
            <a:pPr>
              <a:defRPr>
                <a:solidFill>
                  <a:srgbClr val="FFFFFF"/>
                </a:solidFill>
              </a:defRPr>
            </a:pPr>
            <a:r>
              <a:t>The rules we got after applying the ECLAT model:</a:t>
            </a:r>
          </a:p>
        </p:txBody>
      </p:sp>
      <p:pic>
        <p:nvPicPr>
          <p:cNvPr id="499" name="Picture 1" descr="Picture 1"/>
          <p:cNvPicPr>
            <a:picLocks noChangeAspect="1"/>
          </p:cNvPicPr>
          <p:nvPr/>
        </p:nvPicPr>
        <p:blipFill>
          <a:blip r:embed="rId2">
            <a:extLst/>
          </a:blip>
          <a:stretch>
            <a:fillRect/>
          </a:stretch>
        </p:blipFill>
        <p:spPr>
          <a:xfrm>
            <a:off x="537442" y="2622458"/>
            <a:ext cx="7964011" cy="1676636"/>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1" name="Google Shape;470;p29"/>
          <p:cNvSpPr txBox="1"/>
          <p:nvPr>
            <p:ph type="body" sz="quarter" idx="1"/>
          </p:nvPr>
        </p:nvSpPr>
        <p:spPr>
          <a:xfrm>
            <a:off x="5250162" y="2906674"/>
            <a:ext cx="2776801" cy="1004265"/>
          </a:xfrm>
          <a:prstGeom prst="rect">
            <a:avLst/>
          </a:prstGeom>
        </p:spPr>
        <p:txBody>
          <a:bodyPr/>
          <a:lstStyle>
            <a:lvl1pPr marL="0" indent="0"/>
          </a:lstStyle>
          <a:p>
            <a:pPr/>
            <a:r>
              <a:t>We implement 3 clustering models: K-means, AGNES and DBSCAN.</a:t>
            </a:r>
          </a:p>
        </p:txBody>
      </p:sp>
      <p:sp>
        <p:nvSpPr>
          <p:cNvPr id="502" name="Google Shape;471;p29"/>
          <p:cNvSpPr txBox="1"/>
          <p:nvPr>
            <p:ph type="title"/>
          </p:nvPr>
        </p:nvSpPr>
        <p:spPr>
          <a:prstGeom prst="rect">
            <a:avLst/>
          </a:prstGeom>
          <a:noFill/>
          <a:ln w="12700">
            <a:noFill/>
            <a:miter lim="400000"/>
          </a:ln>
        </p:spPr>
        <p:txBody>
          <a:bodyPr anchor="t"/>
          <a:lstStyle>
            <a:lvl1pPr algn="l" defTabSz="886968">
              <a:defRPr sz="2910"/>
            </a:lvl1pPr>
          </a:lstStyle>
          <a:p>
            <a:pPr/>
            <a:r>
              <a:t>MISSION STATEMENT</a:t>
            </a:r>
          </a:p>
        </p:txBody>
      </p:sp>
      <p:grpSp>
        <p:nvGrpSpPr>
          <p:cNvPr id="604" name="Google Shape;472;p29"/>
          <p:cNvGrpSpPr/>
          <p:nvPr/>
        </p:nvGrpSpPr>
        <p:grpSpPr>
          <a:xfrm>
            <a:off x="998844" y="1233852"/>
            <a:ext cx="3252412" cy="3194728"/>
            <a:chOff x="0" y="0"/>
            <a:chExt cx="3252410" cy="3194726"/>
          </a:xfrm>
        </p:grpSpPr>
        <p:sp>
          <p:nvSpPr>
            <p:cNvPr id="503" name="Google Shape;473;p29"/>
            <p:cNvSpPr/>
            <p:nvPr/>
          </p:nvSpPr>
          <p:spPr>
            <a:xfrm>
              <a:off x="459" y="1170259"/>
              <a:ext cx="3251952" cy="1883496"/>
            </a:xfrm>
            <a:custGeom>
              <a:avLst/>
              <a:gdLst/>
              <a:ahLst/>
              <a:cxnLst>
                <a:cxn ang="0">
                  <a:pos x="wd2" y="hd2"/>
                </a:cxn>
                <a:cxn ang="5400000">
                  <a:pos x="wd2" y="hd2"/>
                </a:cxn>
                <a:cxn ang="10800000">
                  <a:pos x="wd2" y="hd2"/>
                </a:cxn>
                <a:cxn ang="16200000">
                  <a:pos x="wd2" y="hd2"/>
                </a:cxn>
              </a:cxnLst>
              <a:rect l="0" t="0" r="r" b="b"/>
              <a:pathLst>
                <a:path w="21474" h="21600" fill="norm" stroke="1" extrusionOk="0">
                  <a:moveTo>
                    <a:pt x="10703" y="0"/>
                  </a:moveTo>
                  <a:cubicBezTo>
                    <a:pt x="10539" y="0"/>
                    <a:pt x="10375" y="62"/>
                    <a:pt x="10250" y="186"/>
                  </a:cubicBezTo>
                  <a:lnTo>
                    <a:pt x="187" y="10343"/>
                  </a:lnTo>
                  <a:cubicBezTo>
                    <a:pt x="-62" y="10596"/>
                    <a:pt x="-62" y="11004"/>
                    <a:pt x="189" y="11256"/>
                  </a:cubicBezTo>
                  <a:lnTo>
                    <a:pt x="10320" y="21414"/>
                  </a:lnTo>
                  <a:cubicBezTo>
                    <a:pt x="10446" y="21538"/>
                    <a:pt x="10609" y="21600"/>
                    <a:pt x="10773" y="21600"/>
                  </a:cubicBezTo>
                  <a:cubicBezTo>
                    <a:pt x="10936" y="21600"/>
                    <a:pt x="11100" y="21538"/>
                    <a:pt x="11224" y="21414"/>
                  </a:cubicBezTo>
                  <a:lnTo>
                    <a:pt x="21290" y="11256"/>
                  </a:lnTo>
                  <a:cubicBezTo>
                    <a:pt x="21538" y="11004"/>
                    <a:pt x="21536" y="10596"/>
                    <a:pt x="21285" y="10343"/>
                  </a:cubicBezTo>
                  <a:lnTo>
                    <a:pt x="11156" y="186"/>
                  </a:lnTo>
                  <a:cubicBezTo>
                    <a:pt x="11031" y="62"/>
                    <a:pt x="10867" y="0"/>
                    <a:pt x="10703" y="0"/>
                  </a:cubicBezTo>
                  <a:close/>
                </a:path>
              </a:pathLst>
            </a:custGeom>
            <a:solidFill>
              <a:srgbClr val="503E6F"/>
            </a:solidFill>
            <a:ln w="12700" cap="flat">
              <a:noFill/>
              <a:miter lim="400000"/>
            </a:ln>
            <a:effectLst/>
          </p:spPr>
          <p:txBody>
            <a:bodyPr wrap="square" lIns="45719" tIns="45719" rIns="45719" bIns="45719" numCol="1" anchor="ctr">
              <a:noAutofit/>
            </a:bodyPr>
            <a:lstStyle/>
            <a:p>
              <a:pPr/>
            </a:p>
          </p:txBody>
        </p:sp>
        <p:sp>
          <p:nvSpPr>
            <p:cNvPr id="504" name="Google Shape;474;p29"/>
            <p:cNvSpPr/>
            <p:nvPr/>
          </p:nvSpPr>
          <p:spPr>
            <a:xfrm>
              <a:off x="0" y="2111827"/>
              <a:ext cx="3252377" cy="10829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7"/>
                  </a:moveTo>
                  <a:lnTo>
                    <a:pt x="21600" y="9"/>
                  </a:lnTo>
                  <a:cubicBezTo>
                    <a:pt x="21600" y="8"/>
                    <a:pt x="21600" y="8"/>
                    <a:pt x="21600" y="7"/>
                  </a:cubicBezTo>
                  <a:close/>
                  <a:moveTo>
                    <a:pt x="2" y="0"/>
                  </a:moveTo>
                  <a:lnTo>
                    <a:pt x="0" y="2811"/>
                  </a:lnTo>
                  <a:cubicBezTo>
                    <a:pt x="0" y="3096"/>
                    <a:pt x="64" y="3382"/>
                    <a:pt x="190" y="3608"/>
                  </a:cubicBezTo>
                  <a:lnTo>
                    <a:pt x="10377" y="21275"/>
                  </a:lnTo>
                  <a:cubicBezTo>
                    <a:pt x="10408" y="21321"/>
                    <a:pt x="10439" y="21367"/>
                    <a:pt x="10470" y="21407"/>
                  </a:cubicBezTo>
                  <a:lnTo>
                    <a:pt x="10477" y="21407"/>
                  </a:lnTo>
                  <a:cubicBezTo>
                    <a:pt x="10481" y="21414"/>
                    <a:pt x="10486" y="21421"/>
                    <a:pt x="10492" y="21427"/>
                  </a:cubicBezTo>
                  <a:cubicBezTo>
                    <a:pt x="10510" y="21447"/>
                    <a:pt x="10530" y="21467"/>
                    <a:pt x="10550" y="21487"/>
                  </a:cubicBezTo>
                  <a:cubicBezTo>
                    <a:pt x="10559" y="21494"/>
                    <a:pt x="10570" y="21500"/>
                    <a:pt x="10581" y="21507"/>
                  </a:cubicBezTo>
                  <a:cubicBezTo>
                    <a:pt x="10588" y="21514"/>
                    <a:pt x="10594" y="21520"/>
                    <a:pt x="10601" y="21520"/>
                  </a:cubicBezTo>
                  <a:cubicBezTo>
                    <a:pt x="10605" y="21527"/>
                    <a:pt x="10612" y="21534"/>
                    <a:pt x="10616" y="21534"/>
                  </a:cubicBezTo>
                  <a:cubicBezTo>
                    <a:pt x="10638" y="21547"/>
                    <a:pt x="10658" y="21560"/>
                    <a:pt x="10681" y="21567"/>
                  </a:cubicBezTo>
                  <a:cubicBezTo>
                    <a:pt x="10687" y="21573"/>
                    <a:pt x="10696" y="21573"/>
                    <a:pt x="10703" y="21573"/>
                  </a:cubicBezTo>
                  <a:cubicBezTo>
                    <a:pt x="10709" y="21573"/>
                    <a:pt x="10714" y="21580"/>
                    <a:pt x="10720" y="21580"/>
                  </a:cubicBezTo>
                  <a:cubicBezTo>
                    <a:pt x="10727" y="21580"/>
                    <a:pt x="10736" y="21587"/>
                    <a:pt x="10743" y="21587"/>
                  </a:cubicBezTo>
                  <a:cubicBezTo>
                    <a:pt x="10765" y="21594"/>
                    <a:pt x="10785" y="21594"/>
                    <a:pt x="10807" y="21600"/>
                  </a:cubicBezTo>
                  <a:lnTo>
                    <a:pt x="10873" y="21600"/>
                  </a:lnTo>
                  <a:cubicBezTo>
                    <a:pt x="10895" y="21594"/>
                    <a:pt x="10919" y="21587"/>
                    <a:pt x="10944" y="21580"/>
                  </a:cubicBezTo>
                  <a:lnTo>
                    <a:pt x="10950" y="21580"/>
                  </a:lnTo>
                  <a:cubicBezTo>
                    <a:pt x="10957" y="21580"/>
                    <a:pt x="10964" y="21573"/>
                    <a:pt x="10970" y="21573"/>
                  </a:cubicBezTo>
                  <a:cubicBezTo>
                    <a:pt x="10988" y="21567"/>
                    <a:pt x="11008" y="21560"/>
                    <a:pt x="11026" y="21547"/>
                  </a:cubicBezTo>
                  <a:cubicBezTo>
                    <a:pt x="11034" y="21547"/>
                    <a:pt x="11041" y="21534"/>
                    <a:pt x="11048" y="21534"/>
                  </a:cubicBezTo>
                  <a:cubicBezTo>
                    <a:pt x="11070" y="21520"/>
                    <a:pt x="11092" y="21500"/>
                    <a:pt x="11114" y="21481"/>
                  </a:cubicBezTo>
                  <a:cubicBezTo>
                    <a:pt x="11125" y="21474"/>
                    <a:pt x="11136" y="21467"/>
                    <a:pt x="11147" y="21454"/>
                  </a:cubicBezTo>
                  <a:cubicBezTo>
                    <a:pt x="11156" y="21447"/>
                    <a:pt x="11165" y="21434"/>
                    <a:pt x="11174" y="21427"/>
                  </a:cubicBezTo>
                  <a:cubicBezTo>
                    <a:pt x="11183" y="21421"/>
                    <a:pt x="11189" y="21407"/>
                    <a:pt x="11198" y="21401"/>
                  </a:cubicBezTo>
                  <a:cubicBezTo>
                    <a:pt x="11229" y="21361"/>
                    <a:pt x="11260" y="21321"/>
                    <a:pt x="11289" y="21268"/>
                  </a:cubicBezTo>
                  <a:lnTo>
                    <a:pt x="21410" y="3608"/>
                  </a:lnTo>
                  <a:cubicBezTo>
                    <a:pt x="21414" y="3601"/>
                    <a:pt x="21416" y="3595"/>
                    <a:pt x="21419" y="3588"/>
                  </a:cubicBezTo>
                  <a:cubicBezTo>
                    <a:pt x="21430" y="3568"/>
                    <a:pt x="21438" y="3541"/>
                    <a:pt x="21449" y="3522"/>
                  </a:cubicBezTo>
                  <a:cubicBezTo>
                    <a:pt x="21465" y="3488"/>
                    <a:pt x="21483" y="3455"/>
                    <a:pt x="21496" y="3422"/>
                  </a:cubicBezTo>
                  <a:cubicBezTo>
                    <a:pt x="21496" y="3415"/>
                    <a:pt x="21498" y="3415"/>
                    <a:pt x="21500" y="3408"/>
                  </a:cubicBezTo>
                  <a:cubicBezTo>
                    <a:pt x="21514" y="3369"/>
                    <a:pt x="21527" y="3322"/>
                    <a:pt x="21540" y="3282"/>
                  </a:cubicBezTo>
                  <a:cubicBezTo>
                    <a:pt x="21542" y="3269"/>
                    <a:pt x="21545" y="3262"/>
                    <a:pt x="21547" y="3249"/>
                  </a:cubicBezTo>
                  <a:cubicBezTo>
                    <a:pt x="21549" y="3243"/>
                    <a:pt x="21551" y="3229"/>
                    <a:pt x="21553" y="3216"/>
                  </a:cubicBezTo>
                  <a:cubicBezTo>
                    <a:pt x="21558" y="3202"/>
                    <a:pt x="21562" y="3183"/>
                    <a:pt x="21565" y="3163"/>
                  </a:cubicBezTo>
                  <a:cubicBezTo>
                    <a:pt x="21571" y="3129"/>
                    <a:pt x="21578" y="3090"/>
                    <a:pt x="21582" y="3056"/>
                  </a:cubicBezTo>
                  <a:cubicBezTo>
                    <a:pt x="21582" y="3050"/>
                    <a:pt x="21582" y="3043"/>
                    <a:pt x="21584" y="3037"/>
                  </a:cubicBezTo>
                  <a:cubicBezTo>
                    <a:pt x="21584" y="3030"/>
                    <a:pt x="21584" y="3023"/>
                    <a:pt x="21587" y="3017"/>
                  </a:cubicBezTo>
                  <a:cubicBezTo>
                    <a:pt x="21589" y="2996"/>
                    <a:pt x="21591" y="2970"/>
                    <a:pt x="21593" y="2943"/>
                  </a:cubicBezTo>
                  <a:cubicBezTo>
                    <a:pt x="21596" y="2910"/>
                    <a:pt x="21596" y="2870"/>
                    <a:pt x="21598" y="2837"/>
                  </a:cubicBezTo>
                  <a:lnTo>
                    <a:pt x="21598" y="2817"/>
                  </a:lnTo>
                  <a:lnTo>
                    <a:pt x="21600" y="9"/>
                  </a:lnTo>
                  <a:cubicBezTo>
                    <a:pt x="21600" y="75"/>
                    <a:pt x="21596" y="141"/>
                    <a:pt x="21589" y="206"/>
                  </a:cubicBezTo>
                  <a:cubicBezTo>
                    <a:pt x="21589" y="213"/>
                    <a:pt x="21587" y="220"/>
                    <a:pt x="21587" y="233"/>
                  </a:cubicBezTo>
                  <a:cubicBezTo>
                    <a:pt x="21580" y="293"/>
                    <a:pt x="21569" y="352"/>
                    <a:pt x="21556" y="412"/>
                  </a:cubicBezTo>
                  <a:cubicBezTo>
                    <a:pt x="21553" y="419"/>
                    <a:pt x="21551" y="432"/>
                    <a:pt x="21549" y="439"/>
                  </a:cubicBezTo>
                  <a:cubicBezTo>
                    <a:pt x="21536" y="499"/>
                    <a:pt x="21518" y="558"/>
                    <a:pt x="21498" y="611"/>
                  </a:cubicBezTo>
                  <a:cubicBezTo>
                    <a:pt x="21485" y="645"/>
                    <a:pt x="21467" y="678"/>
                    <a:pt x="21452" y="711"/>
                  </a:cubicBezTo>
                  <a:cubicBezTo>
                    <a:pt x="21438" y="738"/>
                    <a:pt x="21427" y="771"/>
                    <a:pt x="21412" y="797"/>
                  </a:cubicBezTo>
                  <a:lnTo>
                    <a:pt x="11291" y="18464"/>
                  </a:lnTo>
                  <a:cubicBezTo>
                    <a:pt x="11262" y="18511"/>
                    <a:pt x="11234" y="18550"/>
                    <a:pt x="11200" y="18590"/>
                  </a:cubicBezTo>
                  <a:cubicBezTo>
                    <a:pt x="11194" y="18597"/>
                    <a:pt x="11185" y="18610"/>
                    <a:pt x="11176" y="18617"/>
                  </a:cubicBezTo>
                  <a:cubicBezTo>
                    <a:pt x="11156" y="18637"/>
                    <a:pt x="11136" y="18657"/>
                    <a:pt x="11116" y="18670"/>
                  </a:cubicBezTo>
                  <a:cubicBezTo>
                    <a:pt x="11094" y="18690"/>
                    <a:pt x="11072" y="18710"/>
                    <a:pt x="11052" y="18723"/>
                  </a:cubicBezTo>
                  <a:cubicBezTo>
                    <a:pt x="11026" y="18737"/>
                    <a:pt x="10999" y="18750"/>
                    <a:pt x="10973" y="18763"/>
                  </a:cubicBezTo>
                  <a:cubicBezTo>
                    <a:pt x="10966" y="18763"/>
                    <a:pt x="10959" y="18770"/>
                    <a:pt x="10955" y="18770"/>
                  </a:cubicBezTo>
                  <a:cubicBezTo>
                    <a:pt x="10917" y="18783"/>
                    <a:pt x="10882" y="18790"/>
                    <a:pt x="10847" y="18790"/>
                  </a:cubicBezTo>
                  <a:lnTo>
                    <a:pt x="10829" y="18790"/>
                  </a:lnTo>
                  <a:cubicBezTo>
                    <a:pt x="10793" y="18790"/>
                    <a:pt x="10758" y="18783"/>
                    <a:pt x="10723" y="18770"/>
                  </a:cubicBezTo>
                  <a:lnTo>
                    <a:pt x="10705" y="18770"/>
                  </a:lnTo>
                  <a:cubicBezTo>
                    <a:pt x="10669" y="18756"/>
                    <a:pt x="10636" y="18737"/>
                    <a:pt x="10603" y="18717"/>
                  </a:cubicBezTo>
                  <a:cubicBezTo>
                    <a:pt x="10596" y="18710"/>
                    <a:pt x="10590" y="18703"/>
                    <a:pt x="10583" y="18703"/>
                  </a:cubicBezTo>
                  <a:cubicBezTo>
                    <a:pt x="10552" y="18677"/>
                    <a:pt x="10524" y="18650"/>
                    <a:pt x="10495" y="18617"/>
                  </a:cubicBezTo>
                  <a:cubicBezTo>
                    <a:pt x="10490" y="18610"/>
                    <a:pt x="10484" y="18610"/>
                    <a:pt x="10479" y="18604"/>
                  </a:cubicBezTo>
                  <a:cubicBezTo>
                    <a:pt x="10444" y="18564"/>
                    <a:pt x="10411" y="18517"/>
                    <a:pt x="10380" y="18464"/>
                  </a:cubicBezTo>
                  <a:lnTo>
                    <a:pt x="193" y="797"/>
                  </a:lnTo>
                  <a:cubicBezTo>
                    <a:pt x="66" y="578"/>
                    <a:pt x="2" y="286"/>
                    <a:pt x="2" y="0"/>
                  </a:cubicBezTo>
                  <a:close/>
                </a:path>
              </a:pathLst>
            </a:custGeom>
            <a:solidFill>
              <a:srgbClr val="954DE8"/>
            </a:solidFill>
            <a:ln w="12700" cap="flat">
              <a:noFill/>
              <a:miter lim="400000"/>
            </a:ln>
            <a:effectLst/>
          </p:spPr>
          <p:txBody>
            <a:bodyPr wrap="square" lIns="45719" tIns="45719" rIns="45719" bIns="45719" numCol="1" anchor="ctr">
              <a:noAutofit/>
            </a:bodyPr>
            <a:lstStyle/>
            <a:p>
              <a:pPr/>
            </a:p>
          </p:txBody>
        </p:sp>
        <p:sp>
          <p:nvSpPr>
            <p:cNvPr id="505" name="Google Shape;475;p29"/>
            <p:cNvSpPr/>
            <p:nvPr/>
          </p:nvSpPr>
          <p:spPr>
            <a:xfrm>
              <a:off x="459" y="1170259"/>
              <a:ext cx="3251952" cy="1883496"/>
            </a:xfrm>
            <a:custGeom>
              <a:avLst/>
              <a:gdLst/>
              <a:ahLst/>
              <a:cxnLst>
                <a:cxn ang="0">
                  <a:pos x="wd2" y="hd2"/>
                </a:cxn>
                <a:cxn ang="5400000">
                  <a:pos x="wd2" y="hd2"/>
                </a:cxn>
                <a:cxn ang="10800000">
                  <a:pos x="wd2" y="hd2"/>
                </a:cxn>
                <a:cxn ang="16200000">
                  <a:pos x="wd2" y="hd2"/>
                </a:cxn>
              </a:cxnLst>
              <a:rect l="0" t="0" r="r" b="b"/>
              <a:pathLst>
                <a:path w="21474" h="21600" fill="norm" stroke="1" extrusionOk="0">
                  <a:moveTo>
                    <a:pt x="10703" y="0"/>
                  </a:moveTo>
                  <a:cubicBezTo>
                    <a:pt x="10539" y="0"/>
                    <a:pt x="10375" y="62"/>
                    <a:pt x="10250" y="186"/>
                  </a:cubicBezTo>
                  <a:lnTo>
                    <a:pt x="187" y="10343"/>
                  </a:lnTo>
                  <a:cubicBezTo>
                    <a:pt x="-62" y="10596"/>
                    <a:pt x="-62" y="11004"/>
                    <a:pt x="189" y="11256"/>
                  </a:cubicBezTo>
                  <a:lnTo>
                    <a:pt x="10320" y="21414"/>
                  </a:lnTo>
                  <a:cubicBezTo>
                    <a:pt x="10446" y="21538"/>
                    <a:pt x="10609" y="21600"/>
                    <a:pt x="10773" y="21600"/>
                  </a:cubicBezTo>
                  <a:cubicBezTo>
                    <a:pt x="10936" y="21600"/>
                    <a:pt x="11100" y="21538"/>
                    <a:pt x="11224" y="21414"/>
                  </a:cubicBezTo>
                  <a:lnTo>
                    <a:pt x="21290" y="11256"/>
                  </a:lnTo>
                  <a:cubicBezTo>
                    <a:pt x="21538" y="11004"/>
                    <a:pt x="21536" y="10596"/>
                    <a:pt x="21285" y="10343"/>
                  </a:cubicBezTo>
                  <a:lnTo>
                    <a:pt x="11156" y="186"/>
                  </a:lnTo>
                  <a:cubicBezTo>
                    <a:pt x="11031" y="62"/>
                    <a:pt x="10867" y="0"/>
                    <a:pt x="10703"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06" name="Google Shape;476;p29"/>
            <p:cNvSpPr/>
            <p:nvPr/>
          </p:nvSpPr>
          <p:spPr>
            <a:xfrm>
              <a:off x="0" y="2111827"/>
              <a:ext cx="3252377" cy="10829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7"/>
                  </a:moveTo>
                  <a:lnTo>
                    <a:pt x="21600" y="9"/>
                  </a:lnTo>
                  <a:cubicBezTo>
                    <a:pt x="21600" y="8"/>
                    <a:pt x="21600" y="8"/>
                    <a:pt x="21600" y="7"/>
                  </a:cubicBezTo>
                  <a:close/>
                  <a:moveTo>
                    <a:pt x="2" y="0"/>
                  </a:moveTo>
                  <a:lnTo>
                    <a:pt x="0" y="2811"/>
                  </a:lnTo>
                  <a:cubicBezTo>
                    <a:pt x="0" y="3096"/>
                    <a:pt x="64" y="3382"/>
                    <a:pt x="190" y="3608"/>
                  </a:cubicBezTo>
                  <a:lnTo>
                    <a:pt x="10377" y="21275"/>
                  </a:lnTo>
                  <a:cubicBezTo>
                    <a:pt x="10408" y="21321"/>
                    <a:pt x="10439" y="21367"/>
                    <a:pt x="10470" y="21407"/>
                  </a:cubicBezTo>
                  <a:lnTo>
                    <a:pt x="10477" y="21407"/>
                  </a:lnTo>
                  <a:cubicBezTo>
                    <a:pt x="10481" y="21414"/>
                    <a:pt x="10486" y="21421"/>
                    <a:pt x="10492" y="21427"/>
                  </a:cubicBezTo>
                  <a:cubicBezTo>
                    <a:pt x="10510" y="21447"/>
                    <a:pt x="10530" y="21467"/>
                    <a:pt x="10550" y="21487"/>
                  </a:cubicBezTo>
                  <a:cubicBezTo>
                    <a:pt x="10559" y="21494"/>
                    <a:pt x="10570" y="21500"/>
                    <a:pt x="10581" y="21507"/>
                  </a:cubicBezTo>
                  <a:cubicBezTo>
                    <a:pt x="10588" y="21514"/>
                    <a:pt x="10594" y="21520"/>
                    <a:pt x="10601" y="21520"/>
                  </a:cubicBezTo>
                  <a:cubicBezTo>
                    <a:pt x="10605" y="21527"/>
                    <a:pt x="10612" y="21534"/>
                    <a:pt x="10616" y="21534"/>
                  </a:cubicBezTo>
                  <a:cubicBezTo>
                    <a:pt x="10638" y="21547"/>
                    <a:pt x="10658" y="21560"/>
                    <a:pt x="10681" y="21567"/>
                  </a:cubicBezTo>
                  <a:cubicBezTo>
                    <a:pt x="10687" y="21573"/>
                    <a:pt x="10696" y="21573"/>
                    <a:pt x="10703" y="21573"/>
                  </a:cubicBezTo>
                  <a:cubicBezTo>
                    <a:pt x="10709" y="21573"/>
                    <a:pt x="10714" y="21580"/>
                    <a:pt x="10720" y="21580"/>
                  </a:cubicBezTo>
                  <a:cubicBezTo>
                    <a:pt x="10727" y="21580"/>
                    <a:pt x="10736" y="21587"/>
                    <a:pt x="10743" y="21587"/>
                  </a:cubicBezTo>
                  <a:cubicBezTo>
                    <a:pt x="10765" y="21594"/>
                    <a:pt x="10785" y="21594"/>
                    <a:pt x="10807" y="21600"/>
                  </a:cubicBezTo>
                  <a:lnTo>
                    <a:pt x="10873" y="21600"/>
                  </a:lnTo>
                  <a:cubicBezTo>
                    <a:pt x="10895" y="21594"/>
                    <a:pt x="10919" y="21587"/>
                    <a:pt x="10944" y="21580"/>
                  </a:cubicBezTo>
                  <a:lnTo>
                    <a:pt x="10950" y="21580"/>
                  </a:lnTo>
                  <a:cubicBezTo>
                    <a:pt x="10957" y="21580"/>
                    <a:pt x="10964" y="21573"/>
                    <a:pt x="10970" y="21573"/>
                  </a:cubicBezTo>
                  <a:cubicBezTo>
                    <a:pt x="10988" y="21567"/>
                    <a:pt x="11008" y="21560"/>
                    <a:pt x="11026" y="21547"/>
                  </a:cubicBezTo>
                  <a:cubicBezTo>
                    <a:pt x="11034" y="21547"/>
                    <a:pt x="11041" y="21534"/>
                    <a:pt x="11048" y="21534"/>
                  </a:cubicBezTo>
                  <a:cubicBezTo>
                    <a:pt x="11070" y="21520"/>
                    <a:pt x="11092" y="21500"/>
                    <a:pt x="11114" y="21481"/>
                  </a:cubicBezTo>
                  <a:cubicBezTo>
                    <a:pt x="11125" y="21474"/>
                    <a:pt x="11136" y="21467"/>
                    <a:pt x="11147" y="21454"/>
                  </a:cubicBezTo>
                  <a:cubicBezTo>
                    <a:pt x="11156" y="21447"/>
                    <a:pt x="11165" y="21434"/>
                    <a:pt x="11174" y="21427"/>
                  </a:cubicBezTo>
                  <a:cubicBezTo>
                    <a:pt x="11183" y="21421"/>
                    <a:pt x="11189" y="21407"/>
                    <a:pt x="11198" y="21401"/>
                  </a:cubicBezTo>
                  <a:cubicBezTo>
                    <a:pt x="11229" y="21361"/>
                    <a:pt x="11260" y="21321"/>
                    <a:pt x="11289" y="21268"/>
                  </a:cubicBezTo>
                  <a:lnTo>
                    <a:pt x="21410" y="3608"/>
                  </a:lnTo>
                  <a:cubicBezTo>
                    <a:pt x="21414" y="3601"/>
                    <a:pt x="21416" y="3595"/>
                    <a:pt x="21419" y="3588"/>
                  </a:cubicBezTo>
                  <a:cubicBezTo>
                    <a:pt x="21430" y="3568"/>
                    <a:pt x="21438" y="3541"/>
                    <a:pt x="21449" y="3522"/>
                  </a:cubicBezTo>
                  <a:cubicBezTo>
                    <a:pt x="21465" y="3488"/>
                    <a:pt x="21483" y="3455"/>
                    <a:pt x="21496" y="3422"/>
                  </a:cubicBezTo>
                  <a:cubicBezTo>
                    <a:pt x="21496" y="3415"/>
                    <a:pt x="21498" y="3415"/>
                    <a:pt x="21500" y="3408"/>
                  </a:cubicBezTo>
                  <a:cubicBezTo>
                    <a:pt x="21514" y="3369"/>
                    <a:pt x="21527" y="3322"/>
                    <a:pt x="21540" y="3282"/>
                  </a:cubicBezTo>
                  <a:cubicBezTo>
                    <a:pt x="21542" y="3269"/>
                    <a:pt x="21545" y="3262"/>
                    <a:pt x="21547" y="3249"/>
                  </a:cubicBezTo>
                  <a:cubicBezTo>
                    <a:pt x="21549" y="3243"/>
                    <a:pt x="21551" y="3229"/>
                    <a:pt x="21553" y="3216"/>
                  </a:cubicBezTo>
                  <a:cubicBezTo>
                    <a:pt x="21558" y="3202"/>
                    <a:pt x="21562" y="3183"/>
                    <a:pt x="21565" y="3163"/>
                  </a:cubicBezTo>
                  <a:cubicBezTo>
                    <a:pt x="21571" y="3129"/>
                    <a:pt x="21578" y="3090"/>
                    <a:pt x="21582" y="3056"/>
                  </a:cubicBezTo>
                  <a:cubicBezTo>
                    <a:pt x="21582" y="3050"/>
                    <a:pt x="21582" y="3043"/>
                    <a:pt x="21584" y="3037"/>
                  </a:cubicBezTo>
                  <a:cubicBezTo>
                    <a:pt x="21584" y="3030"/>
                    <a:pt x="21584" y="3023"/>
                    <a:pt x="21587" y="3017"/>
                  </a:cubicBezTo>
                  <a:cubicBezTo>
                    <a:pt x="21589" y="2996"/>
                    <a:pt x="21591" y="2970"/>
                    <a:pt x="21593" y="2943"/>
                  </a:cubicBezTo>
                  <a:cubicBezTo>
                    <a:pt x="21596" y="2910"/>
                    <a:pt x="21596" y="2870"/>
                    <a:pt x="21598" y="2837"/>
                  </a:cubicBezTo>
                  <a:lnTo>
                    <a:pt x="21598" y="2817"/>
                  </a:lnTo>
                  <a:lnTo>
                    <a:pt x="21600" y="9"/>
                  </a:lnTo>
                  <a:cubicBezTo>
                    <a:pt x="21600" y="75"/>
                    <a:pt x="21596" y="141"/>
                    <a:pt x="21589" y="206"/>
                  </a:cubicBezTo>
                  <a:cubicBezTo>
                    <a:pt x="21589" y="213"/>
                    <a:pt x="21587" y="220"/>
                    <a:pt x="21587" y="233"/>
                  </a:cubicBezTo>
                  <a:cubicBezTo>
                    <a:pt x="21580" y="293"/>
                    <a:pt x="21569" y="352"/>
                    <a:pt x="21556" y="412"/>
                  </a:cubicBezTo>
                  <a:cubicBezTo>
                    <a:pt x="21553" y="419"/>
                    <a:pt x="21551" y="432"/>
                    <a:pt x="21549" y="439"/>
                  </a:cubicBezTo>
                  <a:cubicBezTo>
                    <a:pt x="21536" y="499"/>
                    <a:pt x="21518" y="558"/>
                    <a:pt x="21498" y="611"/>
                  </a:cubicBezTo>
                  <a:cubicBezTo>
                    <a:pt x="21485" y="645"/>
                    <a:pt x="21467" y="678"/>
                    <a:pt x="21452" y="711"/>
                  </a:cubicBezTo>
                  <a:cubicBezTo>
                    <a:pt x="21438" y="738"/>
                    <a:pt x="21427" y="771"/>
                    <a:pt x="21412" y="797"/>
                  </a:cubicBezTo>
                  <a:lnTo>
                    <a:pt x="11291" y="18464"/>
                  </a:lnTo>
                  <a:cubicBezTo>
                    <a:pt x="11262" y="18511"/>
                    <a:pt x="11234" y="18550"/>
                    <a:pt x="11200" y="18590"/>
                  </a:cubicBezTo>
                  <a:cubicBezTo>
                    <a:pt x="11194" y="18597"/>
                    <a:pt x="11185" y="18610"/>
                    <a:pt x="11176" y="18617"/>
                  </a:cubicBezTo>
                  <a:cubicBezTo>
                    <a:pt x="11156" y="18637"/>
                    <a:pt x="11136" y="18657"/>
                    <a:pt x="11116" y="18670"/>
                  </a:cubicBezTo>
                  <a:cubicBezTo>
                    <a:pt x="11094" y="18690"/>
                    <a:pt x="11072" y="18710"/>
                    <a:pt x="11052" y="18723"/>
                  </a:cubicBezTo>
                  <a:cubicBezTo>
                    <a:pt x="11026" y="18737"/>
                    <a:pt x="10999" y="18750"/>
                    <a:pt x="10973" y="18763"/>
                  </a:cubicBezTo>
                  <a:cubicBezTo>
                    <a:pt x="10966" y="18763"/>
                    <a:pt x="10959" y="18770"/>
                    <a:pt x="10955" y="18770"/>
                  </a:cubicBezTo>
                  <a:cubicBezTo>
                    <a:pt x="10917" y="18783"/>
                    <a:pt x="10882" y="18790"/>
                    <a:pt x="10847" y="18790"/>
                  </a:cubicBezTo>
                  <a:lnTo>
                    <a:pt x="10829" y="18790"/>
                  </a:lnTo>
                  <a:cubicBezTo>
                    <a:pt x="10793" y="18790"/>
                    <a:pt x="10758" y="18783"/>
                    <a:pt x="10723" y="18770"/>
                  </a:cubicBezTo>
                  <a:lnTo>
                    <a:pt x="10705" y="18770"/>
                  </a:lnTo>
                  <a:cubicBezTo>
                    <a:pt x="10669" y="18756"/>
                    <a:pt x="10636" y="18737"/>
                    <a:pt x="10603" y="18717"/>
                  </a:cubicBezTo>
                  <a:cubicBezTo>
                    <a:pt x="10596" y="18710"/>
                    <a:pt x="10590" y="18703"/>
                    <a:pt x="10583" y="18703"/>
                  </a:cubicBezTo>
                  <a:cubicBezTo>
                    <a:pt x="10552" y="18677"/>
                    <a:pt x="10524" y="18650"/>
                    <a:pt x="10495" y="18617"/>
                  </a:cubicBezTo>
                  <a:cubicBezTo>
                    <a:pt x="10490" y="18610"/>
                    <a:pt x="10484" y="18610"/>
                    <a:pt x="10479" y="18604"/>
                  </a:cubicBezTo>
                  <a:cubicBezTo>
                    <a:pt x="10444" y="18564"/>
                    <a:pt x="10411" y="18517"/>
                    <a:pt x="10380" y="18464"/>
                  </a:cubicBezTo>
                  <a:lnTo>
                    <a:pt x="193" y="797"/>
                  </a:lnTo>
                  <a:cubicBezTo>
                    <a:pt x="66" y="578"/>
                    <a:pt x="2" y="286"/>
                    <a:pt x="2"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07" name="Google Shape;477;p29"/>
            <p:cNvSpPr/>
            <p:nvPr/>
          </p:nvSpPr>
          <p:spPr>
            <a:xfrm>
              <a:off x="327772" y="1359368"/>
              <a:ext cx="2597489" cy="1504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4" y="0"/>
                  </a:moveTo>
                  <a:lnTo>
                    <a:pt x="10504" y="263"/>
                  </a:lnTo>
                  <a:lnTo>
                    <a:pt x="10049" y="717"/>
                  </a:lnTo>
                  <a:lnTo>
                    <a:pt x="9526" y="1243"/>
                  </a:lnTo>
                  <a:lnTo>
                    <a:pt x="9069" y="1702"/>
                  </a:lnTo>
                  <a:lnTo>
                    <a:pt x="8545" y="2228"/>
                  </a:lnTo>
                  <a:lnTo>
                    <a:pt x="8091" y="2683"/>
                  </a:lnTo>
                  <a:lnTo>
                    <a:pt x="7568" y="3209"/>
                  </a:lnTo>
                  <a:lnTo>
                    <a:pt x="7113" y="3668"/>
                  </a:lnTo>
                  <a:lnTo>
                    <a:pt x="6590" y="4189"/>
                  </a:lnTo>
                  <a:lnTo>
                    <a:pt x="6133" y="4648"/>
                  </a:lnTo>
                  <a:lnTo>
                    <a:pt x="5609" y="5174"/>
                  </a:lnTo>
                  <a:lnTo>
                    <a:pt x="5155" y="5628"/>
                  </a:lnTo>
                  <a:lnTo>
                    <a:pt x="4631" y="6154"/>
                  </a:lnTo>
                  <a:lnTo>
                    <a:pt x="4174" y="6613"/>
                  </a:lnTo>
                  <a:lnTo>
                    <a:pt x="3654" y="7135"/>
                  </a:lnTo>
                  <a:lnTo>
                    <a:pt x="3196" y="7594"/>
                  </a:lnTo>
                  <a:lnTo>
                    <a:pt x="2673" y="8120"/>
                  </a:lnTo>
                  <a:lnTo>
                    <a:pt x="2216" y="8579"/>
                  </a:lnTo>
                  <a:lnTo>
                    <a:pt x="1692" y="9100"/>
                  </a:lnTo>
                  <a:lnTo>
                    <a:pt x="1238" y="9559"/>
                  </a:lnTo>
                  <a:lnTo>
                    <a:pt x="715" y="10085"/>
                  </a:lnTo>
                  <a:lnTo>
                    <a:pt x="260" y="10539"/>
                  </a:lnTo>
                  <a:lnTo>
                    <a:pt x="0" y="10802"/>
                  </a:lnTo>
                  <a:lnTo>
                    <a:pt x="260" y="11061"/>
                  </a:lnTo>
                  <a:lnTo>
                    <a:pt x="720" y="11520"/>
                  </a:lnTo>
                  <a:lnTo>
                    <a:pt x="1246" y="12046"/>
                  </a:lnTo>
                  <a:lnTo>
                    <a:pt x="1703" y="12500"/>
                  </a:lnTo>
                  <a:lnTo>
                    <a:pt x="2233" y="13026"/>
                  </a:lnTo>
                  <a:lnTo>
                    <a:pt x="2690" y="13485"/>
                  </a:lnTo>
                  <a:lnTo>
                    <a:pt x="3216" y="14006"/>
                  </a:lnTo>
                  <a:lnTo>
                    <a:pt x="3676" y="14465"/>
                  </a:lnTo>
                  <a:lnTo>
                    <a:pt x="4202" y="14991"/>
                  </a:lnTo>
                  <a:lnTo>
                    <a:pt x="4662" y="15446"/>
                  </a:lnTo>
                  <a:lnTo>
                    <a:pt x="5188" y="15972"/>
                  </a:lnTo>
                  <a:lnTo>
                    <a:pt x="5645" y="16431"/>
                  </a:lnTo>
                  <a:lnTo>
                    <a:pt x="6174" y="16957"/>
                  </a:lnTo>
                  <a:lnTo>
                    <a:pt x="6631" y="17411"/>
                  </a:lnTo>
                  <a:lnTo>
                    <a:pt x="7158" y="17937"/>
                  </a:lnTo>
                  <a:lnTo>
                    <a:pt x="7617" y="18396"/>
                  </a:lnTo>
                  <a:lnTo>
                    <a:pt x="8144" y="18917"/>
                  </a:lnTo>
                  <a:lnTo>
                    <a:pt x="8603" y="19376"/>
                  </a:lnTo>
                  <a:lnTo>
                    <a:pt x="9130" y="19902"/>
                  </a:lnTo>
                  <a:lnTo>
                    <a:pt x="9587" y="20357"/>
                  </a:lnTo>
                  <a:lnTo>
                    <a:pt x="10113" y="20883"/>
                  </a:lnTo>
                  <a:lnTo>
                    <a:pt x="10573" y="21342"/>
                  </a:lnTo>
                  <a:lnTo>
                    <a:pt x="10833" y="21600"/>
                  </a:lnTo>
                  <a:lnTo>
                    <a:pt x="21600" y="10802"/>
                  </a:lnTo>
                  <a:lnTo>
                    <a:pt x="10764"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08" name="Google Shape;478;p29"/>
            <p:cNvSpPr/>
            <p:nvPr/>
          </p:nvSpPr>
          <p:spPr>
            <a:xfrm>
              <a:off x="2838993" y="2129817"/>
              <a:ext cx="171878"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07" y="0"/>
                  </a:moveTo>
                  <a:lnTo>
                    <a:pt x="0" y="6959"/>
                  </a:lnTo>
                  <a:lnTo>
                    <a:pt x="14693" y="21600"/>
                  </a:lnTo>
                  <a:lnTo>
                    <a:pt x="21600" y="14715"/>
                  </a:lnTo>
                  <a:lnTo>
                    <a:pt x="690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09" name="Google Shape;479;p29"/>
            <p:cNvSpPr/>
            <p:nvPr/>
          </p:nvSpPr>
          <p:spPr>
            <a:xfrm>
              <a:off x="2721404" y="2198432"/>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885"/>
                  </a:lnTo>
                  <a:lnTo>
                    <a:pt x="14722"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0" name="Google Shape;480;p29"/>
            <p:cNvSpPr/>
            <p:nvPr/>
          </p:nvSpPr>
          <p:spPr>
            <a:xfrm>
              <a:off x="1653511" y="1310076"/>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710"/>
                  </a:lnTo>
                  <a:lnTo>
                    <a:pt x="6975" y="21600"/>
                  </a:lnTo>
                  <a:lnTo>
                    <a:pt x="21600" y="695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1" name="Google Shape;481;p29"/>
            <p:cNvSpPr/>
            <p:nvPr/>
          </p:nvSpPr>
          <p:spPr>
            <a:xfrm>
              <a:off x="1419327" y="1310076"/>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955"/>
                  </a:lnTo>
                  <a:lnTo>
                    <a:pt x="14722" y="21600"/>
                  </a:lnTo>
                  <a:lnTo>
                    <a:pt x="21600" y="14710"/>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2" name="Google Shape;482;p29"/>
            <p:cNvSpPr/>
            <p:nvPr/>
          </p:nvSpPr>
          <p:spPr>
            <a:xfrm>
              <a:off x="1772075" y="1378691"/>
              <a:ext cx="171220"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641"/>
                  </a:lnTo>
                  <a:lnTo>
                    <a:pt x="6977" y="21600"/>
                  </a:lnTo>
                  <a:lnTo>
                    <a:pt x="21600" y="688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3" name="Google Shape;483;p29"/>
            <p:cNvSpPr/>
            <p:nvPr/>
          </p:nvSpPr>
          <p:spPr>
            <a:xfrm>
              <a:off x="1301758" y="1378691"/>
              <a:ext cx="171539"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885"/>
                  </a:lnTo>
                  <a:lnTo>
                    <a:pt x="14679"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4" name="Google Shape;484;p29"/>
            <p:cNvSpPr/>
            <p:nvPr/>
          </p:nvSpPr>
          <p:spPr>
            <a:xfrm>
              <a:off x="1890659" y="1446968"/>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715"/>
                  </a:lnTo>
                  <a:lnTo>
                    <a:pt x="6934" y="21600"/>
                  </a:lnTo>
                  <a:lnTo>
                    <a:pt x="21600" y="6959"/>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5" name="Google Shape;485;p29"/>
            <p:cNvSpPr/>
            <p:nvPr/>
          </p:nvSpPr>
          <p:spPr>
            <a:xfrm>
              <a:off x="1183831" y="1446968"/>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0" y="0"/>
                  </a:moveTo>
                  <a:lnTo>
                    <a:pt x="0" y="6959"/>
                  </a:lnTo>
                  <a:lnTo>
                    <a:pt x="14720" y="21600"/>
                  </a:lnTo>
                  <a:lnTo>
                    <a:pt x="21600" y="14715"/>
                  </a:lnTo>
                  <a:lnTo>
                    <a:pt x="692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6" name="Google Shape;486;p29"/>
            <p:cNvSpPr/>
            <p:nvPr/>
          </p:nvSpPr>
          <p:spPr>
            <a:xfrm>
              <a:off x="1066242" y="1515265"/>
              <a:ext cx="171558" cy="995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80" y="0"/>
                  </a:moveTo>
                  <a:lnTo>
                    <a:pt x="0" y="6932"/>
                  </a:lnTo>
                  <a:lnTo>
                    <a:pt x="14722" y="21600"/>
                  </a:lnTo>
                  <a:lnTo>
                    <a:pt x="21600" y="14663"/>
                  </a:lnTo>
                  <a:lnTo>
                    <a:pt x="688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7" name="Google Shape;487;p29"/>
            <p:cNvSpPr/>
            <p:nvPr/>
          </p:nvSpPr>
          <p:spPr>
            <a:xfrm>
              <a:off x="948334" y="1583880"/>
              <a:ext cx="171877"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07" y="0"/>
                  </a:moveTo>
                  <a:lnTo>
                    <a:pt x="0" y="6885"/>
                  </a:lnTo>
                  <a:lnTo>
                    <a:pt x="14693" y="21600"/>
                  </a:lnTo>
                  <a:lnTo>
                    <a:pt x="21600" y="14641"/>
                  </a:lnTo>
                  <a:lnTo>
                    <a:pt x="690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8" name="Google Shape;488;p29"/>
            <p:cNvSpPr/>
            <p:nvPr/>
          </p:nvSpPr>
          <p:spPr>
            <a:xfrm>
              <a:off x="2246073" y="1652157"/>
              <a:ext cx="17122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715"/>
                  </a:lnTo>
                  <a:lnTo>
                    <a:pt x="6934" y="21600"/>
                  </a:lnTo>
                  <a:lnTo>
                    <a:pt x="21600" y="6959"/>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19" name="Google Shape;489;p29"/>
            <p:cNvSpPr/>
            <p:nvPr/>
          </p:nvSpPr>
          <p:spPr>
            <a:xfrm>
              <a:off x="830745" y="1652157"/>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0" y="0"/>
                  </a:moveTo>
                  <a:lnTo>
                    <a:pt x="0" y="6959"/>
                  </a:lnTo>
                  <a:lnTo>
                    <a:pt x="14722" y="21600"/>
                  </a:lnTo>
                  <a:lnTo>
                    <a:pt x="21600" y="14715"/>
                  </a:lnTo>
                  <a:lnTo>
                    <a:pt x="692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0" name="Google Shape;490;p29"/>
            <p:cNvSpPr/>
            <p:nvPr/>
          </p:nvSpPr>
          <p:spPr>
            <a:xfrm>
              <a:off x="2364657" y="1720772"/>
              <a:ext cx="171221"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641"/>
                  </a:lnTo>
                  <a:lnTo>
                    <a:pt x="6934" y="21600"/>
                  </a:lnTo>
                  <a:lnTo>
                    <a:pt x="21600" y="688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1" name="Google Shape;491;p29"/>
            <p:cNvSpPr/>
            <p:nvPr/>
          </p:nvSpPr>
          <p:spPr>
            <a:xfrm>
              <a:off x="713176" y="1720772"/>
              <a:ext cx="171539"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885"/>
                  </a:lnTo>
                  <a:lnTo>
                    <a:pt x="14679"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2" name="Google Shape;492;p29"/>
            <p:cNvSpPr/>
            <p:nvPr/>
          </p:nvSpPr>
          <p:spPr>
            <a:xfrm>
              <a:off x="2483241" y="1789069"/>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641"/>
                  </a:lnTo>
                  <a:lnTo>
                    <a:pt x="6934" y="21600"/>
                  </a:lnTo>
                  <a:lnTo>
                    <a:pt x="21600" y="6959"/>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3" name="Google Shape;493;p29"/>
            <p:cNvSpPr/>
            <p:nvPr/>
          </p:nvSpPr>
          <p:spPr>
            <a:xfrm>
              <a:off x="595248" y="1789069"/>
              <a:ext cx="171878"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07" y="0"/>
                  </a:moveTo>
                  <a:lnTo>
                    <a:pt x="0" y="6959"/>
                  </a:lnTo>
                  <a:lnTo>
                    <a:pt x="14693" y="21600"/>
                  </a:lnTo>
                  <a:lnTo>
                    <a:pt x="21600" y="14641"/>
                  </a:lnTo>
                  <a:lnTo>
                    <a:pt x="690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4" name="Google Shape;494;p29"/>
            <p:cNvSpPr/>
            <p:nvPr/>
          </p:nvSpPr>
          <p:spPr>
            <a:xfrm>
              <a:off x="2601487" y="1857346"/>
              <a:ext cx="171221" cy="99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6" y="0"/>
                  </a:moveTo>
                  <a:lnTo>
                    <a:pt x="0" y="14665"/>
                  </a:lnTo>
                  <a:lnTo>
                    <a:pt x="6977" y="21600"/>
                  </a:lnTo>
                  <a:lnTo>
                    <a:pt x="21600" y="6935"/>
                  </a:lnTo>
                  <a:lnTo>
                    <a:pt x="14666"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5" name="Google Shape;495;p29"/>
            <p:cNvSpPr/>
            <p:nvPr/>
          </p:nvSpPr>
          <p:spPr>
            <a:xfrm>
              <a:off x="477659" y="1857346"/>
              <a:ext cx="171559" cy="99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80" y="0"/>
                  </a:moveTo>
                  <a:lnTo>
                    <a:pt x="0" y="6935"/>
                  </a:lnTo>
                  <a:lnTo>
                    <a:pt x="14680" y="21600"/>
                  </a:lnTo>
                  <a:lnTo>
                    <a:pt x="21600" y="14665"/>
                  </a:lnTo>
                  <a:lnTo>
                    <a:pt x="688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6" name="Google Shape;496;p29"/>
            <p:cNvSpPr/>
            <p:nvPr/>
          </p:nvSpPr>
          <p:spPr>
            <a:xfrm>
              <a:off x="2720071" y="1925961"/>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641"/>
                  </a:lnTo>
                  <a:lnTo>
                    <a:pt x="6977" y="21600"/>
                  </a:lnTo>
                  <a:lnTo>
                    <a:pt x="21600" y="688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7" name="Google Shape;497;p29"/>
            <p:cNvSpPr/>
            <p:nvPr/>
          </p:nvSpPr>
          <p:spPr>
            <a:xfrm>
              <a:off x="2838655" y="1994258"/>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710"/>
                  </a:lnTo>
                  <a:lnTo>
                    <a:pt x="6934" y="21600"/>
                  </a:lnTo>
                  <a:lnTo>
                    <a:pt x="21600" y="695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8" name="Google Shape;498;p29"/>
            <p:cNvSpPr/>
            <p:nvPr/>
          </p:nvSpPr>
          <p:spPr>
            <a:xfrm>
              <a:off x="361423" y="2198432"/>
              <a:ext cx="17120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41"/>
                  </a:lnTo>
                  <a:lnTo>
                    <a:pt x="6975" y="21600"/>
                  </a:lnTo>
                  <a:lnTo>
                    <a:pt x="21600" y="688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29" name="Google Shape;499;p29"/>
            <p:cNvSpPr/>
            <p:nvPr/>
          </p:nvSpPr>
          <p:spPr>
            <a:xfrm>
              <a:off x="2603835" y="2266729"/>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959"/>
                  </a:lnTo>
                  <a:lnTo>
                    <a:pt x="14679"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0" name="Google Shape;500;p29"/>
            <p:cNvSpPr/>
            <p:nvPr/>
          </p:nvSpPr>
          <p:spPr>
            <a:xfrm>
              <a:off x="480007" y="2266729"/>
              <a:ext cx="17120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715"/>
                  </a:lnTo>
                  <a:lnTo>
                    <a:pt x="6975" y="21600"/>
                  </a:lnTo>
                  <a:lnTo>
                    <a:pt x="21600" y="6959"/>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1" name="Google Shape;501;p29"/>
            <p:cNvSpPr/>
            <p:nvPr/>
          </p:nvSpPr>
          <p:spPr>
            <a:xfrm>
              <a:off x="2485908" y="2335006"/>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0" y="0"/>
                  </a:moveTo>
                  <a:lnTo>
                    <a:pt x="0" y="6959"/>
                  </a:lnTo>
                  <a:lnTo>
                    <a:pt x="14720" y="21600"/>
                  </a:lnTo>
                  <a:lnTo>
                    <a:pt x="21600" y="14715"/>
                  </a:lnTo>
                  <a:lnTo>
                    <a:pt x="692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2" name="Google Shape;502;p29"/>
            <p:cNvSpPr/>
            <p:nvPr/>
          </p:nvSpPr>
          <p:spPr>
            <a:xfrm>
              <a:off x="598592" y="2335006"/>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5" y="0"/>
                  </a:moveTo>
                  <a:lnTo>
                    <a:pt x="0" y="14715"/>
                  </a:lnTo>
                  <a:lnTo>
                    <a:pt x="6932" y="21600"/>
                  </a:lnTo>
                  <a:lnTo>
                    <a:pt x="21600" y="6959"/>
                  </a:lnTo>
                  <a:lnTo>
                    <a:pt x="1462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3" name="Google Shape;503;p29"/>
            <p:cNvSpPr/>
            <p:nvPr/>
          </p:nvSpPr>
          <p:spPr>
            <a:xfrm>
              <a:off x="2368319" y="2403621"/>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80" y="0"/>
                  </a:moveTo>
                  <a:lnTo>
                    <a:pt x="0" y="6885"/>
                  </a:lnTo>
                  <a:lnTo>
                    <a:pt x="14680" y="21600"/>
                  </a:lnTo>
                  <a:lnTo>
                    <a:pt x="21600" y="14641"/>
                  </a:lnTo>
                  <a:lnTo>
                    <a:pt x="688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4" name="Google Shape;504;p29"/>
            <p:cNvSpPr/>
            <p:nvPr/>
          </p:nvSpPr>
          <p:spPr>
            <a:xfrm>
              <a:off x="2250411" y="2471918"/>
              <a:ext cx="171877"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07" y="0"/>
                  </a:moveTo>
                  <a:lnTo>
                    <a:pt x="0" y="6959"/>
                  </a:lnTo>
                  <a:lnTo>
                    <a:pt x="14693" y="21600"/>
                  </a:lnTo>
                  <a:lnTo>
                    <a:pt x="21600" y="14715"/>
                  </a:lnTo>
                  <a:lnTo>
                    <a:pt x="690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5" name="Google Shape;505;p29"/>
            <p:cNvSpPr/>
            <p:nvPr/>
          </p:nvSpPr>
          <p:spPr>
            <a:xfrm>
              <a:off x="2132822" y="2540195"/>
              <a:ext cx="171559" cy="996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0" y="0"/>
                  </a:moveTo>
                  <a:lnTo>
                    <a:pt x="0" y="6935"/>
                  </a:lnTo>
                  <a:lnTo>
                    <a:pt x="14722" y="21600"/>
                  </a:lnTo>
                  <a:lnTo>
                    <a:pt x="21600" y="14665"/>
                  </a:lnTo>
                  <a:lnTo>
                    <a:pt x="692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6" name="Google Shape;506;p29"/>
            <p:cNvSpPr/>
            <p:nvPr/>
          </p:nvSpPr>
          <p:spPr>
            <a:xfrm>
              <a:off x="2015253" y="2608810"/>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885"/>
                  </a:lnTo>
                  <a:lnTo>
                    <a:pt x="14679" y="21600"/>
                  </a:lnTo>
                  <a:lnTo>
                    <a:pt x="21600" y="14641"/>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7" name="Google Shape;507;p29"/>
            <p:cNvSpPr/>
            <p:nvPr/>
          </p:nvSpPr>
          <p:spPr>
            <a:xfrm>
              <a:off x="1072590" y="2608810"/>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5" y="0"/>
                  </a:moveTo>
                  <a:lnTo>
                    <a:pt x="0" y="14715"/>
                  </a:lnTo>
                  <a:lnTo>
                    <a:pt x="6932" y="21600"/>
                  </a:lnTo>
                  <a:lnTo>
                    <a:pt x="21600" y="6959"/>
                  </a:lnTo>
                  <a:lnTo>
                    <a:pt x="1462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8" name="Google Shape;508;p29"/>
            <p:cNvSpPr/>
            <p:nvPr/>
          </p:nvSpPr>
          <p:spPr>
            <a:xfrm>
              <a:off x="1897325" y="2677107"/>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955"/>
                  </a:lnTo>
                  <a:lnTo>
                    <a:pt x="14720" y="21600"/>
                  </a:lnTo>
                  <a:lnTo>
                    <a:pt x="21600" y="14715"/>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39" name="Google Shape;509;p29"/>
            <p:cNvSpPr/>
            <p:nvPr/>
          </p:nvSpPr>
          <p:spPr>
            <a:xfrm>
              <a:off x="1779736" y="2745722"/>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80" y="0"/>
                  </a:moveTo>
                  <a:lnTo>
                    <a:pt x="0" y="6885"/>
                  </a:lnTo>
                  <a:lnTo>
                    <a:pt x="14680" y="21600"/>
                  </a:lnTo>
                  <a:lnTo>
                    <a:pt x="21600" y="14641"/>
                  </a:lnTo>
                  <a:lnTo>
                    <a:pt x="6880"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0" name="Google Shape;510;p29"/>
            <p:cNvSpPr/>
            <p:nvPr/>
          </p:nvSpPr>
          <p:spPr>
            <a:xfrm>
              <a:off x="1661829" y="2813999"/>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1" y="0"/>
                  </a:moveTo>
                  <a:lnTo>
                    <a:pt x="0" y="6959"/>
                  </a:lnTo>
                  <a:lnTo>
                    <a:pt x="14722" y="21600"/>
                  </a:lnTo>
                  <a:lnTo>
                    <a:pt x="21600" y="14715"/>
                  </a:lnTo>
                  <a:lnTo>
                    <a:pt x="6921"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1" name="Google Shape;511;p29"/>
            <p:cNvSpPr/>
            <p:nvPr/>
          </p:nvSpPr>
          <p:spPr>
            <a:xfrm>
              <a:off x="2008925" y="1515265"/>
              <a:ext cx="171200" cy="995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63"/>
                  </a:lnTo>
                  <a:lnTo>
                    <a:pt x="6975" y="21600"/>
                  </a:lnTo>
                  <a:lnTo>
                    <a:pt x="21600" y="6932"/>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2" name="Google Shape;512;p29"/>
            <p:cNvSpPr/>
            <p:nvPr/>
          </p:nvSpPr>
          <p:spPr>
            <a:xfrm>
              <a:off x="2127509" y="1583880"/>
              <a:ext cx="171200" cy="99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41"/>
                  </a:lnTo>
                  <a:lnTo>
                    <a:pt x="6975" y="21600"/>
                  </a:lnTo>
                  <a:lnTo>
                    <a:pt x="21600" y="688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3" name="Google Shape;513;p29"/>
            <p:cNvSpPr/>
            <p:nvPr/>
          </p:nvSpPr>
          <p:spPr>
            <a:xfrm>
              <a:off x="243158" y="2129817"/>
              <a:ext cx="17122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6" y="0"/>
                  </a:moveTo>
                  <a:lnTo>
                    <a:pt x="0" y="14715"/>
                  </a:lnTo>
                  <a:lnTo>
                    <a:pt x="6934" y="21600"/>
                  </a:lnTo>
                  <a:lnTo>
                    <a:pt x="21600" y="6959"/>
                  </a:lnTo>
                  <a:lnTo>
                    <a:pt x="14626"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4" name="Google Shape;514;p29"/>
            <p:cNvSpPr/>
            <p:nvPr/>
          </p:nvSpPr>
          <p:spPr>
            <a:xfrm>
              <a:off x="835421" y="2471918"/>
              <a:ext cx="17120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715"/>
                  </a:lnTo>
                  <a:lnTo>
                    <a:pt x="6975" y="21600"/>
                  </a:lnTo>
                  <a:lnTo>
                    <a:pt x="21600" y="6959"/>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5" name="Google Shape;515;p29"/>
            <p:cNvSpPr/>
            <p:nvPr/>
          </p:nvSpPr>
          <p:spPr>
            <a:xfrm>
              <a:off x="716837" y="2403621"/>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36" y="0"/>
                  </a:moveTo>
                  <a:lnTo>
                    <a:pt x="0" y="14641"/>
                  </a:lnTo>
                  <a:lnTo>
                    <a:pt x="6961" y="21600"/>
                  </a:lnTo>
                  <a:lnTo>
                    <a:pt x="21600" y="6885"/>
                  </a:lnTo>
                  <a:lnTo>
                    <a:pt x="14636"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6" name="Google Shape;516;p29"/>
            <p:cNvSpPr/>
            <p:nvPr/>
          </p:nvSpPr>
          <p:spPr>
            <a:xfrm>
              <a:off x="954006" y="2540533"/>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41"/>
                  </a:lnTo>
                  <a:lnTo>
                    <a:pt x="6975" y="21600"/>
                  </a:lnTo>
                  <a:lnTo>
                    <a:pt x="21600" y="688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7" name="Google Shape;517;p29"/>
            <p:cNvSpPr/>
            <p:nvPr/>
          </p:nvSpPr>
          <p:spPr>
            <a:xfrm>
              <a:off x="1428004" y="2813999"/>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5" y="0"/>
                  </a:moveTo>
                  <a:lnTo>
                    <a:pt x="0" y="14715"/>
                  </a:lnTo>
                  <a:lnTo>
                    <a:pt x="6975" y="21600"/>
                  </a:lnTo>
                  <a:lnTo>
                    <a:pt x="21600" y="6959"/>
                  </a:lnTo>
                  <a:lnTo>
                    <a:pt x="1462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8" name="Google Shape;518;p29"/>
            <p:cNvSpPr/>
            <p:nvPr/>
          </p:nvSpPr>
          <p:spPr>
            <a:xfrm>
              <a:off x="1309420" y="2745722"/>
              <a:ext cx="171200"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65" y="0"/>
                  </a:moveTo>
                  <a:lnTo>
                    <a:pt x="0" y="14641"/>
                  </a:lnTo>
                  <a:lnTo>
                    <a:pt x="6975" y="21600"/>
                  </a:lnTo>
                  <a:lnTo>
                    <a:pt x="21600" y="6885"/>
                  </a:lnTo>
                  <a:lnTo>
                    <a:pt x="1466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49" name="Google Shape;519;p29"/>
            <p:cNvSpPr/>
            <p:nvPr/>
          </p:nvSpPr>
          <p:spPr>
            <a:xfrm>
              <a:off x="1191154" y="2677107"/>
              <a:ext cx="171221"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23" y="0"/>
                  </a:moveTo>
                  <a:lnTo>
                    <a:pt x="0" y="14715"/>
                  </a:lnTo>
                  <a:lnTo>
                    <a:pt x="6934" y="21600"/>
                  </a:lnTo>
                  <a:lnTo>
                    <a:pt x="21600" y="6955"/>
                  </a:lnTo>
                  <a:lnTo>
                    <a:pt x="14623"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50" name="Google Shape;520;p29"/>
            <p:cNvSpPr/>
            <p:nvPr/>
          </p:nvSpPr>
          <p:spPr>
            <a:xfrm>
              <a:off x="359752" y="1925961"/>
              <a:ext cx="17153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21" y="0"/>
                  </a:moveTo>
                  <a:lnTo>
                    <a:pt x="0" y="6885"/>
                  </a:lnTo>
                  <a:lnTo>
                    <a:pt x="14722" y="21600"/>
                  </a:lnTo>
                  <a:lnTo>
                    <a:pt x="21600" y="14641"/>
                  </a:lnTo>
                  <a:lnTo>
                    <a:pt x="6921"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51" name="Google Shape;521;p29"/>
            <p:cNvSpPr/>
            <p:nvPr/>
          </p:nvSpPr>
          <p:spPr>
            <a:xfrm>
              <a:off x="242163" y="1994258"/>
              <a:ext cx="171559" cy="99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78" y="0"/>
                  </a:moveTo>
                  <a:lnTo>
                    <a:pt x="0" y="6955"/>
                  </a:lnTo>
                  <a:lnTo>
                    <a:pt x="14722" y="21600"/>
                  </a:lnTo>
                  <a:lnTo>
                    <a:pt x="21600" y="14710"/>
                  </a:lnTo>
                  <a:lnTo>
                    <a:pt x="6878"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552" name="Google Shape;522;p29"/>
            <p:cNvSpPr/>
            <p:nvPr/>
          </p:nvSpPr>
          <p:spPr>
            <a:xfrm>
              <a:off x="542170" y="1455386"/>
              <a:ext cx="2168584" cy="1256308"/>
            </a:xfrm>
            <a:custGeom>
              <a:avLst/>
              <a:gdLst/>
              <a:ahLst/>
              <a:cxnLst>
                <a:cxn ang="0">
                  <a:pos x="wd2" y="hd2"/>
                </a:cxn>
                <a:cxn ang="5400000">
                  <a:pos x="wd2" y="hd2"/>
                </a:cxn>
                <a:cxn ang="10800000">
                  <a:pos x="wd2" y="hd2"/>
                </a:cxn>
                <a:cxn ang="16200000">
                  <a:pos x="wd2" y="hd2"/>
                </a:cxn>
              </a:cxnLst>
              <a:rect l="0" t="0" r="r" b="b"/>
              <a:pathLst>
                <a:path w="21404" h="21600" fill="norm" stroke="1" extrusionOk="0">
                  <a:moveTo>
                    <a:pt x="10667" y="0"/>
                  </a:moveTo>
                  <a:cubicBezTo>
                    <a:pt x="10412" y="0"/>
                    <a:pt x="10157" y="99"/>
                    <a:pt x="9963" y="296"/>
                  </a:cubicBezTo>
                  <a:lnTo>
                    <a:pt x="291" y="10090"/>
                  </a:lnTo>
                  <a:cubicBezTo>
                    <a:pt x="-97" y="10485"/>
                    <a:pt x="-97" y="11120"/>
                    <a:pt x="294" y="11510"/>
                  </a:cubicBezTo>
                  <a:lnTo>
                    <a:pt x="10032" y="21309"/>
                  </a:lnTo>
                  <a:cubicBezTo>
                    <a:pt x="10227" y="21503"/>
                    <a:pt x="10482" y="21600"/>
                    <a:pt x="10735" y="21600"/>
                  </a:cubicBezTo>
                  <a:cubicBezTo>
                    <a:pt x="10991" y="21600"/>
                    <a:pt x="11246" y="21501"/>
                    <a:pt x="11439" y="21303"/>
                  </a:cubicBezTo>
                  <a:lnTo>
                    <a:pt x="21115" y="11510"/>
                  </a:lnTo>
                  <a:cubicBezTo>
                    <a:pt x="21503" y="11120"/>
                    <a:pt x="21500" y="10485"/>
                    <a:pt x="21112" y="10090"/>
                  </a:cubicBezTo>
                  <a:lnTo>
                    <a:pt x="11370" y="296"/>
                  </a:lnTo>
                  <a:cubicBezTo>
                    <a:pt x="11176" y="99"/>
                    <a:pt x="10922" y="0"/>
                    <a:pt x="10667"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553" name="Google Shape;523;p29"/>
            <p:cNvSpPr/>
            <p:nvPr/>
          </p:nvSpPr>
          <p:spPr>
            <a:xfrm>
              <a:off x="617360" y="1498927"/>
              <a:ext cx="2018120" cy="1169186"/>
            </a:xfrm>
            <a:custGeom>
              <a:avLst/>
              <a:gdLst/>
              <a:ahLst/>
              <a:cxnLst>
                <a:cxn ang="0">
                  <a:pos x="wd2" y="hd2"/>
                </a:cxn>
                <a:cxn ang="5400000">
                  <a:pos x="wd2" y="hd2"/>
                </a:cxn>
                <a:cxn ang="10800000">
                  <a:pos x="wd2" y="hd2"/>
                </a:cxn>
                <a:cxn ang="16200000">
                  <a:pos x="wd2" y="hd2"/>
                </a:cxn>
              </a:cxnLst>
              <a:rect l="0" t="0" r="r" b="b"/>
              <a:pathLst>
                <a:path w="21404" h="21600" fill="norm" stroke="1" extrusionOk="0">
                  <a:moveTo>
                    <a:pt x="10668" y="0"/>
                  </a:moveTo>
                  <a:cubicBezTo>
                    <a:pt x="10413" y="0"/>
                    <a:pt x="10159" y="99"/>
                    <a:pt x="9964" y="296"/>
                  </a:cubicBezTo>
                  <a:lnTo>
                    <a:pt x="288" y="10092"/>
                  </a:lnTo>
                  <a:cubicBezTo>
                    <a:pt x="-97" y="10486"/>
                    <a:pt x="-97" y="11120"/>
                    <a:pt x="292" y="11514"/>
                  </a:cubicBezTo>
                  <a:lnTo>
                    <a:pt x="10032" y="21304"/>
                  </a:lnTo>
                  <a:cubicBezTo>
                    <a:pt x="10228" y="21501"/>
                    <a:pt x="10483" y="21600"/>
                    <a:pt x="10738" y="21600"/>
                  </a:cubicBezTo>
                  <a:cubicBezTo>
                    <a:pt x="10993" y="21600"/>
                    <a:pt x="11247" y="21501"/>
                    <a:pt x="11441" y="21304"/>
                  </a:cubicBezTo>
                  <a:lnTo>
                    <a:pt x="21114" y="11514"/>
                  </a:lnTo>
                  <a:cubicBezTo>
                    <a:pt x="21503" y="11120"/>
                    <a:pt x="21499" y="10486"/>
                    <a:pt x="21111" y="10092"/>
                  </a:cubicBezTo>
                  <a:lnTo>
                    <a:pt x="11371" y="296"/>
                  </a:lnTo>
                  <a:cubicBezTo>
                    <a:pt x="11176" y="99"/>
                    <a:pt x="10922" y="0"/>
                    <a:pt x="10668"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554" name="Google Shape;524;p29"/>
            <p:cNvSpPr/>
            <p:nvPr/>
          </p:nvSpPr>
          <p:spPr>
            <a:xfrm>
              <a:off x="541956" y="2083191"/>
              <a:ext cx="2168803" cy="6848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776"/>
                  </a:lnTo>
                  <a:cubicBezTo>
                    <a:pt x="0" y="2259"/>
                    <a:pt x="99" y="2732"/>
                    <a:pt x="295" y="3089"/>
                  </a:cubicBezTo>
                  <a:lnTo>
                    <a:pt x="10125" y="21054"/>
                  </a:lnTo>
                  <a:cubicBezTo>
                    <a:pt x="10168" y="21138"/>
                    <a:pt x="10218" y="21211"/>
                    <a:pt x="10268" y="21274"/>
                  </a:cubicBezTo>
                  <a:cubicBezTo>
                    <a:pt x="10271" y="21285"/>
                    <a:pt x="10274" y="21285"/>
                    <a:pt x="10277" y="21285"/>
                  </a:cubicBezTo>
                  <a:cubicBezTo>
                    <a:pt x="10284" y="21296"/>
                    <a:pt x="10294" y="21306"/>
                    <a:pt x="10301" y="21316"/>
                  </a:cubicBezTo>
                  <a:cubicBezTo>
                    <a:pt x="10331" y="21348"/>
                    <a:pt x="10361" y="21380"/>
                    <a:pt x="10390" y="21411"/>
                  </a:cubicBezTo>
                  <a:cubicBezTo>
                    <a:pt x="10407" y="21422"/>
                    <a:pt x="10424" y="21432"/>
                    <a:pt x="10440" y="21442"/>
                  </a:cubicBezTo>
                  <a:cubicBezTo>
                    <a:pt x="10450" y="21453"/>
                    <a:pt x="10460" y="21464"/>
                    <a:pt x="10470" y="21474"/>
                  </a:cubicBezTo>
                  <a:cubicBezTo>
                    <a:pt x="10476" y="21474"/>
                    <a:pt x="10487" y="21485"/>
                    <a:pt x="10493" y="21485"/>
                  </a:cubicBezTo>
                  <a:cubicBezTo>
                    <a:pt x="10526" y="21506"/>
                    <a:pt x="10559" y="21527"/>
                    <a:pt x="10593" y="21548"/>
                  </a:cubicBezTo>
                  <a:cubicBezTo>
                    <a:pt x="10606" y="21548"/>
                    <a:pt x="10619" y="21548"/>
                    <a:pt x="10629" y="21558"/>
                  </a:cubicBezTo>
                  <a:cubicBezTo>
                    <a:pt x="10639" y="21558"/>
                    <a:pt x="10646" y="21569"/>
                    <a:pt x="10656" y="21569"/>
                  </a:cubicBezTo>
                  <a:cubicBezTo>
                    <a:pt x="10669" y="21569"/>
                    <a:pt x="10679" y="21579"/>
                    <a:pt x="10692" y="21579"/>
                  </a:cubicBezTo>
                  <a:cubicBezTo>
                    <a:pt x="10725" y="21589"/>
                    <a:pt x="10755" y="21589"/>
                    <a:pt x="10788" y="21600"/>
                  </a:cubicBezTo>
                  <a:lnTo>
                    <a:pt x="10891" y="21600"/>
                  </a:lnTo>
                  <a:cubicBezTo>
                    <a:pt x="10931" y="21589"/>
                    <a:pt x="10968" y="21589"/>
                    <a:pt x="11004" y="21569"/>
                  </a:cubicBezTo>
                  <a:lnTo>
                    <a:pt x="11017" y="21569"/>
                  </a:lnTo>
                  <a:cubicBezTo>
                    <a:pt x="11027" y="21569"/>
                    <a:pt x="11037" y="21558"/>
                    <a:pt x="11047" y="21558"/>
                  </a:cubicBezTo>
                  <a:cubicBezTo>
                    <a:pt x="11077" y="21548"/>
                    <a:pt x="11104" y="21537"/>
                    <a:pt x="11133" y="21516"/>
                  </a:cubicBezTo>
                  <a:cubicBezTo>
                    <a:pt x="11147" y="21506"/>
                    <a:pt x="11157" y="21495"/>
                    <a:pt x="11170" y="21485"/>
                  </a:cubicBezTo>
                  <a:cubicBezTo>
                    <a:pt x="11203" y="21464"/>
                    <a:pt x="11236" y="21442"/>
                    <a:pt x="11269" y="21411"/>
                  </a:cubicBezTo>
                  <a:cubicBezTo>
                    <a:pt x="11286" y="21390"/>
                    <a:pt x="11306" y="21380"/>
                    <a:pt x="11323" y="21369"/>
                  </a:cubicBezTo>
                  <a:cubicBezTo>
                    <a:pt x="11339" y="21348"/>
                    <a:pt x="11349" y="21338"/>
                    <a:pt x="11366" y="21316"/>
                  </a:cubicBezTo>
                  <a:cubicBezTo>
                    <a:pt x="11379" y="21306"/>
                    <a:pt x="11392" y="21285"/>
                    <a:pt x="11402" y="21274"/>
                  </a:cubicBezTo>
                  <a:cubicBezTo>
                    <a:pt x="11452" y="21211"/>
                    <a:pt x="11502" y="21138"/>
                    <a:pt x="11545" y="21065"/>
                  </a:cubicBezTo>
                  <a:lnTo>
                    <a:pt x="21308" y="3089"/>
                  </a:lnTo>
                  <a:cubicBezTo>
                    <a:pt x="21311" y="3089"/>
                    <a:pt x="21315" y="3078"/>
                    <a:pt x="21318" y="3067"/>
                  </a:cubicBezTo>
                  <a:cubicBezTo>
                    <a:pt x="21338" y="3036"/>
                    <a:pt x="21351" y="2994"/>
                    <a:pt x="21368" y="2952"/>
                  </a:cubicBezTo>
                  <a:cubicBezTo>
                    <a:pt x="21394" y="2900"/>
                    <a:pt x="21417" y="2847"/>
                    <a:pt x="21441" y="2784"/>
                  </a:cubicBezTo>
                  <a:cubicBezTo>
                    <a:pt x="21441" y="2784"/>
                    <a:pt x="21444" y="2774"/>
                    <a:pt x="21447" y="2774"/>
                  </a:cubicBezTo>
                  <a:cubicBezTo>
                    <a:pt x="21471" y="2700"/>
                    <a:pt x="21490" y="2637"/>
                    <a:pt x="21507" y="2563"/>
                  </a:cubicBezTo>
                  <a:cubicBezTo>
                    <a:pt x="21514" y="2542"/>
                    <a:pt x="21517" y="2521"/>
                    <a:pt x="21520" y="2511"/>
                  </a:cubicBezTo>
                  <a:cubicBezTo>
                    <a:pt x="21524" y="2490"/>
                    <a:pt x="21527" y="2479"/>
                    <a:pt x="21530" y="2459"/>
                  </a:cubicBezTo>
                  <a:cubicBezTo>
                    <a:pt x="21537" y="2427"/>
                    <a:pt x="21544" y="2395"/>
                    <a:pt x="21550" y="2374"/>
                  </a:cubicBezTo>
                  <a:cubicBezTo>
                    <a:pt x="21560" y="2311"/>
                    <a:pt x="21570" y="2248"/>
                    <a:pt x="21577" y="2185"/>
                  </a:cubicBezTo>
                  <a:cubicBezTo>
                    <a:pt x="21577" y="2185"/>
                    <a:pt x="21577" y="2175"/>
                    <a:pt x="21577" y="2164"/>
                  </a:cubicBezTo>
                  <a:cubicBezTo>
                    <a:pt x="21580" y="2153"/>
                    <a:pt x="21580" y="2143"/>
                    <a:pt x="21580" y="2133"/>
                  </a:cubicBezTo>
                  <a:cubicBezTo>
                    <a:pt x="21587" y="2091"/>
                    <a:pt x="21590" y="2049"/>
                    <a:pt x="21593" y="2007"/>
                  </a:cubicBezTo>
                  <a:cubicBezTo>
                    <a:pt x="21597" y="1954"/>
                    <a:pt x="21597" y="1891"/>
                    <a:pt x="21600" y="1828"/>
                  </a:cubicBezTo>
                  <a:lnTo>
                    <a:pt x="21600" y="21"/>
                  </a:lnTo>
                  <a:cubicBezTo>
                    <a:pt x="21600" y="136"/>
                    <a:pt x="21593" y="242"/>
                    <a:pt x="21583" y="346"/>
                  </a:cubicBezTo>
                  <a:cubicBezTo>
                    <a:pt x="21583" y="357"/>
                    <a:pt x="21580" y="378"/>
                    <a:pt x="21580" y="389"/>
                  </a:cubicBezTo>
                  <a:cubicBezTo>
                    <a:pt x="21570" y="483"/>
                    <a:pt x="21553" y="588"/>
                    <a:pt x="21534" y="683"/>
                  </a:cubicBezTo>
                  <a:cubicBezTo>
                    <a:pt x="21527" y="693"/>
                    <a:pt x="21524" y="714"/>
                    <a:pt x="21520" y="735"/>
                  </a:cubicBezTo>
                  <a:cubicBezTo>
                    <a:pt x="21501" y="830"/>
                    <a:pt x="21474" y="925"/>
                    <a:pt x="21441" y="1009"/>
                  </a:cubicBezTo>
                  <a:cubicBezTo>
                    <a:pt x="21421" y="1071"/>
                    <a:pt x="21394" y="1124"/>
                    <a:pt x="21371" y="1176"/>
                  </a:cubicBezTo>
                  <a:cubicBezTo>
                    <a:pt x="21351" y="1229"/>
                    <a:pt x="21331" y="1271"/>
                    <a:pt x="21308" y="1313"/>
                  </a:cubicBezTo>
                  <a:lnTo>
                    <a:pt x="11545" y="19278"/>
                  </a:lnTo>
                  <a:cubicBezTo>
                    <a:pt x="11502" y="19362"/>
                    <a:pt x="11455" y="19436"/>
                    <a:pt x="11405" y="19489"/>
                  </a:cubicBezTo>
                  <a:cubicBezTo>
                    <a:pt x="11392" y="19509"/>
                    <a:pt x="11379" y="19520"/>
                    <a:pt x="11366" y="19541"/>
                  </a:cubicBezTo>
                  <a:cubicBezTo>
                    <a:pt x="11336" y="19573"/>
                    <a:pt x="11306" y="19604"/>
                    <a:pt x="11273" y="19635"/>
                  </a:cubicBezTo>
                  <a:cubicBezTo>
                    <a:pt x="11239" y="19657"/>
                    <a:pt x="11206" y="19688"/>
                    <a:pt x="11170" y="19709"/>
                  </a:cubicBezTo>
                  <a:cubicBezTo>
                    <a:pt x="11133" y="19740"/>
                    <a:pt x="11090" y="19762"/>
                    <a:pt x="11050" y="19772"/>
                  </a:cubicBezTo>
                  <a:cubicBezTo>
                    <a:pt x="11041" y="19782"/>
                    <a:pt x="11031" y="19782"/>
                    <a:pt x="11020" y="19793"/>
                  </a:cubicBezTo>
                  <a:cubicBezTo>
                    <a:pt x="10964" y="19804"/>
                    <a:pt x="10908" y="19814"/>
                    <a:pt x="10851" y="19824"/>
                  </a:cubicBezTo>
                  <a:lnTo>
                    <a:pt x="10825" y="19824"/>
                  </a:lnTo>
                  <a:cubicBezTo>
                    <a:pt x="10768" y="19814"/>
                    <a:pt x="10712" y="19814"/>
                    <a:pt x="10656" y="19793"/>
                  </a:cubicBezTo>
                  <a:cubicBezTo>
                    <a:pt x="10649" y="19793"/>
                    <a:pt x="10639" y="19782"/>
                    <a:pt x="10632" y="19782"/>
                  </a:cubicBezTo>
                  <a:cubicBezTo>
                    <a:pt x="10576" y="19762"/>
                    <a:pt x="10523" y="19730"/>
                    <a:pt x="10470" y="19699"/>
                  </a:cubicBezTo>
                  <a:cubicBezTo>
                    <a:pt x="10460" y="19688"/>
                    <a:pt x="10453" y="19678"/>
                    <a:pt x="10443" y="19667"/>
                  </a:cubicBezTo>
                  <a:cubicBezTo>
                    <a:pt x="10394" y="19635"/>
                    <a:pt x="10347" y="19593"/>
                    <a:pt x="10304" y="19541"/>
                  </a:cubicBezTo>
                  <a:cubicBezTo>
                    <a:pt x="10294" y="19531"/>
                    <a:pt x="10287" y="19520"/>
                    <a:pt x="10277" y="19509"/>
                  </a:cubicBezTo>
                  <a:cubicBezTo>
                    <a:pt x="10224" y="19447"/>
                    <a:pt x="10171" y="19373"/>
                    <a:pt x="10125" y="19278"/>
                  </a:cubicBezTo>
                  <a:lnTo>
                    <a:pt x="298" y="1313"/>
                  </a:lnTo>
                  <a:cubicBezTo>
                    <a:pt x="99" y="956"/>
                    <a:pt x="0" y="473"/>
                    <a:pt x="0" y="0"/>
                  </a:cubicBezTo>
                  <a:close/>
                </a:path>
              </a:pathLst>
            </a:custGeom>
            <a:solidFill>
              <a:schemeClr val="accent6"/>
            </a:solidFill>
            <a:ln w="12700" cap="flat">
              <a:noFill/>
              <a:miter lim="400000"/>
            </a:ln>
            <a:effectLst/>
          </p:spPr>
          <p:txBody>
            <a:bodyPr wrap="square" lIns="45719" tIns="45719" rIns="45719" bIns="45719" numCol="1" anchor="ctr">
              <a:noAutofit/>
            </a:bodyPr>
            <a:lstStyle/>
            <a:p>
              <a:pPr/>
            </a:p>
          </p:txBody>
        </p:sp>
        <p:sp>
          <p:nvSpPr>
            <p:cNvPr id="555" name="Google Shape;525;p29"/>
            <p:cNvSpPr/>
            <p:nvPr/>
          </p:nvSpPr>
          <p:spPr>
            <a:xfrm>
              <a:off x="1796731" y="2124165"/>
              <a:ext cx="119918" cy="696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0" y="10744"/>
                  </a:lnTo>
                  <a:lnTo>
                    <a:pt x="10861" y="21600"/>
                  </a:lnTo>
                  <a:lnTo>
                    <a:pt x="21600" y="10744"/>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56" name="Google Shape;526;p29"/>
            <p:cNvSpPr/>
            <p:nvPr/>
          </p:nvSpPr>
          <p:spPr>
            <a:xfrm>
              <a:off x="1856690" y="2158791"/>
              <a:ext cx="59959" cy="1056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2" y="7155"/>
                  </a:moveTo>
                  <a:lnTo>
                    <a:pt x="0" y="21600"/>
                  </a:lnTo>
                  <a:lnTo>
                    <a:pt x="21478" y="14514"/>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57" name="Google Shape;527;p29"/>
            <p:cNvSpPr/>
            <p:nvPr/>
          </p:nvSpPr>
          <p:spPr>
            <a:xfrm>
              <a:off x="1796731" y="2158791"/>
              <a:ext cx="60298" cy="1056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514"/>
                  </a:lnTo>
                  <a:lnTo>
                    <a:pt x="21479" y="21600"/>
                  </a:lnTo>
                  <a:lnTo>
                    <a:pt x="21600" y="715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58" name="Google Shape;528;p29"/>
            <p:cNvSpPr/>
            <p:nvPr/>
          </p:nvSpPr>
          <p:spPr>
            <a:xfrm>
              <a:off x="1559244" y="0"/>
              <a:ext cx="119899" cy="696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0"/>
                  </a:moveTo>
                  <a:lnTo>
                    <a:pt x="0" y="10849"/>
                  </a:lnTo>
                  <a:lnTo>
                    <a:pt x="10859" y="21600"/>
                  </a:lnTo>
                  <a:lnTo>
                    <a:pt x="21600" y="10849"/>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59" name="Google Shape;529;p29"/>
            <p:cNvSpPr/>
            <p:nvPr/>
          </p:nvSpPr>
          <p:spPr>
            <a:xfrm>
              <a:off x="1619183" y="34964"/>
              <a:ext cx="59960" cy="1052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2" y="7109"/>
                  </a:moveTo>
                  <a:lnTo>
                    <a:pt x="0" y="21600"/>
                  </a:lnTo>
                  <a:lnTo>
                    <a:pt x="21485" y="14491"/>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60" name="Google Shape;530;p29"/>
            <p:cNvSpPr/>
            <p:nvPr/>
          </p:nvSpPr>
          <p:spPr>
            <a:xfrm>
              <a:off x="1559244" y="34964"/>
              <a:ext cx="60278" cy="1052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491"/>
                  </a:lnTo>
                  <a:lnTo>
                    <a:pt x="21479" y="21600"/>
                  </a:lnTo>
                  <a:lnTo>
                    <a:pt x="21600" y="7109"/>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61" name="Google Shape;531;p29"/>
            <p:cNvSpPr/>
            <p:nvPr/>
          </p:nvSpPr>
          <p:spPr>
            <a:xfrm>
              <a:off x="1508599" y="2278052"/>
              <a:ext cx="144236" cy="83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6" y="0"/>
                  </a:moveTo>
                  <a:lnTo>
                    <a:pt x="0" y="10800"/>
                  </a:lnTo>
                  <a:lnTo>
                    <a:pt x="10875" y="21600"/>
                  </a:lnTo>
                  <a:lnTo>
                    <a:pt x="21600" y="10800"/>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62" name="Google Shape;532;p29"/>
            <p:cNvSpPr/>
            <p:nvPr/>
          </p:nvSpPr>
          <p:spPr>
            <a:xfrm>
              <a:off x="1580895" y="2319683"/>
              <a:ext cx="71940"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 y="7085"/>
                  </a:moveTo>
                  <a:lnTo>
                    <a:pt x="0" y="21600"/>
                  </a:lnTo>
                  <a:lnTo>
                    <a:pt x="21600" y="14512"/>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63" name="Google Shape;533;p29"/>
            <p:cNvSpPr/>
            <p:nvPr/>
          </p:nvSpPr>
          <p:spPr>
            <a:xfrm>
              <a:off x="1508599" y="2319683"/>
              <a:ext cx="72616"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4512"/>
                  </a:lnTo>
                  <a:lnTo>
                    <a:pt x="21505" y="21600"/>
                  </a:lnTo>
                  <a:lnTo>
                    <a:pt x="21600" y="708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64" name="Google Shape;534;p29"/>
            <p:cNvSpPr/>
            <p:nvPr/>
          </p:nvSpPr>
          <p:spPr>
            <a:xfrm>
              <a:off x="1962617" y="1744095"/>
              <a:ext cx="144237" cy="83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3" y="0"/>
                  </a:moveTo>
                  <a:lnTo>
                    <a:pt x="0" y="10797"/>
                  </a:lnTo>
                  <a:lnTo>
                    <a:pt x="10824" y="21600"/>
                  </a:lnTo>
                  <a:lnTo>
                    <a:pt x="21600" y="10797"/>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65" name="Google Shape;535;p29"/>
            <p:cNvSpPr/>
            <p:nvPr/>
          </p:nvSpPr>
          <p:spPr>
            <a:xfrm>
              <a:off x="2034556" y="1785726"/>
              <a:ext cx="72297"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7088"/>
                  </a:moveTo>
                  <a:lnTo>
                    <a:pt x="0" y="21600"/>
                  </a:lnTo>
                  <a:lnTo>
                    <a:pt x="21499" y="14512"/>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66" name="Google Shape;536;p29"/>
            <p:cNvSpPr/>
            <p:nvPr/>
          </p:nvSpPr>
          <p:spPr>
            <a:xfrm>
              <a:off x="1962279" y="1785726"/>
              <a:ext cx="72616"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0"/>
                  </a:moveTo>
                  <a:lnTo>
                    <a:pt x="0" y="14512"/>
                  </a:lnTo>
                  <a:lnTo>
                    <a:pt x="21499" y="21600"/>
                  </a:lnTo>
                  <a:lnTo>
                    <a:pt x="21600" y="7088"/>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67" name="Google Shape;537;p29"/>
            <p:cNvSpPr/>
            <p:nvPr/>
          </p:nvSpPr>
          <p:spPr>
            <a:xfrm>
              <a:off x="2034894" y="1151175"/>
              <a:ext cx="144236" cy="836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25" y="0"/>
                  </a:moveTo>
                  <a:lnTo>
                    <a:pt x="0" y="10759"/>
                  </a:lnTo>
                  <a:lnTo>
                    <a:pt x="10824" y="21600"/>
                  </a:lnTo>
                  <a:lnTo>
                    <a:pt x="21600" y="10759"/>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68" name="Google Shape;538;p29"/>
            <p:cNvSpPr/>
            <p:nvPr/>
          </p:nvSpPr>
          <p:spPr>
            <a:xfrm>
              <a:off x="2106852" y="1192825"/>
              <a:ext cx="72278" cy="127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5" y="7125"/>
                  </a:moveTo>
                  <a:lnTo>
                    <a:pt x="0" y="21600"/>
                  </a:lnTo>
                  <a:lnTo>
                    <a:pt x="21499" y="14475"/>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69" name="Google Shape;539;p29"/>
            <p:cNvSpPr/>
            <p:nvPr/>
          </p:nvSpPr>
          <p:spPr>
            <a:xfrm>
              <a:off x="2034556" y="1192825"/>
              <a:ext cx="72616" cy="127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0"/>
                  </a:moveTo>
                  <a:lnTo>
                    <a:pt x="0" y="14475"/>
                  </a:lnTo>
                  <a:lnTo>
                    <a:pt x="21505" y="21600"/>
                  </a:lnTo>
                  <a:lnTo>
                    <a:pt x="21600" y="712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70" name="Google Shape;540;p29"/>
            <p:cNvSpPr/>
            <p:nvPr/>
          </p:nvSpPr>
          <p:spPr>
            <a:xfrm>
              <a:off x="1546249" y="273804"/>
              <a:ext cx="144237" cy="836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3" y="0"/>
                  </a:moveTo>
                  <a:lnTo>
                    <a:pt x="0" y="10844"/>
                  </a:lnTo>
                  <a:lnTo>
                    <a:pt x="10824" y="21600"/>
                  </a:lnTo>
                  <a:lnTo>
                    <a:pt x="21600" y="10844"/>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71" name="Google Shape;541;p29"/>
            <p:cNvSpPr/>
            <p:nvPr/>
          </p:nvSpPr>
          <p:spPr>
            <a:xfrm>
              <a:off x="1618188" y="315773"/>
              <a:ext cx="72298" cy="1269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7086"/>
                  </a:moveTo>
                  <a:lnTo>
                    <a:pt x="0" y="21600"/>
                  </a:lnTo>
                  <a:lnTo>
                    <a:pt x="21499" y="14514"/>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72" name="Google Shape;542;p29"/>
            <p:cNvSpPr/>
            <p:nvPr/>
          </p:nvSpPr>
          <p:spPr>
            <a:xfrm>
              <a:off x="1545911" y="315773"/>
              <a:ext cx="72616" cy="1269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0"/>
                  </a:moveTo>
                  <a:lnTo>
                    <a:pt x="0" y="14514"/>
                  </a:lnTo>
                  <a:lnTo>
                    <a:pt x="21499" y="21600"/>
                  </a:lnTo>
                  <a:lnTo>
                    <a:pt x="21600" y="7086"/>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73" name="Google Shape;543;p29"/>
            <p:cNvSpPr/>
            <p:nvPr/>
          </p:nvSpPr>
          <p:spPr>
            <a:xfrm>
              <a:off x="1292087" y="624879"/>
              <a:ext cx="144236" cy="836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6" y="0"/>
                  </a:moveTo>
                  <a:lnTo>
                    <a:pt x="0" y="10841"/>
                  </a:lnTo>
                  <a:lnTo>
                    <a:pt x="10824" y="21600"/>
                  </a:lnTo>
                  <a:lnTo>
                    <a:pt x="21600" y="10841"/>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74" name="Google Shape;544;p29"/>
            <p:cNvSpPr/>
            <p:nvPr/>
          </p:nvSpPr>
          <p:spPr>
            <a:xfrm>
              <a:off x="1364364" y="666849"/>
              <a:ext cx="71959"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088"/>
                  </a:moveTo>
                  <a:lnTo>
                    <a:pt x="0" y="21600"/>
                  </a:lnTo>
                  <a:lnTo>
                    <a:pt x="21498" y="14512"/>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75" name="Google Shape;545;p29"/>
            <p:cNvSpPr/>
            <p:nvPr/>
          </p:nvSpPr>
          <p:spPr>
            <a:xfrm>
              <a:off x="1291748" y="666849"/>
              <a:ext cx="72616" cy="126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0"/>
                  </a:moveTo>
                  <a:lnTo>
                    <a:pt x="0" y="14512"/>
                  </a:lnTo>
                  <a:lnTo>
                    <a:pt x="21600" y="21600"/>
                  </a:lnTo>
                  <a:lnTo>
                    <a:pt x="21600" y="7088"/>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76" name="Google Shape;546;p29"/>
            <p:cNvSpPr/>
            <p:nvPr/>
          </p:nvSpPr>
          <p:spPr>
            <a:xfrm>
              <a:off x="1472639" y="1744752"/>
              <a:ext cx="288790" cy="1672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3" y="0"/>
                  </a:moveTo>
                  <a:lnTo>
                    <a:pt x="0" y="10801"/>
                  </a:lnTo>
                  <a:lnTo>
                    <a:pt x="10837" y="21600"/>
                  </a:lnTo>
                  <a:lnTo>
                    <a:pt x="21600" y="10801"/>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77" name="Google Shape;547;p29"/>
            <p:cNvSpPr/>
            <p:nvPr/>
          </p:nvSpPr>
          <p:spPr>
            <a:xfrm>
              <a:off x="1617193" y="1828372"/>
              <a:ext cx="144236"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1" y="7105"/>
                  </a:moveTo>
                  <a:lnTo>
                    <a:pt x="0" y="21600"/>
                  </a:lnTo>
                  <a:lnTo>
                    <a:pt x="21549" y="14495"/>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78" name="Google Shape;548;p29"/>
            <p:cNvSpPr/>
            <p:nvPr/>
          </p:nvSpPr>
          <p:spPr>
            <a:xfrm>
              <a:off x="1472301" y="1828372"/>
              <a:ext cx="145231"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 y="0"/>
                  </a:moveTo>
                  <a:lnTo>
                    <a:pt x="0" y="14495"/>
                  </a:lnTo>
                  <a:lnTo>
                    <a:pt x="21550" y="21600"/>
                  </a:lnTo>
                  <a:lnTo>
                    <a:pt x="21600" y="710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79" name="Google Shape;549;p29"/>
            <p:cNvSpPr/>
            <p:nvPr/>
          </p:nvSpPr>
          <p:spPr>
            <a:xfrm>
              <a:off x="1256108" y="1449635"/>
              <a:ext cx="288809" cy="1672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4" y="0"/>
                  </a:moveTo>
                  <a:lnTo>
                    <a:pt x="0" y="10799"/>
                  </a:lnTo>
                  <a:lnTo>
                    <a:pt x="10838" y="21600"/>
                  </a:lnTo>
                  <a:lnTo>
                    <a:pt x="21600" y="10799"/>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80" name="Google Shape;550;p29"/>
            <p:cNvSpPr/>
            <p:nvPr/>
          </p:nvSpPr>
          <p:spPr>
            <a:xfrm>
              <a:off x="1400681" y="1533235"/>
              <a:ext cx="144236" cy="2545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1" y="7097"/>
                  </a:moveTo>
                  <a:lnTo>
                    <a:pt x="0" y="21600"/>
                  </a:lnTo>
                  <a:lnTo>
                    <a:pt x="21549" y="14503"/>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81" name="Google Shape;551;p29"/>
            <p:cNvSpPr/>
            <p:nvPr/>
          </p:nvSpPr>
          <p:spPr>
            <a:xfrm>
              <a:off x="1255789" y="1533235"/>
              <a:ext cx="145231" cy="2545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 y="0"/>
                  </a:moveTo>
                  <a:lnTo>
                    <a:pt x="0" y="14503"/>
                  </a:lnTo>
                  <a:lnTo>
                    <a:pt x="21550" y="21600"/>
                  </a:lnTo>
                  <a:lnTo>
                    <a:pt x="21600" y="7097"/>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82" name="Google Shape;552;p29"/>
            <p:cNvSpPr/>
            <p:nvPr/>
          </p:nvSpPr>
          <p:spPr>
            <a:xfrm>
              <a:off x="1696813" y="1366035"/>
              <a:ext cx="288790" cy="167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3" y="0"/>
                  </a:moveTo>
                  <a:lnTo>
                    <a:pt x="0" y="10800"/>
                  </a:lnTo>
                  <a:lnTo>
                    <a:pt x="10837" y="21600"/>
                  </a:lnTo>
                  <a:lnTo>
                    <a:pt x="21600" y="10800"/>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83" name="Google Shape;553;p29"/>
            <p:cNvSpPr/>
            <p:nvPr/>
          </p:nvSpPr>
          <p:spPr>
            <a:xfrm>
              <a:off x="1841028" y="1449635"/>
              <a:ext cx="144575" cy="254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 y="7096"/>
                  </a:moveTo>
                  <a:lnTo>
                    <a:pt x="0" y="21600"/>
                  </a:lnTo>
                  <a:lnTo>
                    <a:pt x="21499" y="14504"/>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84" name="Google Shape;554;p29"/>
            <p:cNvSpPr/>
            <p:nvPr/>
          </p:nvSpPr>
          <p:spPr>
            <a:xfrm>
              <a:off x="1696136" y="1449635"/>
              <a:ext cx="145570" cy="254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0" y="0"/>
                  </a:moveTo>
                  <a:lnTo>
                    <a:pt x="0" y="14504"/>
                  </a:lnTo>
                  <a:lnTo>
                    <a:pt x="21500" y="21600"/>
                  </a:lnTo>
                  <a:lnTo>
                    <a:pt x="21600" y="7096"/>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85" name="Google Shape;555;p29"/>
            <p:cNvSpPr/>
            <p:nvPr/>
          </p:nvSpPr>
          <p:spPr>
            <a:xfrm>
              <a:off x="1712793" y="542274"/>
              <a:ext cx="288471" cy="1672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5" y="0"/>
                  </a:moveTo>
                  <a:lnTo>
                    <a:pt x="0" y="10801"/>
                  </a:lnTo>
                  <a:lnTo>
                    <a:pt x="10825" y="21600"/>
                  </a:lnTo>
                  <a:lnTo>
                    <a:pt x="21600" y="10801"/>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86" name="Google Shape;556;p29"/>
            <p:cNvSpPr/>
            <p:nvPr/>
          </p:nvSpPr>
          <p:spPr>
            <a:xfrm>
              <a:off x="1857028" y="625894"/>
              <a:ext cx="144236"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1" y="7105"/>
                  </a:moveTo>
                  <a:lnTo>
                    <a:pt x="0" y="21600"/>
                  </a:lnTo>
                  <a:lnTo>
                    <a:pt x="21549" y="14495"/>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87" name="Google Shape;557;p29"/>
            <p:cNvSpPr/>
            <p:nvPr/>
          </p:nvSpPr>
          <p:spPr>
            <a:xfrm>
              <a:off x="1712136" y="625894"/>
              <a:ext cx="145231"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 y="0"/>
                  </a:moveTo>
                  <a:lnTo>
                    <a:pt x="0" y="14495"/>
                  </a:lnTo>
                  <a:lnTo>
                    <a:pt x="21550" y="21600"/>
                  </a:lnTo>
                  <a:lnTo>
                    <a:pt x="21600" y="710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88" name="Google Shape;558;p29"/>
            <p:cNvSpPr/>
            <p:nvPr/>
          </p:nvSpPr>
          <p:spPr>
            <a:xfrm>
              <a:off x="1419666" y="880037"/>
              <a:ext cx="397045" cy="2301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4" y="0"/>
                  </a:moveTo>
                  <a:lnTo>
                    <a:pt x="0" y="10785"/>
                  </a:lnTo>
                  <a:lnTo>
                    <a:pt x="10837" y="21600"/>
                  </a:lnTo>
                  <a:lnTo>
                    <a:pt x="21600" y="10785"/>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89" name="Google Shape;559;p29"/>
            <p:cNvSpPr/>
            <p:nvPr/>
          </p:nvSpPr>
          <p:spPr>
            <a:xfrm>
              <a:off x="1618188" y="994960"/>
              <a:ext cx="198523" cy="3500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 y="7110"/>
                  </a:moveTo>
                  <a:lnTo>
                    <a:pt x="0" y="21600"/>
                  </a:lnTo>
                  <a:lnTo>
                    <a:pt x="21529" y="14490"/>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90" name="Google Shape;560;p29"/>
            <p:cNvSpPr/>
            <p:nvPr/>
          </p:nvSpPr>
          <p:spPr>
            <a:xfrm>
              <a:off x="1419009" y="994960"/>
              <a:ext cx="199857" cy="3500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 y="0"/>
                  </a:moveTo>
                  <a:lnTo>
                    <a:pt x="0" y="14490"/>
                  </a:lnTo>
                  <a:lnTo>
                    <a:pt x="21527" y="21600"/>
                  </a:lnTo>
                  <a:lnTo>
                    <a:pt x="21600" y="7110"/>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91" name="Google Shape;561;p29"/>
            <p:cNvSpPr/>
            <p:nvPr/>
          </p:nvSpPr>
          <p:spPr>
            <a:xfrm>
              <a:off x="1219810" y="1894977"/>
              <a:ext cx="288790" cy="1672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3" y="0"/>
                  </a:moveTo>
                  <a:lnTo>
                    <a:pt x="0" y="10801"/>
                  </a:lnTo>
                  <a:lnTo>
                    <a:pt x="10837" y="21600"/>
                  </a:lnTo>
                  <a:lnTo>
                    <a:pt x="21600" y="10801"/>
                  </a:ln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92" name="Google Shape;562;p29"/>
            <p:cNvSpPr/>
            <p:nvPr/>
          </p:nvSpPr>
          <p:spPr>
            <a:xfrm>
              <a:off x="1364045" y="1978597"/>
              <a:ext cx="144555"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 y="7105"/>
                  </a:moveTo>
                  <a:lnTo>
                    <a:pt x="0" y="21600"/>
                  </a:lnTo>
                  <a:lnTo>
                    <a:pt x="21502" y="14495"/>
                  </a:lnTo>
                  <a:lnTo>
                    <a:pt x="21600"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593" name="Google Shape;563;p29"/>
            <p:cNvSpPr/>
            <p:nvPr/>
          </p:nvSpPr>
          <p:spPr>
            <a:xfrm>
              <a:off x="1219133" y="1978597"/>
              <a:ext cx="145570" cy="254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0" y="0"/>
                  </a:moveTo>
                  <a:lnTo>
                    <a:pt x="0" y="14495"/>
                  </a:lnTo>
                  <a:lnTo>
                    <a:pt x="21503" y="21600"/>
                  </a:lnTo>
                  <a:lnTo>
                    <a:pt x="21600" y="7105"/>
                  </a:ln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94" name="Google Shape;564;p29"/>
            <p:cNvSpPr/>
            <p:nvPr/>
          </p:nvSpPr>
          <p:spPr>
            <a:xfrm>
              <a:off x="1841367" y="1925623"/>
              <a:ext cx="32318" cy="1525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94" y="21600"/>
                  </a:moveTo>
                  <a:cubicBezTo>
                    <a:pt x="4895" y="21600"/>
                    <a:pt x="0" y="20608"/>
                    <a:pt x="0" y="19335"/>
                  </a:cubicBezTo>
                  <a:lnTo>
                    <a:pt x="0" y="2313"/>
                  </a:lnTo>
                  <a:cubicBezTo>
                    <a:pt x="0" y="1040"/>
                    <a:pt x="4895" y="0"/>
                    <a:pt x="10694" y="0"/>
                  </a:cubicBezTo>
                  <a:cubicBezTo>
                    <a:pt x="16692" y="0"/>
                    <a:pt x="21600" y="1040"/>
                    <a:pt x="21600" y="2313"/>
                  </a:cubicBezTo>
                  <a:lnTo>
                    <a:pt x="21600" y="19335"/>
                  </a:lnTo>
                  <a:cubicBezTo>
                    <a:pt x="21600" y="20608"/>
                    <a:pt x="16692" y="21600"/>
                    <a:pt x="10694"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95" name="Google Shape;565;p29"/>
            <p:cNvSpPr/>
            <p:nvPr/>
          </p:nvSpPr>
          <p:spPr>
            <a:xfrm>
              <a:off x="1219810" y="1014601"/>
              <a:ext cx="31980" cy="1525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3" y="21600"/>
                  </a:moveTo>
                  <a:cubicBezTo>
                    <a:pt x="4718" y="21600"/>
                    <a:pt x="0" y="20608"/>
                    <a:pt x="0" y="19335"/>
                  </a:cubicBezTo>
                  <a:lnTo>
                    <a:pt x="0" y="2313"/>
                  </a:lnTo>
                  <a:cubicBezTo>
                    <a:pt x="0" y="1040"/>
                    <a:pt x="4718" y="0"/>
                    <a:pt x="10793" y="0"/>
                  </a:cubicBezTo>
                  <a:cubicBezTo>
                    <a:pt x="16869" y="0"/>
                    <a:pt x="21600" y="1040"/>
                    <a:pt x="21600" y="2313"/>
                  </a:cubicBezTo>
                  <a:lnTo>
                    <a:pt x="21600" y="19335"/>
                  </a:lnTo>
                  <a:cubicBezTo>
                    <a:pt x="21600" y="20608"/>
                    <a:pt x="16869" y="21600"/>
                    <a:pt x="10793"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96" name="Google Shape;566;p29"/>
            <p:cNvSpPr/>
            <p:nvPr/>
          </p:nvSpPr>
          <p:spPr>
            <a:xfrm>
              <a:off x="1841367" y="197527"/>
              <a:ext cx="32318" cy="2378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94" y="21600"/>
                  </a:moveTo>
                  <a:cubicBezTo>
                    <a:pt x="4895" y="21600"/>
                    <a:pt x="0" y="20935"/>
                    <a:pt x="0" y="20149"/>
                  </a:cubicBezTo>
                  <a:lnTo>
                    <a:pt x="0" y="1482"/>
                  </a:lnTo>
                  <a:cubicBezTo>
                    <a:pt x="0" y="665"/>
                    <a:pt x="4895" y="0"/>
                    <a:pt x="10694" y="0"/>
                  </a:cubicBezTo>
                  <a:cubicBezTo>
                    <a:pt x="16692" y="0"/>
                    <a:pt x="21600" y="665"/>
                    <a:pt x="21600" y="1482"/>
                  </a:cubicBezTo>
                  <a:lnTo>
                    <a:pt x="21600" y="20149"/>
                  </a:lnTo>
                  <a:cubicBezTo>
                    <a:pt x="21600" y="20935"/>
                    <a:pt x="16692" y="21600"/>
                    <a:pt x="10694"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97" name="Google Shape;567;p29"/>
            <p:cNvSpPr/>
            <p:nvPr/>
          </p:nvSpPr>
          <p:spPr>
            <a:xfrm>
              <a:off x="1870679" y="1140847"/>
              <a:ext cx="31981" cy="1525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7" y="21600"/>
                  </a:moveTo>
                  <a:cubicBezTo>
                    <a:pt x="4731" y="21600"/>
                    <a:pt x="0" y="20608"/>
                    <a:pt x="0" y="19335"/>
                  </a:cubicBezTo>
                  <a:lnTo>
                    <a:pt x="0" y="2313"/>
                  </a:lnTo>
                  <a:cubicBezTo>
                    <a:pt x="0" y="1040"/>
                    <a:pt x="4731" y="0"/>
                    <a:pt x="10807" y="0"/>
                  </a:cubicBezTo>
                  <a:cubicBezTo>
                    <a:pt x="16869" y="0"/>
                    <a:pt x="21600" y="1040"/>
                    <a:pt x="21600" y="2313"/>
                  </a:cubicBezTo>
                  <a:lnTo>
                    <a:pt x="21600" y="19335"/>
                  </a:lnTo>
                  <a:cubicBezTo>
                    <a:pt x="21600" y="20608"/>
                    <a:pt x="16869" y="21600"/>
                    <a:pt x="10807"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98" name="Google Shape;568;p29"/>
            <p:cNvSpPr/>
            <p:nvPr/>
          </p:nvSpPr>
          <p:spPr>
            <a:xfrm>
              <a:off x="1348046" y="53948"/>
              <a:ext cx="32318" cy="1525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94" y="21600"/>
                  </a:moveTo>
                  <a:cubicBezTo>
                    <a:pt x="4908" y="21600"/>
                    <a:pt x="0" y="20608"/>
                    <a:pt x="0" y="19335"/>
                  </a:cubicBezTo>
                  <a:lnTo>
                    <a:pt x="0" y="2313"/>
                  </a:lnTo>
                  <a:cubicBezTo>
                    <a:pt x="0" y="1040"/>
                    <a:pt x="4908" y="0"/>
                    <a:pt x="10694" y="0"/>
                  </a:cubicBezTo>
                  <a:cubicBezTo>
                    <a:pt x="16705" y="0"/>
                    <a:pt x="21600" y="1040"/>
                    <a:pt x="21600" y="2313"/>
                  </a:cubicBezTo>
                  <a:lnTo>
                    <a:pt x="21600" y="19335"/>
                  </a:lnTo>
                  <a:cubicBezTo>
                    <a:pt x="21600" y="20608"/>
                    <a:pt x="16705" y="21600"/>
                    <a:pt x="10694"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599" name="Google Shape;569;p29"/>
            <p:cNvSpPr/>
            <p:nvPr/>
          </p:nvSpPr>
          <p:spPr>
            <a:xfrm>
              <a:off x="1544578" y="477659"/>
              <a:ext cx="32319" cy="2471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06" y="21600"/>
                  </a:moveTo>
                  <a:cubicBezTo>
                    <a:pt x="4895" y="21600"/>
                    <a:pt x="0" y="20960"/>
                    <a:pt x="0" y="20174"/>
                  </a:cubicBezTo>
                  <a:lnTo>
                    <a:pt x="0" y="1397"/>
                  </a:lnTo>
                  <a:cubicBezTo>
                    <a:pt x="0" y="640"/>
                    <a:pt x="4895" y="0"/>
                    <a:pt x="10906" y="0"/>
                  </a:cubicBezTo>
                  <a:cubicBezTo>
                    <a:pt x="16692" y="0"/>
                    <a:pt x="21600" y="640"/>
                    <a:pt x="21600" y="1397"/>
                  </a:cubicBezTo>
                  <a:lnTo>
                    <a:pt x="21600" y="20174"/>
                  </a:lnTo>
                  <a:cubicBezTo>
                    <a:pt x="21600" y="20960"/>
                    <a:pt x="16692" y="21600"/>
                    <a:pt x="10906" y="2160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600" name="Google Shape;570;p29"/>
            <p:cNvSpPr/>
            <p:nvPr/>
          </p:nvSpPr>
          <p:spPr>
            <a:xfrm>
              <a:off x="1212487" y="1256446"/>
              <a:ext cx="55283" cy="55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cubicBezTo>
                    <a:pt x="21600" y="16787"/>
                    <a:pt x="16787" y="21600"/>
                    <a:pt x="10800" y="21600"/>
                  </a:cubicBezTo>
                  <a:cubicBezTo>
                    <a:pt x="4813" y="21600"/>
                    <a:pt x="0" y="16787"/>
                    <a:pt x="0" y="10800"/>
                  </a:cubicBezTo>
                  <a:cubicBezTo>
                    <a:pt x="0" y="4813"/>
                    <a:pt x="4813" y="0"/>
                    <a:pt x="10800" y="0"/>
                  </a:cubicBezTo>
                  <a:cubicBezTo>
                    <a:pt x="16787" y="0"/>
                    <a:pt x="21600" y="4813"/>
                    <a:pt x="21600" y="1080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601" name="Google Shape;571;p29"/>
            <p:cNvSpPr/>
            <p:nvPr/>
          </p:nvSpPr>
          <p:spPr>
            <a:xfrm>
              <a:off x="1934976" y="1063237"/>
              <a:ext cx="55283" cy="553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4"/>
                  </a:moveTo>
                  <a:cubicBezTo>
                    <a:pt x="21600" y="16789"/>
                    <a:pt x="16787" y="21600"/>
                    <a:pt x="10800" y="21600"/>
                  </a:cubicBezTo>
                  <a:cubicBezTo>
                    <a:pt x="4813" y="21600"/>
                    <a:pt x="0" y="16789"/>
                    <a:pt x="0" y="10804"/>
                  </a:cubicBezTo>
                  <a:cubicBezTo>
                    <a:pt x="0" y="4819"/>
                    <a:pt x="4813" y="0"/>
                    <a:pt x="10800" y="0"/>
                  </a:cubicBezTo>
                  <a:cubicBezTo>
                    <a:pt x="16787" y="0"/>
                    <a:pt x="21600" y="4819"/>
                    <a:pt x="21600" y="10804"/>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602" name="Google Shape;572;p29"/>
            <p:cNvSpPr/>
            <p:nvPr/>
          </p:nvSpPr>
          <p:spPr>
            <a:xfrm>
              <a:off x="1337061" y="388038"/>
              <a:ext cx="55303" cy="553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796"/>
                  </a:moveTo>
                  <a:cubicBezTo>
                    <a:pt x="21600" y="16781"/>
                    <a:pt x="16781" y="21600"/>
                    <a:pt x="10796" y="21600"/>
                  </a:cubicBezTo>
                  <a:cubicBezTo>
                    <a:pt x="4811" y="21600"/>
                    <a:pt x="0" y="16781"/>
                    <a:pt x="0" y="10796"/>
                  </a:cubicBezTo>
                  <a:cubicBezTo>
                    <a:pt x="0" y="4811"/>
                    <a:pt x="4811" y="0"/>
                    <a:pt x="10796" y="0"/>
                  </a:cubicBezTo>
                  <a:cubicBezTo>
                    <a:pt x="16781" y="0"/>
                    <a:pt x="21600" y="4811"/>
                    <a:pt x="21600" y="10796"/>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603" name="Google Shape;573;p29"/>
            <p:cNvSpPr/>
            <p:nvPr/>
          </p:nvSpPr>
          <p:spPr>
            <a:xfrm>
              <a:off x="2007090" y="84934"/>
              <a:ext cx="55303" cy="55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cubicBezTo>
                    <a:pt x="21600" y="16787"/>
                    <a:pt x="16789" y="21600"/>
                    <a:pt x="10804" y="21600"/>
                  </a:cubicBezTo>
                  <a:cubicBezTo>
                    <a:pt x="4819" y="21600"/>
                    <a:pt x="0" y="16787"/>
                    <a:pt x="0" y="10800"/>
                  </a:cubicBezTo>
                  <a:cubicBezTo>
                    <a:pt x="0" y="4813"/>
                    <a:pt x="4819" y="0"/>
                    <a:pt x="10804" y="0"/>
                  </a:cubicBezTo>
                  <a:cubicBezTo>
                    <a:pt x="16789" y="0"/>
                    <a:pt x="21600" y="4813"/>
                    <a:pt x="21600" y="1080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grpSp>
      <p:grpSp>
        <p:nvGrpSpPr>
          <p:cNvPr id="607" name="Google Shape;574;p29"/>
          <p:cNvGrpSpPr/>
          <p:nvPr/>
        </p:nvGrpSpPr>
        <p:grpSpPr>
          <a:xfrm>
            <a:off x="5173574" y="1318767"/>
            <a:ext cx="2982454" cy="1393039"/>
            <a:chOff x="0" y="0"/>
            <a:chExt cx="2982453" cy="1393038"/>
          </a:xfrm>
        </p:grpSpPr>
        <p:sp>
          <p:nvSpPr>
            <p:cNvPr id="605" name="Dikdörtgen"/>
            <p:cNvSpPr/>
            <p:nvPr/>
          </p:nvSpPr>
          <p:spPr>
            <a:xfrm>
              <a:off x="-1" y="-1"/>
              <a:ext cx="2982455" cy="1393040"/>
            </a:xfrm>
            <a:prstGeom prst="rect">
              <a:avLst/>
            </a:prstGeom>
            <a:solidFill>
              <a:schemeClr val="accent2"/>
            </a:solidFill>
            <a:ln w="28575" cap="flat">
              <a:solidFill>
                <a:schemeClr val="accent4"/>
              </a:solidFill>
              <a:prstDash val="solid"/>
              <a:round/>
            </a:ln>
            <a:effectLst/>
          </p:spPr>
          <p:txBody>
            <a:bodyPr wrap="square" lIns="45719" tIns="45719" rIns="45719" bIns="45719" numCol="1" anchor="ctr">
              <a:noAutofit/>
            </a:bodyPr>
            <a:lstStyle/>
            <a:p>
              <a:pPr algn="ctr">
                <a:defRPr b="1" sz="3000">
                  <a:solidFill>
                    <a:schemeClr val="accent4"/>
                  </a:solidFill>
                  <a:latin typeface="Montserrat"/>
                  <a:ea typeface="Montserrat"/>
                  <a:cs typeface="Montserrat"/>
                  <a:sym typeface="Montserrat"/>
                </a:defRPr>
              </a:pPr>
            </a:p>
          </p:txBody>
        </p:sp>
        <p:sp>
          <p:nvSpPr>
            <p:cNvPr id="606" name="Analysis clustering models"/>
            <p:cNvSpPr txBox="1"/>
            <p:nvPr/>
          </p:nvSpPr>
          <p:spPr>
            <a:xfrm>
              <a:off x="14287" y="14287"/>
              <a:ext cx="2953879" cy="1364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normAutofit fontScale="100000" lnSpcReduction="0"/>
            </a:bodyPr>
            <a:lstStyle>
              <a:lvl1pPr algn="ctr" defTabSz="768095">
                <a:defRPr b="1" sz="2520">
                  <a:solidFill>
                    <a:schemeClr val="accent4"/>
                  </a:solidFill>
                  <a:latin typeface="Montserrat"/>
                  <a:ea typeface="Montserrat"/>
                  <a:cs typeface="Montserrat"/>
                  <a:sym typeface="Montserrat"/>
                </a:defRPr>
              </a:lvl1pPr>
            </a:lstStyle>
            <a:p>
              <a:pPr/>
              <a:r>
                <a:t>Analysis clustering models</a:t>
              </a:r>
            </a:p>
          </p:txBody>
        </p:sp>
      </p:gr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9" name="Google Shape;2433;p38"/>
          <p:cNvSpPr/>
          <p:nvPr/>
        </p:nvSpPr>
        <p:spPr>
          <a:xfrm flipH="1">
            <a:off x="708374" y="771152"/>
            <a:ext cx="1" cy="1994101"/>
          </a:xfrm>
          <a:prstGeom prst="line">
            <a:avLst/>
          </a:prstGeom>
          <a:ln w="28575">
            <a:solidFill>
              <a:schemeClr val="accent4"/>
            </a:solidFill>
          </a:ln>
        </p:spPr>
        <p:txBody>
          <a:bodyPr lIns="45719" rIns="45719"/>
          <a:lstStyle/>
          <a:p>
            <a:pPr/>
          </a:p>
        </p:txBody>
      </p:sp>
      <p:sp>
        <p:nvSpPr>
          <p:cNvPr id="610" name="Google Shape;2434;p38"/>
          <p:cNvSpPr/>
          <p:nvPr/>
        </p:nvSpPr>
        <p:spPr>
          <a:xfrm>
            <a:off x="720700" y="1051149"/>
            <a:ext cx="8423400" cy="1"/>
          </a:xfrm>
          <a:prstGeom prst="line">
            <a:avLst/>
          </a:prstGeom>
          <a:ln w="28575">
            <a:solidFill>
              <a:schemeClr val="accent4"/>
            </a:solidFill>
          </a:ln>
        </p:spPr>
        <p:txBody>
          <a:bodyPr lIns="45719" rIns="45719"/>
          <a:lstStyle/>
          <a:p>
            <a:pPr/>
          </a:p>
        </p:txBody>
      </p:sp>
      <p:sp>
        <p:nvSpPr>
          <p:cNvPr id="611" name="Google Shape;2435;p38"/>
          <p:cNvSpPr/>
          <p:nvPr/>
        </p:nvSpPr>
        <p:spPr>
          <a:xfrm>
            <a:off x="720700" y="784499"/>
            <a:ext cx="8423400" cy="1"/>
          </a:xfrm>
          <a:prstGeom prst="line">
            <a:avLst/>
          </a:prstGeom>
          <a:ln w="28575">
            <a:solidFill>
              <a:schemeClr val="accent4"/>
            </a:solidFill>
          </a:ln>
        </p:spPr>
        <p:txBody>
          <a:bodyPr lIns="45719" rIns="45719"/>
          <a:lstStyle/>
          <a:p>
            <a:pPr/>
          </a:p>
        </p:txBody>
      </p:sp>
      <p:sp>
        <p:nvSpPr>
          <p:cNvPr id="612" name="Google Shape;2436;p38"/>
          <p:cNvSpPr/>
          <p:nvPr/>
        </p:nvSpPr>
        <p:spPr>
          <a:xfrm>
            <a:off x="720700" y="917824"/>
            <a:ext cx="8423400" cy="1"/>
          </a:xfrm>
          <a:prstGeom prst="line">
            <a:avLst/>
          </a:prstGeom>
          <a:ln w="28575">
            <a:solidFill>
              <a:schemeClr val="accent4"/>
            </a:solidFill>
          </a:ln>
        </p:spPr>
        <p:txBody>
          <a:bodyPr lIns="45719" rIns="45719"/>
          <a:lstStyle/>
          <a:p>
            <a:pPr/>
          </a:p>
        </p:txBody>
      </p:sp>
      <p:sp>
        <p:nvSpPr>
          <p:cNvPr id="613" name="Google Shape;2437;p38"/>
          <p:cNvSpPr/>
          <p:nvPr/>
        </p:nvSpPr>
        <p:spPr>
          <a:xfrm flipH="1">
            <a:off x="100" y="2755595"/>
            <a:ext cx="720601" cy="1"/>
          </a:xfrm>
          <a:prstGeom prst="line">
            <a:avLst/>
          </a:prstGeom>
          <a:ln w="28575">
            <a:solidFill>
              <a:schemeClr val="accent4"/>
            </a:solidFill>
          </a:ln>
        </p:spPr>
        <p:txBody>
          <a:bodyPr lIns="45719" rIns="45719"/>
          <a:lstStyle/>
          <a:p>
            <a:pPr/>
          </a:p>
        </p:txBody>
      </p:sp>
      <p:sp>
        <p:nvSpPr>
          <p:cNvPr id="614" name="Google Shape;2438;p38"/>
          <p:cNvSpPr txBox="1"/>
          <p:nvPr>
            <p:ph type="title"/>
          </p:nvPr>
        </p:nvSpPr>
        <p:spPr>
          <a:xfrm>
            <a:off x="1761149" y="554700"/>
            <a:ext cx="5621702" cy="572701"/>
          </a:xfrm>
          <a:prstGeom prst="rect">
            <a:avLst/>
          </a:prstGeom>
        </p:spPr>
        <p:txBody>
          <a:bodyPr/>
          <a:lstStyle>
            <a:lvl1pPr defTabSz="685800">
              <a:defRPr sz="2250"/>
            </a:lvl1pPr>
          </a:lstStyle>
          <a:p>
            <a:pPr/>
            <a:r>
              <a:t>K-means clustering</a:t>
            </a:r>
          </a:p>
        </p:txBody>
      </p:sp>
      <p:sp>
        <p:nvSpPr>
          <p:cNvPr id="615" name="TextBox 1"/>
          <p:cNvSpPr txBox="1"/>
          <p:nvPr/>
        </p:nvSpPr>
        <p:spPr>
          <a:xfrm>
            <a:off x="1327982" y="1260724"/>
            <a:ext cx="6267319" cy="898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K-means algorithm is an iterative algorithm; it defines k subgroups and performs repetitive calculations (on data points to decide which cluster they should be in ), it stops when data points don't change location.</a:t>
            </a:r>
          </a:p>
        </p:txBody>
      </p:sp>
      <p:sp>
        <p:nvSpPr>
          <p:cNvPr id="616" name="Google Shape;2433;p38"/>
          <p:cNvSpPr/>
          <p:nvPr/>
        </p:nvSpPr>
        <p:spPr>
          <a:xfrm>
            <a:off x="4339699" y="2142752"/>
            <a:ext cx="11584" cy="2807620"/>
          </a:xfrm>
          <a:prstGeom prst="line">
            <a:avLst/>
          </a:prstGeom>
          <a:ln w="28575">
            <a:solidFill>
              <a:schemeClr val="accent4"/>
            </a:solidFill>
          </a:ln>
        </p:spPr>
        <p:txBody>
          <a:bodyPr lIns="45719" rIns="45719"/>
          <a:lstStyle/>
          <a:p>
            <a:pPr/>
          </a:p>
        </p:txBody>
      </p:sp>
      <p:sp>
        <p:nvSpPr>
          <p:cNvPr id="617" name="TextBox 6"/>
          <p:cNvSpPr txBox="1"/>
          <p:nvPr/>
        </p:nvSpPr>
        <p:spPr>
          <a:xfrm>
            <a:off x="4422205" y="2270515"/>
            <a:ext cx="2940795"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Clusters assigned</a:t>
            </a:r>
          </a:p>
          <a:p>
            <a:pPr>
              <a:defRPr>
                <a:solidFill>
                  <a:srgbClr val="FFFFFF"/>
                </a:solidFill>
              </a:defRPr>
            </a:pPr>
            <a:r>
              <a:t> for each row:</a:t>
            </a:r>
          </a:p>
        </p:txBody>
      </p:sp>
      <p:pic>
        <p:nvPicPr>
          <p:cNvPr id="618" name="Picture 7" descr="Picture 7"/>
          <p:cNvPicPr>
            <a:picLocks noChangeAspect="1"/>
          </p:cNvPicPr>
          <p:nvPr/>
        </p:nvPicPr>
        <p:blipFill>
          <a:blip r:embed="rId2">
            <a:extLst/>
          </a:blip>
          <a:srcRect l="0" t="11266" r="0" b="0"/>
          <a:stretch>
            <a:fillRect/>
          </a:stretch>
        </p:blipFill>
        <p:spPr>
          <a:xfrm>
            <a:off x="192089" y="3341745"/>
            <a:ext cx="4029637" cy="409633"/>
          </a:xfrm>
          <a:prstGeom prst="rect">
            <a:avLst/>
          </a:prstGeom>
          <a:ln w="12700">
            <a:miter lim="400000"/>
          </a:ln>
        </p:spPr>
      </p:pic>
      <p:sp>
        <p:nvSpPr>
          <p:cNvPr id="619" name="TextBox 2444"/>
          <p:cNvSpPr txBox="1"/>
          <p:nvPr/>
        </p:nvSpPr>
        <p:spPr>
          <a:xfrm>
            <a:off x="1740888" y="2348154"/>
            <a:ext cx="2494106"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Applying K-means:</a:t>
            </a:r>
          </a:p>
        </p:txBody>
      </p:sp>
      <p:pic>
        <p:nvPicPr>
          <p:cNvPr id="620" name="Picture 8" descr="Picture 8"/>
          <p:cNvPicPr>
            <a:picLocks noChangeAspect="1"/>
          </p:cNvPicPr>
          <p:nvPr/>
        </p:nvPicPr>
        <p:blipFill>
          <a:blip r:embed="rId3">
            <a:extLst/>
          </a:blip>
          <a:stretch>
            <a:fillRect/>
          </a:stretch>
        </p:blipFill>
        <p:spPr>
          <a:xfrm>
            <a:off x="6549504" y="2270515"/>
            <a:ext cx="833347" cy="2679858"/>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2" name="TextBox 1"/>
          <p:cNvSpPr txBox="1"/>
          <p:nvPr/>
        </p:nvSpPr>
        <p:spPr>
          <a:xfrm>
            <a:off x="419909" y="672618"/>
            <a:ext cx="639762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Showing the clustering between 2 proteins by K-means clustering:</a:t>
            </a:r>
          </a:p>
        </p:txBody>
      </p:sp>
      <p:pic>
        <p:nvPicPr>
          <p:cNvPr id="623" name="Picture 2" descr="Picture 2"/>
          <p:cNvPicPr>
            <a:picLocks noChangeAspect="1"/>
          </p:cNvPicPr>
          <p:nvPr/>
        </p:nvPicPr>
        <p:blipFill>
          <a:blip r:embed="rId2">
            <a:extLst/>
          </a:blip>
          <a:stretch>
            <a:fillRect/>
          </a:stretch>
        </p:blipFill>
        <p:spPr>
          <a:xfrm>
            <a:off x="999626" y="1210505"/>
            <a:ext cx="5758526" cy="3585643"/>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5" name="Google Shape;2433;p38"/>
          <p:cNvSpPr/>
          <p:nvPr/>
        </p:nvSpPr>
        <p:spPr>
          <a:xfrm flipH="1">
            <a:off x="708374" y="771152"/>
            <a:ext cx="1" cy="1994101"/>
          </a:xfrm>
          <a:prstGeom prst="line">
            <a:avLst/>
          </a:prstGeom>
          <a:ln w="28575">
            <a:solidFill>
              <a:schemeClr val="accent4"/>
            </a:solidFill>
          </a:ln>
        </p:spPr>
        <p:txBody>
          <a:bodyPr lIns="45719" rIns="45719"/>
          <a:lstStyle/>
          <a:p>
            <a:pPr/>
          </a:p>
        </p:txBody>
      </p:sp>
      <p:sp>
        <p:nvSpPr>
          <p:cNvPr id="626" name="Google Shape;2434;p38"/>
          <p:cNvSpPr/>
          <p:nvPr/>
        </p:nvSpPr>
        <p:spPr>
          <a:xfrm>
            <a:off x="720700" y="1051149"/>
            <a:ext cx="8423400" cy="1"/>
          </a:xfrm>
          <a:prstGeom prst="line">
            <a:avLst/>
          </a:prstGeom>
          <a:ln w="28575">
            <a:solidFill>
              <a:schemeClr val="accent4"/>
            </a:solidFill>
          </a:ln>
        </p:spPr>
        <p:txBody>
          <a:bodyPr lIns="45719" rIns="45719"/>
          <a:lstStyle/>
          <a:p>
            <a:pPr/>
          </a:p>
        </p:txBody>
      </p:sp>
      <p:sp>
        <p:nvSpPr>
          <p:cNvPr id="627" name="Google Shape;2435;p38"/>
          <p:cNvSpPr/>
          <p:nvPr/>
        </p:nvSpPr>
        <p:spPr>
          <a:xfrm>
            <a:off x="720700" y="784499"/>
            <a:ext cx="8423400" cy="1"/>
          </a:xfrm>
          <a:prstGeom prst="line">
            <a:avLst/>
          </a:prstGeom>
          <a:ln w="28575">
            <a:solidFill>
              <a:schemeClr val="accent4"/>
            </a:solidFill>
          </a:ln>
        </p:spPr>
        <p:txBody>
          <a:bodyPr lIns="45719" rIns="45719"/>
          <a:lstStyle/>
          <a:p>
            <a:pPr/>
          </a:p>
        </p:txBody>
      </p:sp>
      <p:sp>
        <p:nvSpPr>
          <p:cNvPr id="628" name="Google Shape;2436;p38"/>
          <p:cNvSpPr/>
          <p:nvPr/>
        </p:nvSpPr>
        <p:spPr>
          <a:xfrm>
            <a:off x="720700" y="917824"/>
            <a:ext cx="8423400" cy="1"/>
          </a:xfrm>
          <a:prstGeom prst="line">
            <a:avLst/>
          </a:prstGeom>
          <a:ln w="28575">
            <a:solidFill>
              <a:schemeClr val="accent4"/>
            </a:solidFill>
          </a:ln>
        </p:spPr>
        <p:txBody>
          <a:bodyPr lIns="45719" rIns="45719"/>
          <a:lstStyle/>
          <a:p>
            <a:pPr/>
          </a:p>
        </p:txBody>
      </p:sp>
      <p:sp>
        <p:nvSpPr>
          <p:cNvPr id="629" name="Google Shape;2437;p38"/>
          <p:cNvSpPr/>
          <p:nvPr/>
        </p:nvSpPr>
        <p:spPr>
          <a:xfrm flipH="1">
            <a:off x="100" y="2755595"/>
            <a:ext cx="720601" cy="1"/>
          </a:xfrm>
          <a:prstGeom prst="line">
            <a:avLst/>
          </a:prstGeom>
          <a:ln w="28575">
            <a:solidFill>
              <a:schemeClr val="accent4"/>
            </a:solidFill>
          </a:ln>
        </p:spPr>
        <p:txBody>
          <a:bodyPr lIns="45719" rIns="45719"/>
          <a:lstStyle/>
          <a:p>
            <a:pPr/>
          </a:p>
        </p:txBody>
      </p:sp>
      <p:sp>
        <p:nvSpPr>
          <p:cNvPr id="630" name="Google Shape;2438;p38"/>
          <p:cNvSpPr txBox="1"/>
          <p:nvPr>
            <p:ph type="title"/>
          </p:nvPr>
        </p:nvSpPr>
        <p:spPr>
          <a:xfrm>
            <a:off x="1761149" y="554700"/>
            <a:ext cx="5621702" cy="572701"/>
          </a:xfrm>
          <a:prstGeom prst="rect">
            <a:avLst/>
          </a:prstGeom>
        </p:spPr>
        <p:txBody>
          <a:bodyPr/>
          <a:lstStyle>
            <a:lvl1pPr defTabSz="685800">
              <a:defRPr sz="2250"/>
            </a:lvl1pPr>
          </a:lstStyle>
          <a:p>
            <a:pPr/>
            <a:r>
              <a:t>Agnes clustering</a:t>
            </a:r>
          </a:p>
        </p:txBody>
      </p:sp>
      <p:sp>
        <p:nvSpPr>
          <p:cNvPr id="631" name="TextBox 1"/>
          <p:cNvSpPr txBox="1"/>
          <p:nvPr/>
        </p:nvSpPr>
        <p:spPr>
          <a:xfrm>
            <a:off x="1327982" y="1260724"/>
            <a:ext cx="6267319" cy="898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Agnes algorithm: The algorithm clusters data points by taking each object as a singleton cluster. sooner, it pairs clusters upon their similarity until they become one big cluster containing all objects.</a:t>
            </a:r>
          </a:p>
          <a:p>
            <a:pPr>
              <a:defRPr>
                <a:solidFill>
                  <a:srgbClr val="FFFFFF"/>
                </a:solidFill>
              </a:defRPr>
            </a:pPr>
            <a:r>
              <a:t>this results in a tree called a dendrogram.</a:t>
            </a:r>
          </a:p>
        </p:txBody>
      </p:sp>
      <p:sp>
        <p:nvSpPr>
          <p:cNvPr id="632" name="Google Shape;2433;p38"/>
          <p:cNvSpPr/>
          <p:nvPr/>
        </p:nvSpPr>
        <p:spPr>
          <a:xfrm flipH="1">
            <a:off x="4918417" y="2264682"/>
            <a:ext cx="31955" cy="2685691"/>
          </a:xfrm>
          <a:prstGeom prst="line">
            <a:avLst/>
          </a:prstGeom>
          <a:ln w="28575">
            <a:solidFill>
              <a:schemeClr val="accent4"/>
            </a:solidFill>
          </a:ln>
        </p:spPr>
        <p:txBody>
          <a:bodyPr lIns="45719" rIns="45719"/>
          <a:lstStyle/>
          <a:p>
            <a:pPr/>
          </a:p>
        </p:txBody>
      </p:sp>
      <p:sp>
        <p:nvSpPr>
          <p:cNvPr id="633" name="TextBox 6"/>
          <p:cNvSpPr txBox="1"/>
          <p:nvPr/>
        </p:nvSpPr>
        <p:spPr>
          <a:xfrm>
            <a:off x="4996091" y="2320972"/>
            <a:ext cx="294079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Clusters assigned</a:t>
            </a:r>
          </a:p>
          <a:p>
            <a:pPr>
              <a:defRPr>
                <a:solidFill>
                  <a:srgbClr val="FFFFFF"/>
                </a:solidFill>
              </a:defRPr>
            </a:pPr>
            <a:r>
              <a:t> for each row:</a:t>
            </a:r>
          </a:p>
        </p:txBody>
      </p:sp>
      <p:sp>
        <p:nvSpPr>
          <p:cNvPr id="634" name="TextBox 2444"/>
          <p:cNvSpPr txBox="1"/>
          <p:nvPr/>
        </p:nvSpPr>
        <p:spPr>
          <a:xfrm>
            <a:off x="1740888" y="2348154"/>
            <a:ext cx="2494106"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Applying AGNES:</a:t>
            </a:r>
          </a:p>
        </p:txBody>
      </p:sp>
      <p:pic>
        <p:nvPicPr>
          <p:cNvPr id="635" name="Ekran Resmi 2021-01-18 02.00.58.png" descr="Ekran Resmi 2021-01-18 02.00.58.png"/>
          <p:cNvPicPr>
            <a:picLocks noChangeAspect="1"/>
          </p:cNvPicPr>
          <p:nvPr/>
        </p:nvPicPr>
        <p:blipFill>
          <a:blip r:embed="rId2">
            <a:extLst/>
          </a:blip>
          <a:stretch>
            <a:fillRect/>
          </a:stretch>
        </p:blipFill>
        <p:spPr>
          <a:xfrm>
            <a:off x="29208" y="2974820"/>
            <a:ext cx="4843490" cy="236007"/>
          </a:xfrm>
          <a:prstGeom prst="rect">
            <a:avLst/>
          </a:prstGeom>
          <a:ln w="12700">
            <a:miter lim="400000"/>
          </a:ln>
        </p:spPr>
      </p:pic>
      <p:pic>
        <p:nvPicPr>
          <p:cNvPr id="636" name="Ekran Resmi 2021-01-18 02.02.31.png" descr="Ekran Resmi 2021-01-18 02.02.31.png"/>
          <p:cNvPicPr>
            <a:picLocks noChangeAspect="1"/>
          </p:cNvPicPr>
          <p:nvPr/>
        </p:nvPicPr>
        <p:blipFill>
          <a:blip r:embed="rId3">
            <a:extLst/>
          </a:blip>
          <a:stretch>
            <a:fillRect/>
          </a:stretch>
        </p:blipFill>
        <p:spPr>
          <a:xfrm>
            <a:off x="7258486" y="2492566"/>
            <a:ext cx="720601" cy="2374189"/>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8" name="TextBox 1"/>
          <p:cNvSpPr txBox="1"/>
          <p:nvPr/>
        </p:nvSpPr>
        <p:spPr>
          <a:xfrm>
            <a:off x="346336" y="283735"/>
            <a:ext cx="639762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The resulted dendogram by AGNES clustering:</a:t>
            </a:r>
          </a:p>
        </p:txBody>
      </p:sp>
      <p:pic>
        <p:nvPicPr>
          <p:cNvPr id="639" name="Ekran Resmi 2021-01-18 02.03.56.png" descr="Ekran Resmi 2021-01-18 02.03.56.png"/>
          <p:cNvPicPr>
            <a:picLocks noChangeAspect="1"/>
          </p:cNvPicPr>
          <p:nvPr/>
        </p:nvPicPr>
        <p:blipFill>
          <a:blip r:embed="rId2">
            <a:extLst/>
          </a:blip>
          <a:stretch>
            <a:fillRect/>
          </a:stretch>
        </p:blipFill>
        <p:spPr>
          <a:xfrm>
            <a:off x="1323082" y="899347"/>
            <a:ext cx="5952505" cy="4093493"/>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1" name="TextBox 1"/>
          <p:cNvSpPr txBox="1"/>
          <p:nvPr/>
        </p:nvSpPr>
        <p:spPr>
          <a:xfrm>
            <a:off x="419909" y="672618"/>
            <a:ext cx="639762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Showing the clustering between 2 proteins by AGNES clustering:</a:t>
            </a:r>
          </a:p>
        </p:txBody>
      </p:sp>
      <p:pic>
        <p:nvPicPr>
          <p:cNvPr id="642" name="Ekran Resmi 2021-01-18 02.05.18.png" descr="Ekran Resmi 2021-01-18 02.05.18.png"/>
          <p:cNvPicPr>
            <a:picLocks noChangeAspect="1"/>
          </p:cNvPicPr>
          <p:nvPr/>
        </p:nvPicPr>
        <p:blipFill>
          <a:blip r:embed="rId2">
            <a:extLst/>
          </a:blip>
          <a:stretch>
            <a:fillRect/>
          </a:stretch>
        </p:blipFill>
        <p:spPr>
          <a:xfrm>
            <a:off x="1633978" y="1055342"/>
            <a:ext cx="5876044" cy="3849822"/>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4" name="Google Shape;2433;p38"/>
          <p:cNvSpPr/>
          <p:nvPr/>
        </p:nvSpPr>
        <p:spPr>
          <a:xfrm flipH="1">
            <a:off x="708374" y="771152"/>
            <a:ext cx="1" cy="1994101"/>
          </a:xfrm>
          <a:prstGeom prst="line">
            <a:avLst/>
          </a:prstGeom>
          <a:ln w="28575">
            <a:solidFill>
              <a:schemeClr val="accent4"/>
            </a:solidFill>
          </a:ln>
        </p:spPr>
        <p:txBody>
          <a:bodyPr lIns="45719" rIns="45719"/>
          <a:lstStyle/>
          <a:p>
            <a:pPr/>
          </a:p>
        </p:txBody>
      </p:sp>
      <p:sp>
        <p:nvSpPr>
          <p:cNvPr id="645" name="Google Shape;2434;p38"/>
          <p:cNvSpPr/>
          <p:nvPr/>
        </p:nvSpPr>
        <p:spPr>
          <a:xfrm>
            <a:off x="720700" y="1051149"/>
            <a:ext cx="8423400" cy="1"/>
          </a:xfrm>
          <a:prstGeom prst="line">
            <a:avLst/>
          </a:prstGeom>
          <a:ln w="28575">
            <a:solidFill>
              <a:schemeClr val="accent4"/>
            </a:solidFill>
          </a:ln>
        </p:spPr>
        <p:txBody>
          <a:bodyPr lIns="45719" rIns="45719"/>
          <a:lstStyle/>
          <a:p>
            <a:pPr/>
          </a:p>
        </p:txBody>
      </p:sp>
      <p:sp>
        <p:nvSpPr>
          <p:cNvPr id="646" name="Google Shape;2435;p38"/>
          <p:cNvSpPr/>
          <p:nvPr/>
        </p:nvSpPr>
        <p:spPr>
          <a:xfrm>
            <a:off x="720700" y="784499"/>
            <a:ext cx="8423400" cy="1"/>
          </a:xfrm>
          <a:prstGeom prst="line">
            <a:avLst/>
          </a:prstGeom>
          <a:ln w="28575">
            <a:solidFill>
              <a:schemeClr val="accent4"/>
            </a:solidFill>
          </a:ln>
        </p:spPr>
        <p:txBody>
          <a:bodyPr lIns="45719" rIns="45719"/>
          <a:lstStyle/>
          <a:p>
            <a:pPr/>
          </a:p>
        </p:txBody>
      </p:sp>
      <p:sp>
        <p:nvSpPr>
          <p:cNvPr id="647" name="Google Shape;2436;p38"/>
          <p:cNvSpPr/>
          <p:nvPr/>
        </p:nvSpPr>
        <p:spPr>
          <a:xfrm>
            <a:off x="720700" y="917824"/>
            <a:ext cx="8423400" cy="1"/>
          </a:xfrm>
          <a:prstGeom prst="line">
            <a:avLst/>
          </a:prstGeom>
          <a:ln w="28575">
            <a:solidFill>
              <a:schemeClr val="accent4"/>
            </a:solidFill>
          </a:ln>
        </p:spPr>
        <p:txBody>
          <a:bodyPr lIns="45719" rIns="45719"/>
          <a:lstStyle/>
          <a:p>
            <a:pPr/>
          </a:p>
        </p:txBody>
      </p:sp>
      <p:sp>
        <p:nvSpPr>
          <p:cNvPr id="648" name="Google Shape;2437;p38"/>
          <p:cNvSpPr/>
          <p:nvPr/>
        </p:nvSpPr>
        <p:spPr>
          <a:xfrm flipH="1">
            <a:off x="100" y="2755595"/>
            <a:ext cx="720601" cy="1"/>
          </a:xfrm>
          <a:prstGeom prst="line">
            <a:avLst/>
          </a:prstGeom>
          <a:ln w="28575">
            <a:solidFill>
              <a:schemeClr val="accent4"/>
            </a:solidFill>
          </a:ln>
        </p:spPr>
        <p:txBody>
          <a:bodyPr lIns="45719" rIns="45719"/>
          <a:lstStyle/>
          <a:p>
            <a:pPr/>
          </a:p>
        </p:txBody>
      </p:sp>
      <p:sp>
        <p:nvSpPr>
          <p:cNvPr id="649" name="Google Shape;2438;p38"/>
          <p:cNvSpPr txBox="1"/>
          <p:nvPr>
            <p:ph type="title"/>
          </p:nvPr>
        </p:nvSpPr>
        <p:spPr>
          <a:xfrm>
            <a:off x="1761149" y="554700"/>
            <a:ext cx="5621702" cy="572701"/>
          </a:xfrm>
          <a:prstGeom prst="rect">
            <a:avLst/>
          </a:prstGeom>
        </p:spPr>
        <p:txBody>
          <a:bodyPr/>
          <a:lstStyle>
            <a:lvl1pPr defTabSz="685800">
              <a:defRPr sz="2250"/>
            </a:lvl1pPr>
          </a:lstStyle>
          <a:p>
            <a:pPr/>
            <a:r>
              <a:t>Agnes clustering</a:t>
            </a:r>
          </a:p>
        </p:txBody>
      </p:sp>
      <p:sp>
        <p:nvSpPr>
          <p:cNvPr id="650" name="TextBox 1"/>
          <p:cNvSpPr txBox="1"/>
          <p:nvPr/>
        </p:nvSpPr>
        <p:spPr>
          <a:xfrm>
            <a:off x="1327982" y="1260724"/>
            <a:ext cx="6267319" cy="898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Agnes algorithm: The algorithm clusters data points by taking each object as a singleton cluster. sooner, it pairs clusters upon their similarity until they become one big cluster containing all objects.</a:t>
            </a:r>
          </a:p>
          <a:p>
            <a:pPr>
              <a:defRPr>
                <a:solidFill>
                  <a:srgbClr val="FFFFFF"/>
                </a:solidFill>
              </a:defRPr>
            </a:pPr>
            <a:r>
              <a:t>this results in a tree called a dendrogram.</a:t>
            </a:r>
          </a:p>
        </p:txBody>
      </p:sp>
      <p:sp>
        <p:nvSpPr>
          <p:cNvPr id="651" name="Google Shape;2433;p38"/>
          <p:cNvSpPr/>
          <p:nvPr/>
        </p:nvSpPr>
        <p:spPr>
          <a:xfrm flipH="1">
            <a:off x="4918417" y="2264682"/>
            <a:ext cx="31955" cy="2685691"/>
          </a:xfrm>
          <a:prstGeom prst="line">
            <a:avLst/>
          </a:prstGeom>
          <a:ln w="28575">
            <a:solidFill>
              <a:schemeClr val="accent4"/>
            </a:solidFill>
          </a:ln>
        </p:spPr>
        <p:txBody>
          <a:bodyPr lIns="45719" rIns="45719"/>
          <a:lstStyle/>
          <a:p>
            <a:pPr/>
          </a:p>
        </p:txBody>
      </p:sp>
      <p:sp>
        <p:nvSpPr>
          <p:cNvPr id="652" name="TextBox 6"/>
          <p:cNvSpPr txBox="1"/>
          <p:nvPr/>
        </p:nvSpPr>
        <p:spPr>
          <a:xfrm>
            <a:off x="4996091" y="2320972"/>
            <a:ext cx="294079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Clusters assigned</a:t>
            </a:r>
          </a:p>
          <a:p>
            <a:pPr>
              <a:defRPr>
                <a:solidFill>
                  <a:srgbClr val="FFFFFF"/>
                </a:solidFill>
              </a:defRPr>
            </a:pPr>
            <a:r>
              <a:t> for each row:</a:t>
            </a:r>
          </a:p>
        </p:txBody>
      </p:sp>
      <p:sp>
        <p:nvSpPr>
          <p:cNvPr id="653" name="TextBox 2444"/>
          <p:cNvSpPr txBox="1"/>
          <p:nvPr/>
        </p:nvSpPr>
        <p:spPr>
          <a:xfrm>
            <a:off x="1740888" y="2348154"/>
            <a:ext cx="2494106"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Applying AGNES:</a:t>
            </a:r>
          </a:p>
        </p:txBody>
      </p:sp>
      <p:pic>
        <p:nvPicPr>
          <p:cNvPr id="654" name="Picture 2" descr="Picture 2"/>
          <p:cNvPicPr>
            <a:picLocks noChangeAspect="1"/>
          </p:cNvPicPr>
          <p:nvPr/>
        </p:nvPicPr>
        <p:blipFill>
          <a:blip r:embed="rId2">
            <a:extLst/>
          </a:blip>
          <a:stretch>
            <a:fillRect/>
          </a:stretch>
        </p:blipFill>
        <p:spPr>
          <a:xfrm>
            <a:off x="99" y="3123547"/>
            <a:ext cx="4874781" cy="502523"/>
          </a:xfrm>
          <a:prstGeom prst="rect">
            <a:avLst/>
          </a:prstGeom>
          <a:ln w="12700">
            <a:miter lim="400000"/>
          </a:ln>
        </p:spPr>
      </p:pic>
      <p:pic>
        <p:nvPicPr>
          <p:cNvPr id="655" name="Picture 3" descr="Picture 3"/>
          <p:cNvPicPr>
            <a:picLocks noChangeAspect="1"/>
          </p:cNvPicPr>
          <p:nvPr/>
        </p:nvPicPr>
        <p:blipFill>
          <a:blip r:embed="rId3">
            <a:extLst/>
          </a:blip>
          <a:stretch>
            <a:fillRect/>
          </a:stretch>
        </p:blipFill>
        <p:spPr>
          <a:xfrm>
            <a:off x="6969930" y="2264681"/>
            <a:ext cx="825840" cy="2563761"/>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7" name="TextBox 1"/>
          <p:cNvSpPr txBox="1"/>
          <p:nvPr/>
        </p:nvSpPr>
        <p:spPr>
          <a:xfrm>
            <a:off x="346336" y="283735"/>
            <a:ext cx="639762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The resulted dendogram by AGNES clustering:</a:t>
            </a:r>
          </a:p>
        </p:txBody>
      </p:sp>
      <p:pic>
        <p:nvPicPr>
          <p:cNvPr id="658" name="Picture 2" descr="Picture 2"/>
          <p:cNvPicPr>
            <a:picLocks noChangeAspect="1"/>
          </p:cNvPicPr>
          <p:nvPr/>
        </p:nvPicPr>
        <p:blipFill>
          <a:blip r:embed="rId2">
            <a:extLst/>
          </a:blip>
          <a:stretch>
            <a:fillRect/>
          </a:stretch>
        </p:blipFill>
        <p:spPr>
          <a:xfrm>
            <a:off x="1361626" y="683172"/>
            <a:ext cx="6420748" cy="4120056"/>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0" name="TextBox 1"/>
          <p:cNvSpPr txBox="1"/>
          <p:nvPr/>
        </p:nvSpPr>
        <p:spPr>
          <a:xfrm>
            <a:off x="419909" y="672618"/>
            <a:ext cx="639762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Showing the clustering between 2 proteins by AGNES clustering:</a:t>
            </a:r>
          </a:p>
        </p:txBody>
      </p:sp>
      <p:pic>
        <p:nvPicPr>
          <p:cNvPr id="661" name="Picture 3" descr="Picture 3"/>
          <p:cNvPicPr>
            <a:picLocks noChangeAspect="1"/>
          </p:cNvPicPr>
          <p:nvPr/>
        </p:nvPicPr>
        <p:blipFill>
          <a:blip r:embed="rId2">
            <a:extLst/>
          </a:blip>
          <a:stretch>
            <a:fillRect/>
          </a:stretch>
        </p:blipFill>
        <p:spPr>
          <a:xfrm>
            <a:off x="1003648" y="1072055"/>
            <a:ext cx="5943692" cy="3746924"/>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3" name="Google Shape;2433;p38"/>
          <p:cNvSpPr/>
          <p:nvPr/>
        </p:nvSpPr>
        <p:spPr>
          <a:xfrm flipH="1">
            <a:off x="708374" y="771152"/>
            <a:ext cx="1" cy="1994101"/>
          </a:xfrm>
          <a:prstGeom prst="line">
            <a:avLst/>
          </a:prstGeom>
          <a:ln w="28575">
            <a:solidFill>
              <a:schemeClr val="accent4"/>
            </a:solidFill>
          </a:ln>
        </p:spPr>
        <p:txBody>
          <a:bodyPr lIns="45719" rIns="45719"/>
          <a:lstStyle/>
          <a:p>
            <a:pPr/>
          </a:p>
        </p:txBody>
      </p:sp>
      <p:sp>
        <p:nvSpPr>
          <p:cNvPr id="664" name="Google Shape;2434;p38"/>
          <p:cNvSpPr/>
          <p:nvPr/>
        </p:nvSpPr>
        <p:spPr>
          <a:xfrm>
            <a:off x="720700" y="1051149"/>
            <a:ext cx="8423400" cy="1"/>
          </a:xfrm>
          <a:prstGeom prst="line">
            <a:avLst/>
          </a:prstGeom>
          <a:ln w="28575">
            <a:solidFill>
              <a:schemeClr val="accent4"/>
            </a:solidFill>
          </a:ln>
        </p:spPr>
        <p:txBody>
          <a:bodyPr lIns="45719" rIns="45719"/>
          <a:lstStyle/>
          <a:p>
            <a:pPr/>
          </a:p>
        </p:txBody>
      </p:sp>
      <p:sp>
        <p:nvSpPr>
          <p:cNvPr id="665" name="Google Shape;2435;p38"/>
          <p:cNvSpPr/>
          <p:nvPr/>
        </p:nvSpPr>
        <p:spPr>
          <a:xfrm>
            <a:off x="720700" y="784499"/>
            <a:ext cx="8423400" cy="1"/>
          </a:xfrm>
          <a:prstGeom prst="line">
            <a:avLst/>
          </a:prstGeom>
          <a:ln w="28575">
            <a:solidFill>
              <a:schemeClr val="accent4"/>
            </a:solidFill>
          </a:ln>
        </p:spPr>
        <p:txBody>
          <a:bodyPr lIns="45719" rIns="45719"/>
          <a:lstStyle/>
          <a:p>
            <a:pPr/>
          </a:p>
        </p:txBody>
      </p:sp>
      <p:sp>
        <p:nvSpPr>
          <p:cNvPr id="666" name="Google Shape;2436;p38"/>
          <p:cNvSpPr/>
          <p:nvPr/>
        </p:nvSpPr>
        <p:spPr>
          <a:xfrm>
            <a:off x="720700" y="917824"/>
            <a:ext cx="8423400" cy="1"/>
          </a:xfrm>
          <a:prstGeom prst="line">
            <a:avLst/>
          </a:prstGeom>
          <a:ln w="28575">
            <a:solidFill>
              <a:schemeClr val="accent4"/>
            </a:solidFill>
          </a:ln>
        </p:spPr>
        <p:txBody>
          <a:bodyPr lIns="45719" rIns="45719"/>
          <a:lstStyle/>
          <a:p>
            <a:pPr/>
          </a:p>
        </p:txBody>
      </p:sp>
      <p:sp>
        <p:nvSpPr>
          <p:cNvPr id="667" name="Google Shape;2437;p38"/>
          <p:cNvSpPr/>
          <p:nvPr/>
        </p:nvSpPr>
        <p:spPr>
          <a:xfrm flipH="1">
            <a:off x="100" y="2755595"/>
            <a:ext cx="720601" cy="1"/>
          </a:xfrm>
          <a:prstGeom prst="line">
            <a:avLst/>
          </a:prstGeom>
          <a:ln w="28575">
            <a:solidFill>
              <a:schemeClr val="accent4"/>
            </a:solidFill>
          </a:ln>
        </p:spPr>
        <p:txBody>
          <a:bodyPr lIns="45719" rIns="45719"/>
          <a:lstStyle/>
          <a:p>
            <a:pPr/>
          </a:p>
        </p:txBody>
      </p:sp>
      <p:sp>
        <p:nvSpPr>
          <p:cNvPr id="668" name="Google Shape;2438;p38"/>
          <p:cNvSpPr txBox="1"/>
          <p:nvPr>
            <p:ph type="title"/>
          </p:nvPr>
        </p:nvSpPr>
        <p:spPr>
          <a:xfrm>
            <a:off x="1761149" y="554700"/>
            <a:ext cx="5621702" cy="572701"/>
          </a:xfrm>
          <a:prstGeom prst="rect">
            <a:avLst/>
          </a:prstGeom>
        </p:spPr>
        <p:txBody>
          <a:bodyPr/>
          <a:lstStyle>
            <a:lvl1pPr defTabSz="685800">
              <a:defRPr sz="2250"/>
            </a:lvl1pPr>
          </a:lstStyle>
          <a:p>
            <a:pPr/>
            <a:r>
              <a:t>DBSCAN clustering</a:t>
            </a:r>
          </a:p>
        </p:txBody>
      </p:sp>
      <p:sp>
        <p:nvSpPr>
          <p:cNvPr id="669" name="TextBox 1"/>
          <p:cNvSpPr txBox="1"/>
          <p:nvPr/>
        </p:nvSpPr>
        <p:spPr>
          <a:xfrm>
            <a:off x="1225926" y="1260028"/>
            <a:ext cx="7412947" cy="1508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DBSCAN algorithm:  it works depending on density-based clustering, it groups data points that are closely packed together, marking the data that are far from others (outliers) as noise. </a:t>
            </a:r>
          </a:p>
          <a:p>
            <a:pPr>
              <a:defRPr>
                <a:solidFill>
                  <a:srgbClr val="FFFFFF"/>
                </a:solidFill>
              </a:defRPr>
            </a:pPr>
            <a:r>
              <a:t>it takes 2 important parameters: </a:t>
            </a:r>
          </a:p>
          <a:p>
            <a:pPr>
              <a:defRPr>
                <a:solidFill>
                  <a:srgbClr val="FFFFFF"/>
                </a:solidFill>
              </a:defRPr>
            </a:pPr>
            <a:r>
              <a:t>1- eps: it specifies how close points should be to each other so they can be in the same cluster.</a:t>
            </a:r>
          </a:p>
          <a:p>
            <a:pPr>
              <a:defRPr>
                <a:solidFill>
                  <a:srgbClr val="FFFFFF"/>
                </a:solidFill>
              </a:defRPr>
            </a:pPr>
            <a:r>
              <a:t>2- min_samples: for specifying the core point, there should be a number of samples in the neighborhood.</a:t>
            </a:r>
          </a:p>
        </p:txBody>
      </p:sp>
      <p:sp>
        <p:nvSpPr>
          <p:cNvPr id="670" name="TextBox 6"/>
          <p:cNvSpPr txBox="1"/>
          <p:nvPr/>
        </p:nvSpPr>
        <p:spPr>
          <a:xfrm>
            <a:off x="4716493" y="3006706"/>
            <a:ext cx="294079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Clusters assigned</a:t>
            </a:r>
          </a:p>
          <a:p>
            <a:pPr>
              <a:defRPr>
                <a:solidFill>
                  <a:srgbClr val="FFFFFF"/>
                </a:solidFill>
              </a:defRPr>
            </a:pPr>
            <a:r>
              <a:t> for each row:</a:t>
            </a:r>
          </a:p>
        </p:txBody>
      </p:sp>
      <p:sp>
        <p:nvSpPr>
          <p:cNvPr id="671" name="TextBox 2444"/>
          <p:cNvSpPr txBox="1"/>
          <p:nvPr/>
        </p:nvSpPr>
        <p:spPr>
          <a:xfrm>
            <a:off x="1225927" y="3178455"/>
            <a:ext cx="2494105" cy="2888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Applying DBSCAN:</a:t>
            </a:r>
          </a:p>
        </p:txBody>
      </p:sp>
      <p:sp>
        <p:nvSpPr>
          <p:cNvPr id="672" name="Google Shape;2433;p38"/>
          <p:cNvSpPr/>
          <p:nvPr/>
        </p:nvSpPr>
        <p:spPr>
          <a:xfrm flipH="1">
            <a:off x="4255615" y="2860466"/>
            <a:ext cx="1" cy="1994101"/>
          </a:xfrm>
          <a:prstGeom prst="line">
            <a:avLst/>
          </a:prstGeom>
          <a:ln w="28575">
            <a:solidFill>
              <a:schemeClr val="accent4"/>
            </a:solidFill>
          </a:ln>
        </p:spPr>
        <p:txBody>
          <a:bodyPr lIns="45719" rIns="45719"/>
          <a:lstStyle/>
          <a:p>
            <a:pPr/>
          </a:p>
        </p:txBody>
      </p:sp>
      <p:pic>
        <p:nvPicPr>
          <p:cNvPr id="673" name="Picture 3" descr="Picture 3"/>
          <p:cNvPicPr>
            <a:picLocks noChangeAspect="1"/>
          </p:cNvPicPr>
          <p:nvPr/>
        </p:nvPicPr>
        <p:blipFill>
          <a:blip r:embed="rId2">
            <a:extLst/>
          </a:blip>
          <a:stretch>
            <a:fillRect/>
          </a:stretch>
        </p:blipFill>
        <p:spPr>
          <a:xfrm>
            <a:off x="197812" y="3804220"/>
            <a:ext cx="3827650" cy="538988"/>
          </a:xfrm>
          <a:prstGeom prst="rect">
            <a:avLst/>
          </a:prstGeom>
          <a:ln w="12700">
            <a:miter lim="400000"/>
          </a:ln>
        </p:spPr>
      </p:pic>
      <p:pic>
        <p:nvPicPr>
          <p:cNvPr id="674" name="Picture 4" descr="Picture 4"/>
          <p:cNvPicPr>
            <a:picLocks noChangeAspect="1"/>
          </p:cNvPicPr>
          <p:nvPr/>
        </p:nvPicPr>
        <p:blipFill>
          <a:blip r:embed="rId3">
            <a:extLst/>
          </a:blip>
          <a:stretch>
            <a:fillRect/>
          </a:stretch>
        </p:blipFill>
        <p:spPr>
          <a:xfrm>
            <a:off x="6607237" y="2765254"/>
            <a:ext cx="775613" cy="2129467"/>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6" name="TextBox 1"/>
          <p:cNvSpPr txBox="1"/>
          <p:nvPr/>
        </p:nvSpPr>
        <p:spPr>
          <a:xfrm>
            <a:off x="419909" y="672618"/>
            <a:ext cx="6397626"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Showing the clustering between 2 proteins by DBSCAN clustering:</a:t>
            </a:r>
          </a:p>
        </p:txBody>
      </p:sp>
      <p:pic>
        <p:nvPicPr>
          <p:cNvPr id="677" name="Picture 2" descr="Picture 2"/>
          <p:cNvPicPr>
            <a:picLocks noChangeAspect="1"/>
          </p:cNvPicPr>
          <p:nvPr/>
        </p:nvPicPr>
        <p:blipFill>
          <a:blip r:embed="rId2">
            <a:extLst/>
          </a:blip>
          <a:stretch>
            <a:fillRect/>
          </a:stretch>
        </p:blipFill>
        <p:spPr>
          <a:xfrm>
            <a:off x="865359" y="1283192"/>
            <a:ext cx="4705125" cy="3470756"/>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9" name="Google Shape;471;p29"/>
          <p:cNvSpPr txBox="1"/>
          <p:nvPr>
            <p:ph type="title"/>
          </p:nvPr>
        </p:nvSpPr>
        <p:spPr>
          <a:prstGeom prst="rect">
            <a:avLst/>
          </a:prstGeom>
          <a:noFill/>
          <a:ln w="12700">
            <a:noFill/>
            <a:miter lim="400000"/>
          </a:ln>
        </p:spPr>
        <p:txBody>
          <a:bodyPr anchor="t"/>
          <a:lstStyle>
            <a:lvl1pPr algn="l" defTabSz="886968">
              <a:defRPr sz="2910"/>
            </a:lvl1pPr>
          </a:lstStyle>
          <a:p>
            <a:pPr/>
            <a:r>
              <a:t>MISSION STATEMENT</a:t>
            </a:r>
          </a:p>
        </p:txBody>
      </p:sp>
      <p:grpSp>
        <p:nvGrpSpPr>
          <p:cNvPr id="682" name="Google Shape;574;p29"/>
          <p:cNvGrpSpPr/>
          <p:nvPr/>
        </p:nvGrpSpPr>
        <p:grpSpPr>
          <a:xfrm>
            <a:off x="5173574" y="1318767"/>
            <a:ext cx="2982454" cy="1393039"/>
            <a:chOff x="0" y="0"/>
            <a:chExt cx="2982453" cy="1393038"/>
          </a:xfrm>
        </p:grpSpPr>
        <p:sp>
          <p:nvSpPr>
            <p:cNvPr id="680" name="Dikdörtgen"/>
            <p:cNvSpPr/>
            <p:nvPr/>
          </p:nvSpPr>
          <p:spPr>
            <a:xfrm>
              <a:off x="-1" y="-1"/>
              <a:ext cx="2982455" cy="1393040"/>
            </a:xfrm>
            <a:prstGeom prst="rect">
              <a:avLst/>
            </a:prstGeom>
            <a:solidFill>
              <a:schemeClr val="accent2"/>
            </a:solidFill>
            <a:ln w="28575" cap="flat">
              <a:solidFill>
                <a:schemeClr val="accent4"/>
              </a:solidFill>
              <a:prstDash val="solid"/>
              <a:round/>
            </a:ln>
            <a:effectLst/>
          </p:spPr>
          <p:txBody>
            <a:bodyPr wrap="square" lIns="45719" tIns="45719" rIns="45719" bIns="45719" numCol="1" anchor="ctr">
              <a:noAutofit/>
            </a:bodyPr>
            <a:lstStyle/>
            <a:p>
              <a:pPr algn="ctr">
                <a:defRPr b="1" sz="3000">
                  <a:solidFill>
                    <a:schemeClr val="accent4"/>
                  </a:solidFill>
                  <a:latin typeface="Montserrat"/>
                  <a:ea typeface="Montserrat"/>
                  <a:cs typeface="Montserrat"/>
                  <a:sym typeface="Montserrat"/>
                </a:defRPr>
              </a:pPr>
            </a:p>
          </p:txBody>
        </p:sp>
        <p:sp>
          <p:nvSpPr>
            <p:cNvPr id="681" name="Comparing between  models"/>
            <p:cNvSpPr txBox="1"/>
            <p:nvPr/>
          </p:nvSpPr>
          <p:spPr>
            <a:xfrm>
              <a:off x="14287" y="14287"/>
              <a:ext cx="2953879" cy="1364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normAutofit fontScale="100000" lnSpcReduction="0"/>
            </a:bodyPr>
            <a:lstStyle/>
            <a:p>
              <a:pPr algn="ctr" defTabSz="768095">
                <a:defRPr b="1" sz="2520">
                  <a:solidFill>
                    <a:schemeClr val="accent4"/>
                  </a:solidFill>
                  <a:latin typeface="Montserrat"/>
                  <a:ea typeface="Montserrat"/>
                  <a:cs typeface="Montserrat"/>
                  <a:sym typeface="Montserrat"/>
                </a:defRPr>
              </a:pPr>
              <a:r>
                <a:t>Comparing between </a:t>
              </a:r>
              <a:br/>
              <a:r>
                <a:t>models</a:t>
              </a:r>
            </a:p>
          </p:txBody>
        </p:sp>
      </p:grpSp>
      <p:pic>
        <p:nvPicPr>
          <p:cNvPr id="683" name="Picture 3" descr="Picture 3"/>
          <p:cNvPicPr>
            <a:picLocks noChangeAspect="1"/>
          </p:cNvPicPr>
          <p:nvPr/>
        </p:nvPicPr>
        <p:blipFill>
          <a:blip r:embed="rId2">
            <a:extLst/>
          </a:blip>
          <a:stretch>
            <a:fillRect/>
          </a:stretch>
        </p:blipFill>
        <p:spPr>
          <a:xfrm>
            <a:off x="997334" y="2063231"/>
            <a:ext cx="3081748" cy="2267033"/>
          </a:xfrm>
          <a:prstGeom prst="rect">
            <a:avLst/>
          </a:prstGeom>
          <a:ln w="12700">
            <a:miter lim="400000"/>
          </a:ln>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5" name="Google Shape;2433;p38"/>
          <p:cNvSpPr/>
          <p:nvPr/>
        </p:nvSpPr>
        <p:spPr>
          <a:xfrm flipH="1">
            <a:off x="708374" y="771152"/>
            <a:ext cx="1" cy="1994101"/>
          </a:xfrm>
          <a:prstGeom prst="line">
            <a:avLst/>
          </a:prstGeom>
          <a:ln w="28575">
            <a:solidFill>
              <a:schemeClr val="accent4"/>
            </a:solidFill>
          </a:ln>
        </p:spPr>
        <p:txBody>
          <a:bodyPr lIns="45719" rIns="45719"/>
          <a:lstStyle/>
          <a:p>
            <a:pPr/>
          </a:p>
        </p:txBody>
      </p:sp>
      <p:sp>
        <p:nvSpPr>
          <p:cNvPr id="686" name="Google Shape;2434;p38"/>
          <p:cNvSpPr/>
          <p:nvPr/>
        </p:nvSpPr>
        <p:spPr>
          <a:xfrm>
            <a:off x="720700" y="1051149"/>
            <a:ext cx="8423400" cy="1"/>
          </a:xfrm>
          <a:prstGeom prst="line">
            <a:avLst/>
          </a:prstGeom>
          <a:ln w="28575">
            <a:solidFill>
              <a:schemeClr val="accent4"/>
            </a:solidFill>
          </a:ln>
        </p:spPr>
        <p:txBody>
          <a:bodyPr lIns="45719" rIns="45719"/>
          <a:lstStyle/>
          <a:p>
            <a:pPr/>
          </a:p>
        </p:txBody>
      </p:sp>
      <p:sp>
        <p:nvSpPr>
          <p:cNvPr id="687" name="Google Shape;2435;p38"/>
          <p:cNvSpPr/>
          <p:nvPr/>
        </p:nvSpPr>
        <p:spPr>
          <a:xfrm>
            <a:off x="720700" y="784499"/>
            <a:ext cx="8423400" cy="1"/>
          </a:xfrm>
          <a:prstGeom prst="line">
            <a:avLst/>
          </a:prstGeom>
          <a:ln w="28575">
            <a:solidFill>
              <a:schemeClr val="accent4"/>
            </a:solidFill>
          </a:ln>
        </p:spPr>
        <p:txBody>
          <a:bodyPr lIns="45719" rIns="45719"/>
          <a:lstStyle/>
          <a:p>
            <a:pPr/>
          </a:p>
        </p:txBody>
      </p:sp>
      <p:sp>
        <p:nvSpPr>
          <p:cNvPr id="688" name="Google Shape;2436;p38"/>
          <p:cNvSpPr/>
          <p:nvPr/>
        </p:nvSpPr>
        <p:spPr>
          <a:xfrm>
            <a:off x="720700" y="917824"/>
            <a:ext cx="8423400" cy="1"/>
          </a:xfrm>
          <a:prstGeom prst="line">
            <a:avLst/>
          </a:prstGeom>
          <a:ln w="28575">
            <a:solidFill>
              <a:schemeClr val="accent4"/>
            </a:solidFill>
          </a:ln>
        </p:spPr>
        <p:txBody>
          <a:bodyPr lIns="45719" rIns="45719"/>
          <a:lstStyle/>
          <a:p>
            <a:pPr/>
          </a:p>
        </p:txBody>
      </p:sp>
      <p:sp>
        <p:nvSpPr>
          <p:cNvPr id="689" name="Google Shape;2437;p38"/>
          <p:cNvSpPr/>
          <p:nvPr/>
        </p:nvSpPr>
        <p:spPr>
          <a:xfrm flipH="1">
            <a:off x="100" y="2755595"/>
            <a:ext cx="720601" cy="1"/>
          </a:xfrm>
          <a:prstGeom prst="line">
            <a:avLst/>
          </a:prstGeom>
          <a:ln w="28575">
            <a:solidFill>
              <a:schemeClr val="accent4"/>
            </a:solidFill>
          </a:ln>
        </p:spPr>
        <p:txBody>
          <a:bodyPr lIns="45719" rIns="45719"/>
          <a:lstStyle/>
          <a:p>
            <a:pPr/>
          </a:p>
        </p:txBody>
      </p:sp>
      <p:sp>
        <p:nvSpPr>
          <p:cNvPr id="690" name="Google Shape;2438;p38"/>
          <p:cNvSpPr txBox="1"/>
          <p:nvPr>
            <p:ph type="title"/>
          </p:nvPr>
        </p:nvSpPr>
        <p:spPr>
          <a:xfrm>
            <a:off x="1954923" y="631475"/>
            <a:ext cx="5621702" cy="572701"/>
          </a:xfrm>
          <a:prstGeom prst="rect">
            <a:avLst/>
          </a:prstGeom>
        </p:spPr>
        <p:txBody>
          <a:bodyPr/>
          <a:lstStyle>
            <a:lvl1pPr defTabSz="905255">
              <a:defRPr sz="1979"/>
            </a:lvl1pPr>
          </a:lstStyle>
          <a:p>
            <a:pPr/>
            <a:r>
              <a:t>Comparing between frequent pattern models</a:t>
            </a:r>
          </a:p>
        </p:txBody>
      </p:sp>
      <p:sp>
        <p:nvSpPr>
          <p:cNvPr id="691" name="TextBox 2444"/>
          <p:cNvSpPr txBox="1"/>
          <p:nvPr/>
        </p:nvSpPr>
        <p:spPr>
          <a:xfrm>
            <a:off x="873125" y="1363323"/>
            <a:ext cx="6069868"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Comparing the time needed for frequent pattern mining models:</a:t>
            </a:r>
          </a:p>
        </p:txBody>
      </p:sp>
      <p:pic>
        <p:nvPicPr>
          <p:cNvPr id="692" name="Picture 2" descr="Picture 2"/>
          <p:cNvPicPr>
            <a:picLocks noChangeAspect="1"/>
          </p:cNvPicPr>
          <p:nvPr/>
        </p:nvPicPr>
        <p:blipFill>
          <a:blip r:embed="rId2">
            <a:extLst/>
          </a:blip>
          <a:stretch>
            <a:fillRect/>
          </a:stretch>
        </p:blipFill>
        <p:spPr>
          <a:xfrm>
            <a:off x="1885938" y="1788808"/>
            <a:ext cx="5759672" cy="3014421"/>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4" name="Google Shape;2433;p38"/>
          <p:cNvSpPr/>
          <p:nvPr/>
        </p:nvSpPr>
        <p:spPr>
          <a:xfrm flipH="1">
            <a:off x="708374" y="771152"/>
            <a:ext cx="1" cy="1994101"/>
          </a:xfrm>
          <a:prstGeom prst="line">
            <a:avLst/>
          </a:prstGeom>
          <a:ln w="28575">
            <a:solidFill>
              <a:schemeClr val="accent4"/>
            </a:solidFill>
          </a:ln>
        </p:spPr>
        <p:txBody>
          <a:bodyPr lIns="45719" rIns="45719"/>
          <a:lstStyle/>
          <a:p>
            <a:pPr/>
          </a:p>
        </p:txBody>
      </p:sp>
      <p:sp>
        <p:nvSpPr>
          <p:cNvPr id="695" name="Google Shape;2434;p38"/>
          <p:cNvSpPr/>
          <p:nvPr/>
        </p:nvSpPr>
        <p:spPr>
          <a:xfrm>
            <a:off x="720700" y="1051149"/>
            <a:ext cx="8423400" cy="1"/>
          </a:xfrm>
          <a:prstGeom prst="line">
            <a:avLst/>
          </a:prstGeom>
          <a:ln w="28575">
            <a:solidFill>
              <a:schemeClr val="accent4"/>
            </a:solidFill>
          </a:ln>
        </p:spPr>
        <p:txBody>
          <a:bodyPr lIns="45719" rIns="45719"/>
          <a:lstStyle/>
          <a:p>
            <a:pPr/>
          </a:p>
        </p:txBody>
      </p:sp>
      <p:sp>
        <p:nvSpPr>
          <p:cNvPr id="696" name="Google Shape;2435;p38"/>
          <p:cNvSpPr/>
          <p:nvPr/>
        </p:nvSpPr>
        <p:spPr>
          <a:xfrm>
            <a:off x="720700" y="784499"/>
            <a:ext cx="8423400" cy="1"/>
          </a:xfrm>
          <a:prstGeom prst="line">
            <a:avLst/>
          </a:prstGeom>
          <a:ln w="28575">
            <a:solidFill>
              <a:schemeClr val="accent4"/>
            </a:solidFill>
          </a:ln>
        </p:spPr>
        <p:txBody>
          <a:bodyPr lIns="45719" rIns="45719"/>
          <a:lstStyle/>
          <a:p>
            <a:pPr/>
          </a:p>
        </p:txBody>
      </p:sp>
      <p:sp>
        <p:nvSpPr>
          <p:cNvPr id="697" name="Google Shape;2436;p38"/>
          <p:cNvSpPr/>
          <p:nvPr/>
        </p:nvSpPr>
        <p:spPr>
          <a:xfrm>
            <a:off x="720700" y="917824"/>
            <a:ext cx="8423400" cy="1"/>
          </a:xfrm>
          <a:prstGeom prst="line">
            <a:avLst/>
          </a:prstGeom>
          <a:ln w="28575">
            <a:solidFill>
              <a:schemeClr val="accent4"/>
            </a:solidFill>
          </a:ln>
        </p:spPr>
        <p:txBody>
          <a:bodyPr lIns="45719" rIns="45719"/>
          <a:lstStyle/>
          <a:p>
            <a:pPr/>
          </a:p>
        </p:txBody>
      </p:sp>
      <p:sp>
        <p:nvSpPr>
          <p:cNvPr id="698" name="Google Shape;2437;p38"/>
          <p:cNvSpPr/>
          <p:nvPr/>
        </p:nvSpPr>
        <p:spPr>
          <a:xfrm flipH="1">
            <a:off x="100" y="2755595"/>
            <a:ext cx="720601" cy="1"/>
          </a:xfrm>
          <a:prstGeom prst="line">
            <a:avLst/>
          </a:prstGeom>
          <a:ln w="28575">
            <a:solidFill>
              <a:schemeClr val="accent4"/>
            </a:solidFill>
          </a:ln>
        </p:spPr>
        <p:txBody>
          <a:bodyPr lIns="45719" rIns="45719"/>
          <a:lstStyle/>
          <a:p>
            <a:pPr/>
          </a:p>
        </p:txBody>
      </p:sp>
      <p:sp>
        <p:nvSpPr>
          <p:cNvPr id="699" name="Google Shape;2438;p38"/>
          <p:cNvSpPr txBox="1"/>
          <p:nvPr>
            <p:ph type="title"/>
          </p:nvPr>
        </p:nvSpPr>
        <p:spPr>
          <a:xfrm>
            <a:off x="1954923" y="631475"/>
            <a:ext cx="5621702" cy="572701"/>
          </a:xfrm>
          <a:prstGeom prst="rect">
            <a:avLst/>
          </a:prstGeom>
        </p:spPr>
        <p:txBody>
          <a:bodyPr/>
          <a:lstStyle>
            <a:lvl1pPr defTabSz="850391">
              <a:defRPr sz="1860"/>
            </a:lvl1pPr>
          </a:lstStyle>
          <a:p>
            <a:pPr/>
            <a:r>
              <a:t>Comparing between clustering analysis models</a:t>
            </a:r>
          </a:p>
        </p:txBody>
      </p:sp>
      <p:sp>
        <p:nvSpPr>
          <p:cNvPr id="700" name="TextBox 2444"/>
          <p:cNvSpPr txBox="1"/>
          <p:nvPr/>
        </p:nvSpPr>
        <p:spPr>
          <a:xfrm>
            <a:off x="873125" y="1307747"/>
            <a:ext cx="6069868" cy="2888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Comparing the time needed for clustering analysis models:</a:t>
            </a:r>
          </a:p>
        </p:txBody>
      </p:sp>
      <p:pic>
        <p:nvPicPr>
          <p:cNvPr id="701" name="Picture 1" descr="Picture 1"/>
          <p:cNvPicPr>
            <a:picLocks noChangeAspect="1"/>
          </p:cNvPicPr>
          <p:nvPr/>
        </p:nvPicPr>
        <p:blipFill>
          <a:blip r:embed="rId2">
            <a:extLst/>
          </a:blip>
          <a:stretch>
            <a:fillRect/>
          </a:stretch>
        </p:blipFill>
        <p:spPr>
          <a:xfrm>
            <a:off x="1438043" y="1671100"/>
            <a:ext cx="6988713" cy="3350369"/>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721" name="Google Shape;4118;p59"/>
          <p:cNvGrpSpPr/>
          <p:nvPr/>
        </p:nvGrpSpPr>
        <p:grpSpPr>
          <a:xfrm>
            <a:off x="5147143" y="1056785"/>
            <a:ext cx="3538971" cy="3921966"/>
            <a:chOff x="10" y="0"/>
            <a:chExt cx="3538970" cy="3921965"/>
          </a:xfrm>
        </p:grpSpPr>
        <p:sp>
          <p:nvSpPr>
            <p:cNvPr id="703" name="Google Shape;4119;p59"/>
            <p:cNvSpPr/>
            <p:nvPr/>
          </p:nvSpPr>
          <p:spPr>
            <a:xfrm>
              <a:off x="2714636" y="0"/>
              <a:ext cx="824345" cy="4774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0" y="0"/>
                  </a:moveTo>
                  <a:lnTo>
                    <a:pt x="0" y="10807"/>
                  </a:lnTo>
                  <a:lnTo>
                    <a:pt x="10831" y="21600"/>
                  </a:lnTo>
                  <a:lnTo>
                    <a:pt x="21600" y="10807"/>
                  </a:lnTo>
                  <a:lnTo>
                    <a:pt x="10760" y="0"/>
                  </a:lnTo>
                  <a:close/>
                </a:path>
              </a:pathLst>
            </a:custGeom>
            <a:solidFill>
              <a:srgbClr val="6D5E87"/>
            </a:solidFill>
            <a:ln w="12700" cap="flat">
              <a:noFill/>
              <a:miter lim="400000"/>
            </a:ln>
            <a:effectLst/>
          </p:spPr>
          <p:txBody>
            <a:bodyPr wrap="square" lIns="45719" tIns="45719" rIns="45719" bIns="45719" numCol="1" anchor="ctr">
              <a:noAutofit/>
            </a:bodyPr>
            <a:lstStyle/>
            <a:p>
              <a:pPr/>
            </a:p>
          </p:txBody>
        </p:sp>
        <p:sp>
          <p:nvSpPr>
            <p:cNvPr id="704" name="Google Shape;4120;p59"/>
            <p:cNvSpPr/>
            <p:nvPr/>
          </p:nvSpPr>
          <p:spPr>
            <a:xfrm>
              <a:off x="3124609" y="238571"/>
              <a:ext cx="414372" cy="21075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76" y="2448"/>
                  </a:lnTo>
                  <a:lnTo>
                    <a:pt x="0" y="21600"/>
                  </a:lnTo>
                  <a:lnTo>
                    <a:pt x="21424" y="19152"/>
                  </a:lnTo>
                  <a:lnTo>
                    <a:pt x="21600" y="0"/>
                  </a:lnTo>
                  <a:close/>
                </a:path>
              </a:pathLst>
            </a:custGeom>
            <a:solidFill>
              <a:srgbClr val="503E6F"/>
            </a:solidFill>
            <a:ln w="12700" cap="flat">
              <a:noFill/>
              <a:miter lim="400000"/>
            </a:ln>
            <a:effectLst/>
          </p:spPr>
          <p:txBody>
            <a:bodyPr wrap="square" lIns="45719" tIns="45719" rIns="45719" bIns="45719" numCol="1" anchor="ctr">
              <a:noAutofit/>
            </a:bodyPr>
            <a:lstStyle/>
            <a:p>
              <a:pPr/>
            </a:p>
          </p:txBody>
        </p:sp>
        <p:sp>
          <p:nvSpPr>
            <p:cNvPr id="705" name="Google Shape;4121;p59"/>
            <p:cNvSpPr/>
            <p:nvPr/>
          </p:nvSpPr>
          <p:spPr>
            <a:xfrm>
              <a:off x="2711262" y="238902"/>
              <a:ext cx="416730" cy="21072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 y="0"/>
                  </a:moveTo>
                  <a:lnTo>
                    <a:pt x="0" y="19155"/>
                  </a:lnTo>
                  <a:lnTo>
                    <a:pt x="21425" y="21600"/>
                  </a:lnTo>
                  <a:lnTo>
                    <a:pt x="21600" y="2445"/>
                  </a:lnTo>
                  <a:lnTo>
                    <a:pt x="17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706" name="Google Shape;4122;p59"/>
            <p:cNvSpPr/>
            <p:nvPr/>
          </p:nvSpPr>
          <p:spPr>
            <a:xfrm>
              <a:off x="2172385" y="616828"/>
              <a:ext cx="824003" cy="4774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5" y="0"/>
                  </a:moveTo>
                  <a:lnTo>
                    <a:pt x="0" y="10792"/>
                  </a:lnTo>
                  <a:lnTo>
                    <a:pt x="10836" y="21600"/>
                  </a:lnTo>
                  <a:lnTo>
                    <a:pt x="21600" y="10792"/>
                  </a:lnTo>
                  <a:lnTo>
                    <a:pt x="10765" y="0"/>
                  </a:lnTo>
                  <a:close/>
                </a:path>
              </a:pathLst>
            </a:custGeom>
            <a:solidFill>
              <a:srgbClr val="B989F0"/>
            </a:solidFill>
            <a:ln w="12700" cap="flat">
              <a:noFill/>
              <a:miter lim="400000"/>
            </a:ln>
            <a:effectLst/>
          </p:spPr>
          <p:txBody>
            <a:bodyPr wrap="square" lIns="45719" tIns="45719" rIns="45719" bIns="45719" numCol="1" anchor="ctr">
              <a:noAutofit/>
            </a:bodyPr>
            <a:lstStyle/>
            <a:p>
              <a:pPr/>
            </a:p>
          </p:txBody>
        </p:sp>
        <p:sp>
          <p:nvSpPr>
            <p:cNvPr id="707" name="Google Shape;4123;p59"/>
            <p:cNvSpPr/>
            <p:nvPr/>
          </p:nvSpPr>
          <p:spPr>
            <a:xfrm>
              <a:off x="2582359" y="855387"/>
              <a:ext cx="414031" cy="18059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77" y="2857"/>
                  </a:lnTo>
                  <a:lnTo>
                    <a:pt x="0" y="21600"/>
                  </a:lnTo>
                  <a:lnTo>
                    <a:pt x="21442" y="18743"/>
                  </a:lnTo>
                  <a:lnTo>
                    <a:pt x="21600" y="0"/>
                  </a:lnTo>
                  <a:close/>
                </a:path>
              </a:pathLst>
            </a:custGeom>
            <a:solidFill>
              <a:srgbClr val="9A55E9"/>
            </a:solidFill>
            <a:ln w="12700" cap="flat">
              <a:noFill/>
              <a:miter lim="400000"/>
            </a:ln>
            <a:effectLst/>
          </p:spPr>
          <p:txBody>
            <a:bodyPr wrap="square" lIns="45719" tIns="45719" rIns="45719" bIns="45719" numCol="1" anchor="ctr">
              <a:noAutofit/>
            </a:bodyPr>
            <a:lstStyle/>
            <a:p>
              <a:pPr/>
            </a:p>
          </p:txBody>
        </p:sp>
        <p:sp>
          <p:nvSpPr>
            <p:cNvPr id="708" name="Google Shape;4124;p59"/>
            <p:cNvSpPr/>
            <p:nvPr/>
          </p:nvSpPr>
          <p:spPr>
            <a:xfrm>
              <a:off x="2169012" y="855387"/>
              <a:ext cx="416731" cy="18059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 y="0"/>
                  </a:moveTo>
                  <a:lnTo>
                    <a:pt x="0" y="18747"/>
                  </a:lnTo>
                  <a:lnTo>
                    <a:pt x="21425" y="21600"/>
                  </a:lnTo>
                  <a:lnTo>
                    <a:pt x="21600" y="2857"/>
                  </a:lnTo>
                  <a:lnTo>
                    <a:pt x="175"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709" name="Google Shape;4125;p59"/>
            <p:cNvSpPr/>
            <p:nvPr/>
          </p:nvSpPr>
          <p:spPr>
            <a:xfrm>
              <a:off x="1630135" y="1223193"/>
              <a:ext cx="824004" cy="4774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5" y="0"/>
                  </a:moveTo>
                  <a:lnTo>
                    <a:pt x="0" y="10808"/>
                  </a:lnTo>
                  <a:lnTo>
                    <a:pt x="10835" y="21600"/>
                  </a:lnTo>
                  <a:lnTo>
                    <a:pt x="21600" y="10808"/>
                  </a:lnTo>
                  <a:lnTo>
                    <a:pt x="10765" y="0"/>
                  </a:lnTo>
                  <a:close/>
                </a:path>
              </a:pathLst>
            </a:custGeom>
            <a:solidFill>
              <a:srgbClr val="6D5E87"/>
            </a:solidFill>
            <a:ln w="12700" cap="flat">
              <a:noFill/>
              <a:miter lim="400000"/>
            </a:ln>
            <a:effectLst/>
          </p:spPr>
          <p:txBody>
            <a:bodyPr wrap="square" lIns="45719" tIns="45719" rIns="45719" bIns="45719" numCol="1" anchor="ctr">
              <a:noAutofit/>
            </a:bodyPr>
            <a:lstStyle/>
            <a:p>
              <a:pPr/>
            </a:p>
          </p:txBody>
        </p:sp>
        <p:sp>
          <p:nvSpPr>
            <p:cNvPr id="710" name="Google Shape;4126;p59"/>
            <p:cNvSpPr/>
            <p:nvPr/>
          </p:nvSpPr>
          <p:spPr>
            <a:xfrm>
              <a:off x="2040108" y="1462094"/>
              <a:ext cx="414030" cy="15143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76" y="3403"/>
                  </a:lnTo>
                  <a:lnTo>
                    <a:pt x="0" y="21600"/>
                  </a:lnTo>
                  <a:lnTo>
                    <a:pt x="21442" y="18192"/>
                  </a:lnTo>
                  <a:lnTo>
                    <a:pt x="21600" y="0"/>
                  </a:lnTo>
                  <a:close/>
                </a:path>
              </a:pathLst>
            </a:custGeom>
            <a:solidFill>
              <a:srgbClr val="503E6F"/>
            </a:solidFill>
            <a:ln w="12700" cap="flat">
              <a:noFill/>
              <a:miter lim="400000"/>
            </a:ln>
            <a:effectLst/>
          </p:spPr>
          <p:txBody>
            <a:bodyPr wrap="square" lIns="45719" tIns="45719" rIns="45719" bIns="45719" numCol="1" anchor="ctr">
              <a:noAutofit/>
            </a:bodyPr>
            <a:lstStyle/>
            <a:p>
              <a:pPr/>
            </a:p>
          </p:txBody>
        </p:sp>
        <p:sp>
          <p:nvSpPr>
            <p:cNvPr id="711" name="Google Shape;4127;p59"/>
            <p:cNvSpPr/>
            <p:nvPr/>
          </p:nvSpPr>
          <p:spPr>
            <a:xfrm>
              <a:off x="1626761" y="1462094"/>
              <a:ext cx="416721" cy="15143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 y="0"/>
                  </a:moveTo>
                  <a:lnTo>
                    <a:pt x="0" y="18197"/>
                  </a:lnTo>
                  <a:lnTo>
                    <a:pt x="21425" y="21600"/>
                  </a:lnTo>
                  <a:lnTo>
                    <a:pt x="21600" y="3403"/>
                  </a:lnTo>
                  <a:lnTo>
                    <a:pt x="175"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712" name="Google Shape;4128;p59"/>
            <p:cNvSpPr/>
            <p:nvPr/>
          </p:nvSpPr>
          <p:spPr>
            <a:xfrm>
              <a:off x="1087543" y="1827190"/>
              <a:ext cx="824345" cy="4774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9" y="0"/>
                  </a:moveTo>
                  <a:lnTo>
                    <a:pt x="0" y="10807"/>
                  </a:lnTo>
                  <a:lnTo>
                    <a:pt x="10831" y="21600"/>
                  </a:lnTo>
                  <a:lnTo>
                    <a:pt x="21600" y="10793"/>
                  </a:lnTo>
                  <a:lnTo>
                    <a:pt x="10769" y="0"/>
                  </a:lnTo>
                  <a:close/>
                </a:path>
              </a:pathLst>
            </a:custGeom>
            <a:solidFill>
              <a:srgbClr val="B989F0"/>
            </a:solidFill>
            <a:ln w="12700" cap="flat">
              <a:noFill/>
              <a:miter lim="400000"/>
            </a:ln>
            <a:effectLst/>
          </p:spPr>
          <p:txBody>
            <a:bodyPr wrap="square" lIns="45719" tIns="45719" rIns="45719" bIns="45719" numCol="1" anchor="ctr">
              <a:noAutofit/>
            </a:bodyPr>
            <a:lstStyle/>
            <a:p>
              <a:pPr/>
            </a:p>
          </p:txBody>
        </p:sp>
        <p:sp>
          <p:nvSpPr>
            <p:cNvPr id="713" name="Google Shape;4129;p59"/>
            <p:cNvSpPr/>
            <p:nvPr/>
          </p:nvSpPr>
          <p:spPr>
            <a:xfrm>
              <a:off x="1497857" y="2065759"/>
              <a:ext cx="414032" cy="12258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59" y="4209"/>
                  </a:lnTo>
                  <a:lnTo>
                    <a:pt x="0" y="21600"/>
                  </a:lnTo>
                  <a:lnTo>
                    <a:pt x="21442" y="17391"/>
                  </a:lnTo>
                  <a:lnTo>
                    <a:pt x="21600" y="0"/>
                  </a:lnTo>
                  <a:close/>
                </a:path>
              </a:pathLst>
            </a:custGeom>
            <a:solidFill>
              <a:srgbClr val="9A55E9"/>
            </a:solidFill>
            <a:ln w="12700" cap="flat">
              <a:noFill/>
              <a:miter lim="400000"/>
            </a:ln>
            <a:effectLst/>
          </p:spPr>
          <p:txBody>
            <a:bodyPr wrap="square" lIns="45719" tIns="45719" rIns="45719" bIns="45719" numCol="1" anchor="ctr">
              <a:noAutofit/>
            </a:bodyPr>
            <a:lstStyle/>
            <a:p>
              <a:pPr/>
            </a:p>
          </p:txBody>
        </p:sp>
        <p:sp>
          <p:nvSpPr>
            <p:cNvPr id="714" name="Google Shape;4130;p59"/>
            <p:cNvSpPr/>
            <p:nvPr/>
          </p:nvSpPr>
          <p:spPr>
            <a:xfrm>
              <a:off x="1084511" y="2066091"/>
              <a:ext cx="416390" cy="12255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7" y="0"/>
                  </a:moveTo>
                  <a:lnTo>
                    <a:pt x="0" y="17395"/>
                  </a:lnTo>
                  <a:lnTo>
                    <a:pt x="21442" y="21600"/>
                  </a:lnTo>
                  <a:lnTo>
                    <a:pt x="21600" y="4205"/>
                  </a:lnTo>
                  <a:lnTo>
                    <a:pt x="157"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715" name="Google Shape;4131;p59"/>
            <p:cNvSpPr/>
            <p:nvPr/>
          </p:nvSpPr>
          <p:spPr>
            <a:xfrm>
              <a:off x="545293" y="2411286"/>
              <a:ext cx="824345" cy="4774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9" y="0"/>
                  </a:moveTo>
                  <a:lnTo>
                    <a:pt x="0" y="10792"/>
                  </a:lnTo>
                  <a:lnTo>
                    <a:pt x="10831" y="21600"/>
                  </a:lnTo>
                  <a:lnTo>
                    <a:pt x="21600" y="10792"/>
                  </a:lnTo>
                  <a:lnTo>
                    <a:pt x="10769" y="0"/>
                  </a:lnTo>
                  <a:close/>
                </a:path>
              </a:pathLst>
            </a:custGeom>
            <a:solidFill>
              <a:srgbClr val="6D5E87"/>
            </a:solidFill>
            <a:ln w="12700" cap="flat">
              <a:noFill/>
              <a:miter lim="400000"/>
            </a:ln>
            <a:effectLst/>
          </p:spPr>
          <p:txBody>
            <a:bodyPr wrap="square" lIns="45719" tIns="45719" rIns="45719" bIns="45719" numCol="1" anchor="ctr">
              <a:noAutofit/>
            </a:bodyPr>
            <a:lstStyle/>
            <a:p>
              <a:pPr/>
            </a:p>
          </p:txBody>
        </p:sp>
        <p:sp>
          <p:nvSpPr>
            <p:cNvPr id="716" name="Google Shape;4132;p59"/>
            <p:cNvSpPr/>
            <p:nvPr/>
          </p:nvSpPr>
          <p:spPr>
            <a:xfrm>
              <a:off x="955608" y="2649846"/>
              <a:ext cx="414031" cy="9569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59" y="5392"/>
                  </a:lnTo>
                  <a:lnTo>
                    <a:pt x="0" y="21600"/>
                  </a:lnTo>
                  <a:lnTo>
                    <a:pt x="21424" y="16208"/>
                  </a:lnTo>
                  <a:lnTo>
                    <a:pt x="21600" y="0"/>
                  </a:lnTo>
                  <a:close/>
                </a:path>
              </a:pathLst>
            </a:custGeom>
            <a:solidFill>
              <a:srgbClr val="503E6F"/>
            </a:solidFill>
            <a:ln w="12700" cap="flat">
              <a:noFill/>
              <a:miter lim="400000"/>
            </a:ln>
            <a:effectLst/>
          </p:spPr>
          <p:txBody>
            <a:bodyPr wrap="square" lIns="45719" tIns="45719" rIns="45719" bIns="45719" numCol="1" anchor="ctr">
              <a:noAutofit/>
            </a:bodyPr>
            <a:lstStyle/>
            <a:p>
              <a:pPr/>
            </a:p>
          </p:txBody>
        </p:sp>
        <p:sp>
          <p:nvSpPr>
            <p:cNvPr id="717" name="Google Shape;4133;p59"/>
            <p:cNvSpPr/>
            <p:nvPr/>
          </p:nvSpPr>
          <p:spPr>
            <a:xfrm>
              <a:off x="542261" y="2649846"/>
              <a:ext cx="416390" cy="9569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7" y="0"/>
                  </a:moveTo>
                  <a:lnTo>
                    <a:pt x="0" y="16215"/>
                  </a:lnTo>
                  <a:lnTo>
                    <a:pt x="21442" y="21600"/>
                  </a:lnTo>
                  <a:lnTo>
                    <a:pt x="21600" y="5385"/>
                  </a:lnTo>
                  <a:lnTo>
                    <a:pt x="157" y="0"/>
                  </a:lnTo>
                  <a:close/>
                </a:path>
              </a:pathLst>
            </a:custGeom>
            <a:solidFill>
              <a:schemeClr val="accent2"/>
            </a:solidFill>
            <a:ln w="12700" cap="flat">
              <a:noFill/>
              <a:miter lim="400000"/>
            </a:ln>
            <a:effectLst/>
          </p:spPr>
          <p:txBody>
            <a:bodyPr wrap="square" lIns="45719" tIns="45719" rIns="45719" bIns="45719" numCol="1" anchor="ctr">
              <a:noAutofit/>
            </a:bodyPr>
            <a:lstStyle/>
            <a:p>
              <a:pPr/>
            </a:p>
          </p:txBody>
        </p:sp>
        <p:sp>
          <p:nvSpPr>
            <p:cNvPr id="718" name="Google Shape;4134;p59"/>
            <p:cNvSpPr/>
            <p:nvPr/>
          </p:nvSpPr>
          <p:spPr>
            <a:xfrm>
              <a:off x="3042" y="2978164"/>
              <a:ext cx="824003" cy="4774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65" y="0"/>
                  </a:moveTo>
                  <a:lnTo>
                    <a:pt x="0" y="10793"/>
                  </a:lnTo>
                  <a:lnTo>
                    <a:pt x="10836" y="21600"/>
                  </a:lnTo>
                  <a:lnTo>
                    <a:pt x="21600" y="10793"/>
                  </a:lnTo>
                  <a:lnTo>
                    <a:pt x="10765" y="0"/>
                  </a:lnTo>
                  <a:close/>
                </a:path>
              </a:pathLst>
            </a:custGeom>
            <a:solidFill>
              <a:srgbClr val="B989F0"/>
            </a:solidFill>
            <a:ln w="12700" cap="flat">
              <a:noFill/>
              <a:miter lim="400000"/>
            </a:ln>
            <a:effectLst/>
          </p:spPr>
          <p:txBody>
            <a:bodyPr wrap="square" lIns="45719" tIns="45719" rIns="45719" bIns="45719" numCol="1" anchor="ctr">
              <a:noAutofit/>
            </a:bodyPr>
            <a:lstStyle/>
            <a:p>
              <a:pPr/>
            </a:p>
          </p:txBody>
        </p:sp>
        <p:sp>
          <p:nvSpPr>
            <p:cNvPr id="719" name="Google Shape;4135;p59"/>
            <p:cNvSpPr/>
            <p:nvPr/>
          </p:nvSpPr>
          <p:spPr>
            <a:xfrm>
              <a:off x="413357" y="3216735"/>
              <a:ext cx="413689" cy="7052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59" y="7317"/>
                  </a:lnTo>
                  <a:lnTo>
                    <a:pt x="0" y="21600"/>
                  </a:lnTo>
                  <a:lnTo>
                    <a:pt x="21442" y="14293"/>
                  </a:lnTo>
                  <a:lnTo>
                    <a:pt x="21600" y="0"/>
                  </a:lnTo>
                  <a:close/>
                </a:path>
              </a:pathLst>
            </a:custGeom>
            <a:solidFill>
              <a:srgbClr val="9A55E9"/>
            </a:solidFill>
            <a:ln w="12700" cap="flat">
              <a:noFill/>
              <a:miter lim="400000"/>
            </a:ln>
            <a:effectLst/>
          </p:spPr>
          <p:txBody>
            <a:bodyPr wrap="square" lIns="45719" tIns="45719" rIns="45719" bIns="45719" numCol="1" anchor="ctr">
              <a:noAutofit/>
            </a:bodyPr>
            <a:lstStyle/>
            <a:p>
              <a:pPr/>
            </a:p>
          </p:txBody>
        </p:sp>
        <p:sp>
          <p:nvSpPr>
            <p:cNvPr id="720" name="Google Shape;4136;p59"/>
            <p:cNvSpPr/>
            <p:nvPr/>
          </p:nvSpPr>
          <p:spPr>
            <a:xfrm>
              <a:off x="10" y="3216735"/>
              <a:ext cx="416390" cy="7052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7" y="0"/>
                  </a:moveTo>
                  <a:lnTo>
                    <a:pt x="0" y="14293"/>
                  </a:lnTo>
                  <a:lnTo>
                    <a:pt x="21442" y="21600"/>
                  </a:lnTo>
                  <a:lnTo>
                    <a:pt x="21600" y="7317"/>
                  </a:lnTo>
                  <a:lnTo>
                    <a:pt x="157" y="0"/>
                  </a:ln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grpSp>
        <p:nvGrpSpPr>
          <p:cNvPr id="731" name="Google Shape;4137;p59"/>
          <p:cNvGrpSpPr/>
          <p:nvPr/>
        </p:nvGrpSpPr>
        <p:grpSpPr>
          <a:xfrm>
            <a:off x="4737868" y="3945554"/>
            <a:ext cx="294030" cy="916821"/>
            <a:chOff x="0" y="0"/>
            <a:chExt cx="294028" cy="916820"/>
          </a:xfrm>
        </p:grpSpPr>
        <p:sp>
          <p:nvSpPr>
            <p:cNvPr id="722" name="Google Shape;4138;p59"/>
            <p:cNvSpPr/>
            <p:nvPr/>
          </p:nvSpPr>
          <p:spPr>
            <a:xfrm>
              <a:off x="0" y="153079"/>
              <a:ext cx="286785" cy="340809"/>
            </a:xfrm>
            <a:custGeom>
              <a:avLst/>
              <a:gdLst/>
              <a:ahLst/>
              <a:cxnLst>
                <a:cxn ang="0">
                  <a:pos x="wd2" y="hd2"/>
                </a:cxn>
                <a:cxn ang="5400000">
                  <a:pos x="wd2" y="hd2"/>
                </a:cxn>
                <a:cxn ang="10800000">
                  <a:pos x="wd2" y="hd2"/>
                </a:cxn>
                <a:cxn ang="16200000">
                  <a:pos x="wd2" y="hd2"/>
                </a:cxn>
              </a:cxnLst>
              <a:rect l="0" t="0" r="r" b="b"/>
              <a:pathLst>
                <a:path w="21472" h="21600" fill="norm" stroke="1" extrusionOk="0">
                  <a:moveTo>
                    <a:pt x="7805" y="0"/>
                  </a:moveTo>
                  <a:lnTo>
                    <a:pt x="7248" y="748"/>
                  </a:lnTo>
                  <a:lnTo>
                    <a:pt x="6390" y="748"/>
                  </a:lnTo>
                  <a:cubicBezTo>
                    <a:pt x="4445" y="748"/>
                    <a:pt x="2752" y="1882"/>
                    <a:pt x="2297" y="3486"/>
                  </a:cubicBezTo>
                  <a:lnTo>
                    <a:pt x="428" y="10223"/>
                  </a:lnTo>
                  <a:cubicBezTo>
                    <a:pt x="-52" y="12019"/>
                    <a:pt x="-128" y="13879"/>
                    <a:pt x="200" y="15697"/>
                  </a:cubicBezTo>
                  <a:lnTo>
                    <a:pt x="857" y="19269"/>
                  </a:lnTo>
                  <a:lnTo>
                    <a:pt x="3181" y="19269"/>
                  </a:lnTo>
                  <a:lnTo>
                    <a:pt x="2651" y="14136"/>
                  </a:lnTo>
                  <a:cubicBezTo>
                    <a:pt x="2601" y="13495"/>
                    <a:pt x="2625" y="12875"/>
                    <a:pt x="2777" y="12254"/>
                  </a:cubicBezTo>
                  <a:lnTo>
                    <a:pt x="3838" y="7763"/>
                  </a:lnTo>
                  <a:lnTo>
                    <a:pt x="5152" y="17430"/>
                  </a:lnTo>
                  <a:cubicBezTo>
                    <a:pt x="5152" y="17430"/>
                    <a:pt x="7390" y="20401"/>
                    <a:pt x="11746" y="20401"/>
                  </a:cubicBezTo>
                  <a:cubicBezTo>
                    <a:pt x="12982" y="20401"/>
                    <a:pt x="14390" y="20161"/>
                    <a:pt x="15964" y="19547"/>
                  </a:cubicBezTo>
                  <a:lnTo>
                    <a:pt x="15964" y="15847"/>
                  </a:lnTo>
                  <a:lnTo>
                    <a:pt x="19123" y="21600"/>
                  </a:lnTo>
                  <a:lnTo>
                    <a:pt x="21472" y="21001"/>
                  </a:lnTo>
                  <a:lnTo>
                    <a:pt x="18996" y="15633"/>
                  </a:lnTo>
                  <a:cubicBezTo>
                    <a:pt x="18516" y="14778"/>
                    <a:pt x="18289" y="13815"/>
                    <a:pt x="18364" y="12875"/>
                  </a:cubicBezTo>
                  <a:lnTo>
                    <a:pt x="18769" y="6031"/>
                  </a:lnTo>
                  <a:cubicBezTo>
                    <a:pt x="18819" y="5005"/>
                    <a:pt x="18491" y="3978"/>
                    <a:pt x="17809" y="3101"/>
                  </a:cubicBezTo>
                  <a:cubicBezTo>
                    <a:pt x="16899" y="1968"/>
                    <a:pt x="15434" y="1198"/>
                    <a:pt x="13817" y="1005"/>
                  </a:cubicBezTo>
                  <a:lnTo>
                    <a:pt x="12680" y="877"/>
                  </a:lnTo>
                  <a:lnTo>
                    <a:pt x="12125" y="321"/>
                  </a:lnTo>
                  <a:lnTo>
                    <a:pt x="7805" y="0"/>
                  </a:ln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723" name="Google Shape;4139;p59"/>
            <p:cNvSpPr/>
            <p:nvPr/>
          </p:nvSpPr>
          <p:spPr>
            <a:xfrm>
              <a:off x="104239" y="56916"/>
              <a:ext cx="85343" cy="109226"/>
            </a:xfrm>
            <a:custGeom>
              <a:avLst/>
              <a:gdLst/>
              <a:ahLst/>
              <a:cxnLst>
                <a:cxn ang="0">
                  <a:pos x="wd2" y="hd2"/>
                </a:cxn>
                <a:cxn ang="5400000">
                  <a:pos x="wd2" y="hd2"/>
                </a:cxn>
                <a:cxn ang="10800000">
                  <a:pos x="wd2" y="hd2"/>
                </a:cxn>
                <a:cxn ang="16200000">
                  <a:pos x="wd2" y="hd2"/>
                </a:cxn>
              </a:cxnLst>
              <a:rect l="0" t="0" r="r" b="b"/>
              <a:pathLst>
                <a:path w="18271" h="21600" fill="norm" stroke="1" extrusionOk="0">
                  <a:moveTo>
                    <a:pt x="16976" y="0"/>
                  </a:moveTo>
                  <a:lnTo>
                    <a:pt x="14088" y="3070"/>
                  </a:lnTo>
                  <a:cubicBezTo>
                    <a:pt x="14088" y="3070"/>
                    <a:pt x="13456" y="2821"/>
                    <a:pt x="12779" y="2821"/>
                  </a:cubicBezTo>
                  <a:cubicBezTo>
                    <a:pt x="11695" y="2821"/>
                    <a:pt x="10492" y="3455"/>
                    <a:pt x="11558" y="6739"/>
                  </a:cubicBezTo>
                  <a:cubicBezTo>
                    <a:pt x="12065" y="8140"/>
                    <a:pt x="11702" y="9743"/>
                    <a:pt x="10547" y="10809"/>
                  </a:cubicBezTo>
                  <a:cubicBezTo>
                    <a:pt x="9275" y="12028"/>
                    <a:pt x="7330" y="13273"/>
                    <a:pt x="4770" y="13273"/>
                  </a:cubicBezTo>
                  <a:cubicBezTo>
                    <a:pt x="3400" y="13273"/>
                    <a:pt x="1855" y="12918"/>
                    <a:pt x="144" y="12010"/>
                  </a:cubicBezTo>
                  <a:lnTo>
                    <a:pt x="0" y="19017"/>
                  </a:lnTo>
                  <a:cubicBezTo>
                    <a:pt x="0" y="19017"/>
                    <a:pt x="2539" y="21600"/>
                    <a:pt x="6670" y="21600"/>
                  </a:cubicBezTo>
                  <a:cubicBezTo>
                    <a:pt x="8327" y="21600"/>
                    <a:pt x="10242" y="21183"/>
                    <a:pt x="12353" y="20018"/>
                  </a:cubicBezTo>
                  <a:lnTo>
                    <a:pt x="12353" y="16348"/>
                  </a:lnTo>
                  <a:cubicBezTo>
                    <a:pt x="12353" y="16348"/>
                    <a:pt x="21600" y="15348"/>
                    <a:pt x="16976"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724" name="Google Shape;4140;p59"/>
            <p:cNvSpPr/>
            <p:nvPr/>
          </p:nvSpPr>
          <p:spPr>
            <a:xfrm>
              <a:off x="79781" y="0"/>
              <a:ext cx="113934" cy="124034"/>
            </a:xfrm>
            <a:custGeom>
              <a:avLst/>
              <a:gdLst/>
              <a:ahLst/>
              <a:cxnLst>
                <a:cxn ang="0">
                  <a:pos x="wd2" y="hd2"/>
                </a:cxn>
                <a:cxn ang="5400000">
                  <a:pos x="wd2" y="hd2"/>
                </a:cxn>
                <a:cxn ang="10800000">
                  <a:pos x="wd2" y="hd2"/>
                </a:cxn>
                <a:cxn ang="16200000">
                  <a:pos x="wd2" y="hd2"/>
                </a:cxn>
              </a:cxnLst>
              <a:rect l="0" t="0" r="r" b="b"/>
              <a:pathLst>
                <a:path w="16908" h="21600" fill="norm" stroke="1" extrusionOk="0">
                  <a:moveTo>
                    <a:pt x="7707" y="0"/>
                  </a:moveTo>
                  <a:cubicBezTo>
                    <a:pt x="4087" y="0"/>
                    <a:pt x="-845" y="1493"/>
                    <a:pt x="123" y="9912"/>
                  </a:cubicBezTo>
                  <a:cubicBezTo>
                    <a:pt x="123" y="9912"/>
                    <a:pt x="675" y="15612"/>
                    <a:pt x="3729" y="20488"/>
                  </a:cubicBezTo>
                  <a:cubicBezTo>
                    <a:pt x="4915" y="21287"/>
                    <a:pt x="5986" y="21600"/>
                    <a:pt x="6936" y="21600"/>
                  </a:cubicBezTo>
                  <a:cubicBezTo>
                    <a:pt x="8710" y="21600"/>
                    <a:pt x="10059" y="20504"/>
                    <a:pt x="10941" y="19430"/>
                  </a:cubicBezTo>
                  <a:cubicBezTo>
                    <a:pt x="11741" y="18491"/>
                    <a:pt x="11993" y="17080"/>
                    <a:pt x="11641" y="15846"/>
                  </a:cubicBezTo>
                  <a:cubicBezTo>
                    <a:pt x="10902" y="12954"/>
                    <a:pt x="11736" y="12396"/>
                    <a:pt x="12487" y="12396"/>
                  </a:cubicBezTo>
                  <a:cubicBezTo>
                    <a:pt x="12957" y="12396"/>
                    <a:pt x="13395" y="12615"/>
                    <a:pt x="13395" y="12615"/>
                  </a:cubicBezTo>
                  <a:lnTo>
                    <a:pt x="15397" y="9912"/>
                  </a:lnTo>
                  <a:cubicBezTo>
                    <a:pt x="15397" y="9912"/>
                    <a:pt x="20755" y="2860"/>
                    <a:pt x="11291" y="451"/>
                  </a:cubicBezTo>
                  <a:cubicBezTo>
                    <a:pt x="11291" y="451"/>
                    <a:pt x="9698" y="0"/>
                    <a:pt x="7707"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725" name="Google Shape;4141;p59"/>
            <p:cNvSpPr/>
            <p:nvPr/>
          </p:nvSpPr>
          <p:spPr>
            <a:xfrm>
              <a:off x="184933" y="284000"/>
              <a:ext cx="28632" cy="163322"/>
            </a:xfrm>
            <a:custGeom>
              <a:avLst/>
              <a:gdLst/>
              <a:ahLst/>
              <a:cxnLst>
                <a:cxn ang="0">
                  <a:pos x="wd2" y="hd2"/>
                </a:cxn>
                <a:cxn ang="5400000">
                  <a:pos x="wd2" y="hd2"/>
                </a:cxn>
                <a:cxn ang="10800000">
                  <a:pos x="wd2" y="hd2"/>
                </a:cxn>
                <a:cxn ang="16200000">
                  <a:pos x="wd2" y="hd2"/>
                </a:cxn>
              </a:cxnLst>
              <a:rect l="0" t="0" r="r" b="b"/>
              <a:pathLst>
                <a:path w="19921" h="21600" fill="norm" stroke="1" extrusionOk="0">
                  <a:moveTo>
                    <a:pt x="10295" y="0"/>
                  </a:moveTo>
                  <a:cubicBezTo>
                    <a:pt x="10295" y="0"/>
                    <a:pt x="-1679" y="8033"/>
                    <a:pt x="200" y="12763"/>
                  </a:cubicBezTo>
                  <a:cubicBezTo>
                    <a:pt x="1374" y="16289"/>
                    <a:pt x="13815" y="19948"/>
                    <a:pt x="19921" y="21600"/>
                  </a:cubicBezTo>
                  <a:lnTo>
                    <a:pt x="19921" y="15754"/>
                  </a:lnTo>
                  <a:cubicBezTo>
                    <a:pt x="19921" y="15754"/>
                    <a:pt x="10295" y="12763"/>
                    <a:pt x="10295" y="8971"/>
                  </a:cubicBezTo>
                  <a:lnTo>
                    <a:pt x="10295" y="0"/>
                  </a:lnTo>
                  <a:close/>
                </a:path>
              </a:pathLst>
            </a:custGeom>
            <a:solidFill>
              <a:srgbClr val="A161EB"/>
            </a:solidFill>
            <a:ln w="12700" cap="flat">
              <a:noFill/>
              <a:miter lim="400000"/>
            </a:ln>
            <a:effectLst/>
          </p:spPr>
          <p:txBody>
            <a:bodyPr wrap="square" lIns="45719" tIns="45719" rIns="45719" bIns="45719" numCol="1" anchor="ctr">
              <a:noAutofit/>
            </a:bodyPr>
            <a:lstStyle/>
            <a:p>
              <a:pPr/>
            </a:p>
          </p:txBody>
        </p:sp>
        <p:sp>
          <p:nvSpPr>
            <p:cNvPr id="726" name="Google Shape;4142;p59"/>
            <p:cNvSpPr/>
            <p:nvPr/>
          </p:nvSpPr>
          <p:spPr>
            <a:xfrm>
              <a:off x="13733" y="431029"/>
              <a:ext cx="48055" cy="65488"/>
            </a:xfrm>
            <a:custGeom>
              <a:avLst/>
              <a:gdLst/>
              <a:ahLst/>
              <a:cxnLst>
                <a:cxn ang="0">
                  <a:pos x="wd2" y="hd2"/>
                </a:cxn>
                <a:cxn ang="5400000">
                  <a:pos x="wd2" y="hd2"/>
                </a:cxn>
                <a:cxn ang="10800000">
                  <a:pos x="wd2" y="hd2"/>
                </a:cxn>
                <a:cxn ang="16200000">
                  <a:pos x="wd2" y="hd2"/>
                </a:cxn>
              </a:cxnLst>
              <a:rect l="0" t="0" r="r" b="b"/>
              <a:pathLst>
                <a:path w="20879" h="21600" fill="norm" stroke="1" extrusionOk="0">
                  <a:moveTo>
                    <a:pt x="7267" y="0"/>
                  </a:moveTo>
                  <a:cubicBezTo>
                    <a:pt x="3367" y="0"/>
                    <a:pt x="0" y="2269"/>
                    <a:pt x="0" y="2269"/>
                  </a:cubicBezTo>
                  <a:cubicBezTo>
                    <a:pt x="0" y="2269"/>
                    <a:pt x="4666" y="21600"/>
                    <a:pt x="13022" y="21600"/>
                  </a:cubicBezTo>
                  <a:cubicBezTo>
                    <a:pt x="13069" y="21600"/>
                    <a:pt x="13116" y="21600"/>
                    <a:pt x="13158" y="21600"/>
                  </a:cubicBezTo>
                  <a:cubicBezTo>
                    <a:pt x="21600" y="21383"/>
                    <a:pt x="18739" y="18016"/>
                    <a:pt x="16023" y="12261"/>
                  </a:cubicBezTo>
                  <a:cubicBezTo>
                    <a:pt x="15202" y="10522"/>
                    <a:pt x="15100" y="9953"/>
                    <a:pt x="15415" y="9953"/>
                  </a:cubicBezTo>
                  <a:cubicBezTo>
                    <a:pt x="16023" y="9953"/>
                    <a:pt x="18169" y="12034"/>
                    <a:pt x="19799" y="12034"/>
                  </a:cubicBezTo>
                  <a:cubicBezTo>
                    <a:pt x="20144" y="12034"/>
                    <a:pt x="20463" y="11941"/>
                    <a:pt x="20744" y="11718"/>
                  </a:cubicBezTo>
                  <a:cubicBezTo>
                    <a:pt x="21600" y="10955"/>
                    <a:pt x="18309" y="7045"/>
                    <a:pt x="13158" y="2269"/>
                  </a:cubicBezTo>
                  <a:cubicBezTo>
                    <a:pt x="11302" y="566"/>
                    <a:pt x="9216" y="0"/>
                    <a:pt x="7267"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sp>
          <p:nvSpPr>
            <p:cNvPr id="727" name="Google Shape;4143;p59"/>
            <p:cNvSpPr/>
            <p:nvPr/>
          </p:nvSpPr>
          <p:spPr>
            <a:xfrm>
              <a:off x="63783" y="819988"/>
              <a:ext cx="85598" cy="56209"/>
            </a:xfrm>
            <a:custGeom>
              <a:avLst/>
              <a:gdLst/>
              <a:ahLst/>
              <a:cxnLst>
                <a:cxn ang="0">
                  <a:pos x="wd2" y="hd2"/>
                </a:cxn>
                <a:cxn ang="5400000">
                  <a:pos x="wd2" y="hd2"/>
                </a:cxn>
                <a:cxn ang="10800000">
                  <a:pos x="wd2" y="hd2"/>
                </a:cxn>
                <a:cxn ang="16200000">
                  <a:pos x="wd2" y="hd2"/>
                </a:cxn>
              </a:cxnLst>
              <a:rect l="0" t="0" r="r" b="b"/>
              <a:pathLst>
                <a:path w="19033" h="21600" fill="norm" stroke="1" extrusionOk="0">
                  <a:moveTo>
                    <a:pt x="15093" y="0"/>
                  </a:moveTo>
                  <a:cubicBezTo>
                    <a:pt x="13234" y="0"/>
                    <a:pt x="10631" y="742"/>
                    <a:pt x="7394" y="3509"/>
                  </a:cubicBezTo>
                  <a:cubicBezTo>
                    <a:pt x="1660" y="8411"/>
                    <a:pt x="355" y="8840"/>
                    <a:pt x="74" y="8840"/>
                  </a:cubicBezTo>
                  <a:cubicBezTo>
                    <a:pt x="13" y="8840"/>
                    <a:pt x="0" y="8821"/>
                    <a:pt x="0" y="8821"/>
                  </a:cubicBezTo>
                  <a:lnTo>
                    <a:pt x="0" y="19074"/>
                  </a:lnTo>
                  <a:cubicBezTo>
                    <a:pt x="0" y="19074"/>
                    <a:pt x="937" y="21600"/>
                    <a:pt x="3375" y="21600"/>
                  </a:cubicBezTo>
                  <a:cubicBezTo>
                    <a:pt x="4344" y="21600"/>
                    <a:pt x="5551" y="21201"/>
                    <a:pt x="7028" y="20083"/>
                  </a:cubicBezTo>
                  <a:cubicBezTo>
                    <a:pt x="12154" y="16288"/>
                    <a:pt x="21600" y="8821"/>
                    <a:pt x="18378" y="975"/>
                  </a:cubicBezTo>
                  <a:cubicBezTo>
                    <a:pt x="18378" y="975"/>
                    <a:pt x="17226" y="0"/>
                    <a:pt x="15093"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728" name="Google Shape;4144;p59"/>
            <p:cNvSpPr/>
            <p:nvPr/>
          </p:nvSpPr>
          <p:spPr>
            <a:xfrm>
              <a:off x="165870" y="860689"/>
              <a:ext cx="85589" cy="56132"/>
            </a:xfrm>
            <a:custGeom>
              <a:avLst/>
              <a:gdLst/>
              <a:ahLst/>
              <a:cxnLst>
                <a:cxn ang="0">
                  <a:pos x="wd2" y="hd2"/>
                </a:cxn>
                <a:cxn ang="5400000">
                  <a:pos x="wd2" y="hd2"/>
                </a:cxn>
                <a:cxn ang="10800000">
                  <a:pos x="wd2" y="hd2"/>
                </a:cxn>
                <a:cxn ang="16200000">
                  <a:pos x="wd2" y="hd2"/>
                </a:cxn>
              </a:cxnLst>
              <a:rect l="0" t="0" r="r" b="b"/>
              <a:pathLst>
                <a:path w="19033" h="21600" fill="norm" stroke="1" extrusionOk="0">
                  <a:moveTo>
                    <a:pt x="15046" y="0"/>
                  </a:moveTo>
                  <a:cubicBezTo>
                    <a:pt x="13192" y="0"/>
                    <a:pt x="10606" y="758"/>
                    <a:pt x="7395" y="3563"/>
                  </a:cubicBezTo>
                  <a:cubicBezTo>
                    <a:pt x="1658" y="8476"/>
                    <a:pt x="355" y="8905"/>
                    <a:pt x="72" y="8905"/>
                  </a:cubicBezTo>
                  <a:cubicBezTo>
                    <a:pt x="13" y="8905"/>
                    <a:pt x="0" y="8887"/>
                    <a:pt x="0" y="8887"/>
                  </a:cubicBezTo>
                  <a:lnTo>
                    <a:pt x="0" y="19021"/>
                  </a:lnTo>
                  <a:cubicBezTo>
                    <a:pt x="0" y="19021"/>
                    <a:pt x="954" y="21600"/>
                    <a:pt x="3442" y="21600"/>
                  </a:cubicBezTo>
                  <a:cubicBezTo>
                    <a:pt x="4401" y="21600"/>
                    <a:pt x="5584" y="21219"/>
                    <a:pt x="7029" y="20164"/>
                  </a:cubicBezTo>
                  <a:cubicBezTo>
                    <a:pt x="12155" y="16363"/>
                    <a:pt x="21600" y="8758"/>
                    <a:pt x="18378" y="1029"/>
                  </a:cubicBezTo>
                  <a:cubicBezTo>
                    <a:pt x="18378" y="1029"/>
                    <a:pt x="17212" y="0"/>
                    <a:pt x="15046" y="0"/>
                  </a:cubicBezTo>
                  <a:close/>
                </a:path>
              </a:pathLst>
            </a:custGeom>
            <a:solidFill>
              <a:schemeClr val="accent5"/>
            </a:solidFill>
            <a:ln w="12700" cap="flat">
              <a:noFill/>
              <a:miter lim="400000"/>
            </a:ln>
            <a:effectLst/>
          </p:spPr>
          <p:txBody>
            <a:bodyPr wrap="square" lIns="45719" tIns="45719" rIns="45719" bIns="45719" numCol="1" anchor="ctr">
              <a:noAutofit/>
            </a:bodyPr>
            <a:lstStyle/>
            <a:p>
              <a:pPr/>
            </a:p>
          </p:txBody>
        </p:sp>
        <p:sp>
          <p:nvSpPr>
            <p:cNvPr id="729" name="Google Shape;4145;p59"/>
            <p:cNvSpPr/>
            <p:nvPr/>
          </p:nvSpPr>
          <p:spPr>
            <a:xfrm>
              <a:off x="63783" y="409581"/>
              <a:ext cx="148171" cy="479657"/>
            </a:xfrm>
            <a:custGeom>
              <a:avLst/>
              <a:gdLst/>
              <a:ahLst/>
              <a:cxnLst>
                <a:cxn ang="0">
                  <a:pos x="wd2" y="hd2"/>
                </a:cxn>
                <a:cxn ang="5400000">
                  <a:pos x="wd2" y="hd2"/>
                </a:cxn>
                <a:cxn ang="10800000">
                  <a:pos x="wd2" y="hd2"/>
                </a:cxn>
                <a:cxn ang="16200000">
                  <a:pos x="wd2" y="hd2"/>
                </a:cxn>
              </a:cxnLst>
              <a:rect l="0" t="0" r="r" b="b"/>
              <a:pathLst>
                <a:path w="21176" h="21600" fill="norm" stroke="1" extrusionOk="0">
                  <a:moveTo>
                    <a:pt x="847" y="0"/>
                  </a:moveTo>
                  <a:lnTo>
                    <a:pt x="0" y="19514"/>
                  </a:lnTo>
                  <a:cubicBezTo>
                    <a:pt x="784" y="19766"/>
                    <a:pt x="1679" y="19850"/>
                    <a:pt x="2522" y="19850"/>
                  </a:cubicBezTo>
                  <a:cubicBezTo>
                    <a:pt x="4209" y="19850"/>
                    <a:pt x="5695" y="19514"/>
                    <a:pt x="5695" y="19514"/>
                  </a:cubicBezTo>
                  <a:lnTo>
                    <a:pt x="10447" y="5353"/>
                  </a:lnTo>
                  <a:lnTo>
                    <a:pt x="14589" y="21382"/>
                  </a:lnTo>
                  <a:cubicBezTo>
                    <a:pt x="15263" y="21546"/>
                    <a:pt x="16121" y="21600"/>
                    <a:pt x="16964" y="21600"/>
                  </a:cubicBezTo>
                  <a:cubicBezTo>
                    <a:pt x="18651" y="21600"/>
                    <a:pt x="20282" y="21382"/>
                    <a:pt x="20282" y="21382"/>
                  </a:cubicBezTo>
                  <a:cubicBezTo>
                    <a:pt x="20282" y="21382"/>
                    <a:pt x="21600" y="5917"/>
                    <a:pt x="21036" y="1468"/>
                  </a:cubicBezTo>
                  <a:cubicBezTo>
                    <a:pt x="6917" y="1468"/>
                    <a:pt x="847" y="0"/>
                    <a:pt x="847" y="0"/>
                  </a:cubicBezTo>
                  <a:close/>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730" name="Google Shape;4146;p59"/>
            <p:cNvSpPr/>
            <p:nvPr/>
          </p:nvSpPr>
          <p:spPr>
            <a:xfrm>
              <a:off x="252144" y="464578"/>
              <a:ext cx="41885" cy="64009"/>
            </a:xfrm>
            <a:custGeom>
              <a:avLst/>
              <a:gdLst/>
              <a:ahLst/>
              <a:cxnLst>
                <a:cxn ang="0">
                  <a:pos x="wd2" y="hd2"/>
                </a:cxn>
                <a:cxn ang="5400000">
                  <a:pos x="wd2" y="hd2"/>
                </a:cxn>
                <a:cxn ang="10800000">
                  <a:pos x="wd2" y="hd2"/>
                </a:cxn>
                <a:cxn ang="16200000">
                  <a:pos x="wd2" y="hd2"/>
                </a:cxn>
              </a:cxnLst>
              <a:rect l="0" t="0" r="r" b="b"/>
              <a:pathLst>
                <a:path w="21465" h="21600" fill="norm" stroke="1" extrusionOk="0">
                  <a:moveTo>
                    <a:pt x="15695" y="0"/>
                  </a:moveTo>
                  <a:lnTo>
                    <a:pt x="0" y="3111"/>
                  </a:lnTo>
                  <a:cubicBezTo>
                    <a:pt x="678" y="5445"/>
                    <a:pt x="1521" y="7776"/>
                    <a:pt x="2194" y="10111"/>
                  </a:cubicBezTo>
                  <a:cubicBezTo>
                    <a:pt x="3208" y="13113"/>
                    <a:pt x="2023" y="16333"/>
                    <a:pt x="3038" y="19223"/>
                  </a:cubicBezTo>
                  <a:cubicBezTo>
                    <a:pt x="3560" y="20945"/>
                    <a:pt x="6216" y="21600"/>
                    <a:pt x="8952" y="21600"/>
                  </a:cubicBezTo>
                  <a:cubicBezTo>
                    <a:pt x="9746" y="21600"/>
                    <a:pt x="10549" y="21547"/>
                    <a:pt x="11307" y="21445"/>
                  </a:cubicBezTo>
                  <a:cubicBezTo>
                    <a:pt x="14174" y="21002"/>
                    <a:pt x="19406" y="19669"/>
                    <a:pt x="20756" y="17778"/>
                  </a:cubicBezTo>
                  <a:cubicBezTo>
                    <a:pt x="21093" y="17335"/>
                    <a:pt x="21264" y="16779"/>
                    <a:pt x="21264" y="16224"/>
                  </a:cubicBezTo>
                  <a:cubicBezTo>
                    <a:pt x="21600" y="13447"/>
                    <a:pt x="21600" y="10223"/>
                    <a:pt x="20586" y="7555"/>
                  </a:cubicBezTo>
                  <a:cubicBezTo>
                    <a:pt x="19577" y="4890"/>
                    <a:pt x="17212" y="2443"/>
                    <a:pt x="15695" y="0"/>
                  </a:cubicBezTo>
                  <a:close/>
                </a:path>
              </a:pathLst>
            </a:custGeom>
            <a:solidFill>
              <a:schemeClr val="accent4"/>
            </a:solidFill>
            <a:ln w="12700" cap="flat">
              <a:noFill/>
              <a:miter lim="400000"/>
            </a:ln>
            <a:effectLst/>
          </p:spPr>
          <p:txBody>
            <a:bodyPr wrap="square" lIns="45719" tIns="45719" rIns="45719" bIns="45719" numCol="1" anchor="ctr">
              <a:noAutofit/>
            </a:bodyPr>
            <a:lstStyle/>
            <a:p>
              <a:pPr/>
            </a:p>
          </p:txBody>
        </p:sp>
      </p:grpSp>
      <p:sp>
        <p:nvSpPr>
          <p:cNvPr id="732" name="Rectangle 33"/>
          <p:cNvSpPr/>
          <p:nvPr/>
        </p:nvSpPr>
        <p:spPr>
          <a:xfrm>
            <a:off x="956441" y="409903"/>
            <a:ext cx="1776249" cy="646882"/>
          </a:xfrm>
          <a:prstGeom prst="rect">
            <a:avLst/>
          </a:prstGeom>
          <a:ln w="28575">
            <a:solidFill>
              <a:srgbClr val="FFFFFF"/>
            </a:solidFill>
          </a:ln>
        </p:spPr>
        <p:txBody>
          <a:bodyPr lIns="45719" rIns="45719" anchor="ctr"/>
          <a:lstStyle/>
          <a:p>
            <a:pPr algn="ctr">
              <a:defRPr>
                <a:solidFill>
                  <a:srgbClr val="FFFFFF"/>
                </a:solidFill>
              </a:defRPr>
            </a:pPr>
          </a:p>
        </p:txBody>
      </p:sp>
      <p:sp>
        <p:nvSpPr>
          <p:cNvPr id="733" name="TextBox 34"/>
          <p:cNvSpPr txBox="1"/>
          <p:nvPr/>
        </p:nvSpPr>
        <p:spPr>
          <a:xfrm>
            <a:off x="1096753" y="533289"/>
            <a:ext cx="1947636"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defRPr>
            </a:lvl1pPr>
          </a:lstStyle>
          <a:p>
            <a:pPr/>
            <a:r>
              <a:t>Thank you!</a:t>
            </a:r>
          </a:p>
        </p:txBody>
      </p:sp>
      <p:sp>
        <p:nvSpPr>
          <p:cNvPr id="734" name="Straight Connector 36"/>
          <p:cNvSpPr/>
          <p:nvPr/>
        </p:nvSpPr>
        <p:spPr>
          <a:xfrm>
            <a:off x="-1" y="733343"/>
            <a:ext cx="956443" cy="1"/>
          </a:xfrm>
          <a:prstGeom prst="line">
            <a:avLst/>
          </a:prstGeom>
          <a:ln w="28575">
            <a:solidFill>
              <a:srgbClr val="FFFFFF"/>
            </a:solidFill>
          </a:ln>
        </p:spPr>
        <p:txBody>
          <a:bodyPr lIns="45719" rIns="45719"/>
          <a:lstStyle/>
          <a:p>
            <a:pPr/>
          </a:p>
        </p:txBody>
      </p:sp>
      <p:sp>
        <p:nvSpPr>
          <p:cNvPr id="735" name="Google Shape;4116;p59"/>
          <p:cNvSpPr txBox="1"/>
          <p:nvPr/>
        </p:nvSpPr>
        <p:spPr>
          <a:xfrm>
            <a:off x="956441" y="1793639"/>
            <a:ext cx="2946901" cy="40480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600">
                <a:solidFill>
                  <a:srgbClr val="FFFFFF"/>
                </a:solidFill>
              </a:defRPr>
            </a:lvl1pPr>
          </a:lstStyle>
          <a:p>
            <a:pPr/>
            <a:r>
              <a:t>Do you have any questions?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Data Visualization by Slidesgo">
  <a:themeElements>
    <a:clrScheme name="Data Visualization by Slidesgo">
      <a:dk1>
        <a:srgbClr val="000000"/>
      </a:dk1>
      <a:lt1>
        <a:srgbClr val="220B49"/>
      </a:lt1>
      <a:dk2>
        <a:srgbClr val="A7A7A7"/>
      </a:dk2>
      <a:lt2>
        <a:srgbClr val="535353"/>
      </a:lt2>
      <a:accent1>
        <a:srgbClr val="8C3EE6"/>
      </a:accent1>
      <a:accent2>
        <a:srgbClr val="220B49"/>
      </a:accent2>
      <a:accent3>
        <a:srgbClr val="4E2381"/>
      </a:accent3>
      <a:accent4>
        <a:srgbClr val="D4B6F6"/>
      </a:accent4>
      <a:accent5>
        <a:srgbClr val="B32A9A"/>
      </a:accent5>
      <a:accent6>
        <a:srgbClr val="6D195D"/>
      </a:accent6>
      <a:hlink>
        <a:srgbClr val="0000FF"/>
      </a:hlink>
      <a:folHlink>
        <a:srgbClr val="FF00FF"/>
      </a:folHlink>
    </a:clrScheme>
    <a:fontScheme name="Data Visualization by Slidesgo">
      <a:majorFont>
        <a:latin typeface="Arial"/>
        <a:ea typeface="Arial"/>
        <a:cs typeface="Arial"/>
      </a:majorFont>
      <a:minorFont>
        <a:latin typeface="Helvetica"/>
        <a:ea typeface="Helvetica"/>
        <a:cs typeface="Helvetica"/>
      </a:minorFont>
    </a:fontScheme>
    <a:fmtScheme name="Data Visualization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ata Visualization by Slidesgo">
  <a:themeElements>
    <a:clrScheme name="Data Visualization by Slidesgo">
      <a:dk1>
        <a:srgbClr val="000000"/>
      </a:dk1>
      <a:lt1>
        <a:srgbClr val="FFFFFF"/>
      </a:lt1>
      <a:dk2>
        <a:srgbClr val="A7A7A7"/>
      </a:dk2>
      <a:lt2>
        <a:srgbClr val="535353"/>
      </a:lt2>
      <a:accent1>
        <a:srgbClr val="8C3EE6"/>
      </a:accent1>
      <a:accent2>
        <a:srgbClr val="220B49"/>
      </a:accent2>
      <a:accent3>
        <a:srgbClr val="4E2381"/>
      </a:accent3>
      <a:accent4>
        <a:srgbClr val="D4B6F6"/>
      </a:accent4>
      <a:accent5>
        <a:srgbClr val="B32A9A"/>
      </a:accent5>
      <a:accent6>
        <a:srgbClr val="6D195D"/>
      </a:accent6>
      <a:hlink>
        <a:srgbClr val="0000FF"/>
      </a:hlink>
      <a:folHlink>
        <a:srgbClr val="FF00FF"/>
      </a:folHlink>
    </a:clrScheme>
    <a:fontScheme name="Data Visualization by Slidesgo">
      <a:majorFont>
        <a:latin typeface="Arial"/>
        <a:ea typeface="Arial"/>
        <a:cs typeface="Arial"/>
      </a:majorFont>
      <a:minorFont>
        <a:latin typeface="Helvetica"/>
        <a:ea typeface="Helvetica"/>
        <a:cs typeface="Helvetica"/>
      </a:minorFont>
    </a:fontScheme>
    <a:fmtScheme name="Data Visualization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