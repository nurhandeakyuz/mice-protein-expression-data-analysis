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fntdata" ContentType="application/x-fontdata"/>
  <Default Extension="wdp" ContentType="image/vnd.ms-photo"/>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1" r:id="rId1"/>
  </p:sldMasterIdLst>
  <p:notesMasterIdLst>
    <p:notesMasterId r:id="rId26"/>
  </p:notesMasterIdLst>
  <p:sldIdLst>
    <p:sldId id="256" r:id="rId2"/>
    <p:sldId id="283" r:id="rId3"/>
    <p:sldId id="257" r:id="rId4"/>
    <p:sldId id="258" r:id="rId5"/>
    <p:sldId id="310" r:id="rId6"/>
    <p:sldId id="311" r:id="rId7"/>
    <p:sldId id="312" r:id="rId8"/>
    <p:sldId id="259" r:id="rId9"/>
    <p:sldId id="313" r:id="rId10"/>
    <p:sldId id="262" r:id="rId11"/>
    <p:sldId id="314" r:id="rId12"/>
    <p:sldId id="315" r:id="rId13"/>
    <p:sldId id="316" r:id="rId14"/>
    <p:sldId id="268" r:id="rId15"/>
    <p:sldId id="317" r:id="rId16"/>
    <p:sldId id="318" r:id="rId17"/>
    <p:sldId id="326" r:id="rId18"/>
    <p:sldId id="319" r:id="rId19"/>
    <p:sldId id="320" r:id="rId20"/>
    <p:sldId id="321" r:id="rId21"/>
    <p:sldId id="323" r:id="rId22"/>
    <p:sldId id="324" r:id="rId23"/>
    <p:sldId id="325" r:id="rId24"/>
    <p:sldId id="322" r:id="rId25"/>
  </p:sldIdLst>
  <p:sldSz cx="9144000" cy="5143500" type="screen16x9"/>
  <p:notesSz cx="6858000" cy="9144000"/>
  <p:embeddedFontLst>
    <p:embeddedFont>
      <p:font typeface="Fira Sans" panose="020B0604020202020204" charset="0"/>
      <p:regular r:id="rId27"/>
      <p:bold r:id="rId28"/>
      <p:italic r:id="rId29"/>
      <p:boldItalic r:id="rId30"/>
    </p:embeddedFont>
    <p:embeddedFont>
      <p:font typeface="Raleway" panose="020B0604020202020204" charset="-94"/>
      <p:regular r:id="rId31"/>
      <p:bold r:id="rId32"/>
      <p:italic r:id="rId33"/>
      <p:boldItalic r:id="rId34"/>
    </p:embeddedFont>
    <p:embeddedFont>
      <p:font typeface="Montserrat" panose="020B0604020202020204" charset="-94"/>
      <p:regular r:id="rId35"/>
      <p:bold r:id="rId36"/>
      <p:italic r:id="rId37"/>
      <p:boldItalic r:id="rId3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8D61C27B-086B-4CB5-BEC0-D93EE8C3E4FC}">
  <a:tblStyle styleId="{8D61C27B-086B-4CB5-BEC0-D93EE8C3E4FC}"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1" d="100"/>
          <a:sy n="91" d="100"/>
        </p:scale>
        <p:origin x="786"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9"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font" Target="fonts/font8.fntdata"/><Relationship Id="rId42"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7.fntdata"/><Relationship Id="rId38" Type="http://schemas.openxmlformats.org/officeDocument/2006/relationships/font" Target="fonts/font12.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3.fntdata"/><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6.fntdata"/><Relationship Id="rId37" Type="http://schemas.openxmlformats.org/officeDocument/2006/relationships/font" Target="fonts/font11.fntdata"/><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2.fntdata"/><Relationship Id="rId36" Type="http://schemas.openxmlformats.org/officeDocument/2006/relationships/font" Target="fonts/font10.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5.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1.fntdata"/><Relationship Id="rId30" Type="http://schemas.openxmlformats.org/officeDocument/2006/relationships/font" Target="fonts/font4.fntdata"/><Relationship Id="rId35" Type="http://schemas.openxmlformats.org/officeDocument/2006/relationships/font" Target="fonts/font9.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Google Shape;201;g729dd71725_7_2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2" name="Google Shape;202;g729dd71725_7_2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0"/>
        <p:cNvGrpSpPr/>
        <p:nvPr/>
      </p:nvGrpSpPr>
      <p:grpSpPr>
        <a:xfrm>
          <a:off x="0" y="0"/>
          <a:ext cx="0" cy="0"/>
          <a:chOff x="0" y="0"/>
          <a:chExt cx="0" cy="0"/>
        </a:xfrm>
      </p:grpSpPr>
      <p:sp>
        <p:nvSpPr>
          <p:cNvPr id="3891" name="Google Shape;3891;g6b5fdf5ce3_0_2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92" name="Google Shape;3892;g6b5fdf5ce3_0_2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9"/>
        <p:cNvGrpSpPr/>
        <p:nvPr/>
      </p:nvGrpSpPr>
      <p:grpSpPr>
        <a:xfrm>
          <a:off x="0" y="0"/>
          <a:ext cx="0" cy="0"/>
          <a:chOff x="0" y="0"/>
          <a:chExt cx="0" cy="0"/>
        </a:xfrm>
      </p:grpSpPr>
      <p:sp>
        <p:nvSpPr>
          <p:cNvPr id="420" name="Google Shape;420;g6b5fdf5ce3_0_26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1" name="Google Shape;421;g6b5fdf5ce3_0_26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5"/>
        <p:cNvGrpSpPr/>
        <p:nvPr/>
      </p:nvGrpSpPr>
      <p:grpSpPr>
        <a:xfrm>
          <a:off x="0" y="0"/>
          <a:ext cx="0" cy="0"/>
          <a:chOff x="0" y="0"/>
          <a:chExt cx="0" cy="0"/>
        </a:xfrm>
      </p:grpSpPr>
      <p:sp>
        <p:nvSpPr>
          <p:cNvPr id="426" name="Google Shape;426;g70bcfaa05b_0_1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7" name="Google Shape;427;g70bcfaa05b_0_1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39277093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6"/>
        <p:cNvGrpSpPr/>
        <p:nvPr/>
      </p:nvGrpSpPr>
      <p:grpSpPr>
        <a:xfrm>
          <a:off x="0" y="0"/>
          <a:ext cx="0" cy="0"/>
          <a:chOff x="0" y="0"/>
          <a:chExt cx="0" cy="0"/>
        </a:xfrm>
      </p:grpSpPr>
      <p:sp>
        <p:nvSpPr>
          <p:cNvPr id="467" name="Google Shape;467;g70bcfaa05b_0_1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8" name="Google Shape;468;g70bcfaa05b_0_1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9"/>
        <p:cNvGrpSpPr/>
        <p:nvPr/>
      </p:nvGrpSpPr>
      <p:grpSpPr>
        <a:xfrm>
          <a:off x="0" y="0"/>
          <a:ext cx="0" cy="0"/>
          <a:chOff x="0" y="0"/>
          <a:chExt cx="0" cy="0"/>
        </a:xfrm>
      </p:grpSpPr>
      <p:sp>
        <p:nvSpPr>
          <p:cNvPr id="600" name="Google Shape;600;g7578ac1814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1" name="Google Shape;601;g7578ac181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6"/>
        <p:cNvGrpSpPr/>
        <p:nvPr/>
      </p:nvGrpSpPr>
      <p:grpSpPr>
        <a:xfrm>
          <a:off x="0" y="0"/>
          <a:ext cx="0" cy="0"/>
          <a:chOff x="0" y="0"/>
          <a:chExt cx="0" cy="0"/>
        </a:xfrm>
      </p:grpSpPr>
      <p:sp>
        <p:nvSpPr>
          <p:cNvPr id="467" name="Google Shape;467;g70bcfaa05b_0_1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8" name="Google Shape;468;g70bcfaa05b_0_1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6390159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9"/>
        <p:cNvGrpSpPr/>
        <p:nvPr/>
      </p:nvGrpSpPr>
      <p:grpSpPr>
        <a:xfrm>
          <a:off x="0" y="0"/>
          <a:ext cx="0" cy="0"/>
          <a:chOff x="0" y="0"/>
          <a:chExt cx="0" cy="0"/>
        </a:xfrm>
      </p:grpSpPr>
      <p:sp>
        <p:nvSpPr>
          <p:cNvPr id="850" name="Google Shape;850;g7eddea9e9e_1_108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1" name="Google Shape;851;g7eddea9e9e_1_108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9"/>
        <p:cNvGrpSpPr/>
        <p:nvPr/>
      </p:nvGrpSpPr>
      <p:grpSpPr>
        <a:xfrm>
          <a:off x="0" y="0"/>
          <a:ext cx="0" cy="0"/>
          <a:chOff x="0" y="0"/>
          <a:chExt cx="0" cy="0"/>
        </a:xfrm>
      </p:grpSpPr>
      <p:sp>
        <p:nvSpPr>
          <p:cNvPr id="850" name="Google Shape;850;g7eddea9e9e_1_108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1" name="Google Shape;851;g7eddea9e9e_1_108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5592761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9"/>
        <p:cNvGrpSpPr/>
        <p:nvPr/>
      </p:nvGrpSpPr>
      <p:grpSpPr>
        <a:xfrm>
          <a:off x="0" y="0"/>
          <a:ext cx="0" cy="0"/>
          <a:chOff x="0" y="0"/>
          <a:chExt cx="0" cy="0"/>
        </a:xfrm>
      </p:grpSpPr>
      <p:sp>
        <p:nvSpPr>
          <p:cNvPr id="850" name="Google Shape;850;g7eddea9e9e_1_108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1" name="Google Shape;851;g7eddea9e9e_1_108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643670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6"/>
        <p:cNvGrpSpPr/>
        <p:nvPr/>
      </p:nvGrpSpPr>
      <p:grpSpPr>
        <a:xfrm>
          <a:off x="0" y="0"/>
          <a:ext cx="0" cy="0"/>
          <a:chOff x="0" y="0"/>
          <a:chExt cx="0" cy="0"/>
        </a:xfrm>
      </p:grpSpPr>
      <p:sp>
        <p:nvSpPr>
          <p:cNvPr id="467" name="Google Shape;467;g70bcfaa05b_0_1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8" name="Google Shape;468;g70bcfaa05b_0_1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6697187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9"/>
        <p:cNvGrpSpPr/>
        <p:nvPr/>
      </p:nvGrpSpPr>
      <p:grpSpPr>
        <a:xfrm>
          <a:off x="0" y="0"/>
          <a:ext cx="0" cy="0"/>
          <a:chOff x="0" y="0"/>
          <a:chExt cx="0" cy="0"/>
        </a:xfrm>
      </p:grpSpPr>
      <p:sp>
        <p:nvSpPr>
          <p:cNvPr id="850" name="Google Shape;850;g7eddea9e9e_1_108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1" name="Google Shape;851;g7eddea9e9e_1_108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2544853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9"/>
        <p:cNvGrpSpPr/>
        <p:nvPr/>
      </p:nvGrpSpPr>
      <p:grpSpPr>
        <a:xfrm>
          <a:off x="0" y="0"/>
          <a:ext cx="0" cy="0"/>
          <a:chOff x="0" y="0"/>
          <a:chExt cx="0" cy="0"/>
        </a:xfrm>
      </p:grpSpPr>
      <p:sp>
        <p:nvSpPr>
          <p:cNvPr id="850" name="Google Shape;850;g7eddea9e9e_1_108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1" name="Google Shape;851;g7eddea9e9e_1_108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132989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accent2"/>
        </a:solidFill>
        <a:effectLst/>
      </p:bgPr>
    </p:bg>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708350" y="708300"/>
            <a:ext cx="2895900" cy="1385700"/>
          </a:xfrm>
          <a:prstGeom prst="rect">
            <a:avLst/>
          </a:prstGeom>
          <a:ln w="28575"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lvl1pPr lvl="0" algn="ctr">
              <a:lnSpc>
                <a:spcPct val="80000"/>
              </a:lnSpc>
              <a:spcBef>
                <a:spcPts val="0"/>
              </a:spcBef>
              <a:spcAft>
                <a:spcPts val="0"/>
              </a:spcAft>
              <a:buSzPts val="3200"/>
              <a:buNone/>
              <a:defRPr sz="3300"/>
            </a:lvl1pPr>
            <a:lvl2pPr lvl="1" algn="ctr">
              <a:lnSpc>
                <a:spcPct val="80000"/>
              </a:lnSpc>
              <a:spcBef>
                <a:spcPts val="0"/>
              </a:spcBef>
              <a:spcAft>
                <a:spcPts val="0"/>
              </a:spcAft>
              <a:buClr>
                <a:schemeClr val="accent4"/>
              </a:buClr>
              <a:buSzPts val="5200"/>
              <a:buNone/>
              <a:defRPr sz="5200">
                <a:solidFill>
                  <a:schemeClr val="accent4"/>
                </a:solidFill>
              </a:defRPr>
            </a:lvl2pPr>
            <a:lvl3pPr lvl="2" algn="ctr">
              <a:lnSpc>
                <a:spcPct val="80000"/>
              </a:lnSpc>
              <a:spcBef>
                <a:spcPts val="0"/>
              </a:spcBef>
              <a:spcAft>
                <a:spcPts val="0"/>
              </a:spcAft>
              <a:buClr>
                <a:schemeClr val="accent4"/>
              </a:buClr>
              <a:buSzPts val="5200"/>
              <a:buNone/>
              <a:defRPr sz="5200">
                <a:solidFill>
                  <a:schemeClr val="accent4"/>
                </a:solidFill>
              </a:defRPr>
            </a:lvl3pPr>
            <a:lvl4pPr lvl="3" algn="ctr">
              <a:lnSpc>
                <a:spcPct val="80000"/>
              </a:lnSpc>
              <a:spcBef>
                <a:spcPts val="0"/>
              </a:spcBef>
              <a:spcAft>
                <a:spcPts val="0"/>
              </a:spcAft>
              <a:buClr>
                <a:schemeClr val="accent4"/>
              </a:buClr>
              <a:buSzPts val="5200"/>
              <a:buNone/>
              <a:defRPr sz="5200">
                <a:solidFill>
                  <a:schemeClr val="accent4"/>
                </a:solidFill>
              </a:defRPr>
            </a:lvl4pPr>
            <a:lvl5pPr lvl="4" algn="ctr">
              <a:lnSpc>
                <a:spcPct val="80000"/>
              </a:lnSpc>
              <a:spcBef>
                <a:spcPts val="0"/>
              </a:spcBef>
              <a:spcAft>
                <a:spcPts val="0"/>
              </a:spcAft>
              <a:buClr>
                <a:schemeClr val="accent4"/>
              </a:buClr>
              <a:buSzPts val="5200"/>
              <a:buNone/>
              <a:defRPr sz="5200">
                <a:solidFill>
                  <a:schemeClr val="accent4"/>
                </a:solidFill>
              </a:defRPr>
            </a:lvl5pPr>
            <a:lvl6pPr lvl="5" algn="ctr">
              <a:lnSpc>
                <a:spcPct val="80000"/>
              </a:lnSpc>
              <a:spcBef>
                <a:spcPts val="0"/>
              </a:spcBef>
              <a:spcAft>
                <a:spcPts val="0"/>
              </a:spcAft>
              <a:buClr>
                <a:schemeClr val="accent4"/>
              </a:buClr>
              <a:buSzPts val="5200"/>
              <a:buNone/>
              <a:defRPr sz="5200">
                <a:solidFill>
                  <a:schemeClr val="accent4"/>
                </a:solidFill>
              </a:defRPr>
            </a:lvl6pPr>
            <a:lvl7pPr lvl="6" algn="ctr">
              <a:lnSpc>
                <a:spcPct val="80000"/>
              </a:lnSpc>
              <a:spcBef>
                <a:spcPts val="0"/>
              </a:spcBef>
              <a:spcAft>
                <a:spcPts val="0"/>
              </a:spcAft>
              <a:buClr>
                <a:schemeClr val="accent4"/>
              </a:buClr>
              <a:buSzPts val="5200"/>
              <a:buNone/>
              <a:defRPr sz="5200">
                <a:solidFill>
                  <a:schemeClr val="accent4"/>
                </a:solidFill>
              </a:defRPr>
            </a:lvl7pPr>
            <a:lvl8pPr lvl="7" algn="ctr">
              <a:lnSpc>
                <a:spcPct val="80000"/>
              </a:lnSpc>
              <a:spcBef>
                <a:spcPts val="0"/>
              </a:spcBef>
              <a:spcAft>
                <a:spcPts val="0"/>
              </a:spcAft>
              <a:buClr>
                <a:schemeClr val="accent4"/>
              </a:buClr>
              <a:buSzPts val="5200"/>
              <a:buNone/>
              <a:defRPr sz="5200">
                <a:solidFill>
                  <a:schemeClr val="accent4"/>
                </a:solidFill>
              </a:defRPr>
            </a:lvl8pPr>
            <a:lvl9pPr lvl="8" algn="ctr">
              <a:lnSpc>
                <a:spcPct val="80000"/>
              </a:lnSpc>
              <a:spcBef>
                <a:spcPts val="0"/>
              </a:spcBef>
              <a:spcAft>
                <a:spcPts val="0"/>
              </a:spcAft>
              <a:buClr>
                <a:schemeClr val="accent4"/>
              </a:buClr>
              <a:buSzPts val="5200"/>
              <a:buNone/>
              <a:defRPr sz="5200">
                <a:solidFill>
                  <a:schemeClr val="accent4"/>
                </a:solidFill>
              </a:defRPr>
            </a:lvl9pPr>
          </a:lstStyle>
          <a:p>
            <a:endParaRPr/>
          </a:p>
        </p:txBody>
      </p:sp>
      <p:sp>
        <p:nvSpPr>
          <p:cNvPr id="10" name="Google Shape;10;p2"/>
          <p:cNvSpPr txBox="1">
            <a:spLocks noGrp="1"/>
          </p:cNvSpPr>
          <p:nvPr>
            <p:ph type="subTitle" idx="1"/>
          </p:nvPr>
        </p:nvSpPr>
        <p:spPr>
          <a:xfrm>
            <a:off x="708350" y="2257025"/>
            <a:ext cx="2895900" cy="362700"/>
          </a:xfrm>
          <a:prstGeom prst="rect">
            <a:avLst/>
          </a:prstGeom>
          <a:ln w="19050" cap="flat" cmpd="sng">
            <a:solidFill>
              <a:schemeClr val="accent4"/>
            </a:solidFill>
            <a:prstDash val="solid"/>
            <a:round/>
            <a:headEnd type="none" w="sm" len="sm"/>
            <a:tailEnd type="none" w="sm" len="sm"/>
          </a:ln>
        </p:spPr>
        <p:txBody>
          <a:bodyPr spcFirstLastPara="1" wrap="square" lIns="91425" tIns="91425" rIns="91425" bIns="91425" anchor="t" anchorCtr="0">
            <a:noAutofit/>
          </a:bodyPr>
          <a:lstStyle>
            <a:lvl1pPr lvl="0" algn="ctr">
              <a:lnSpc>
                <a:spcPct val="100000"/>
              </a:lnSpc>
              <a:spcBef>
                <a:spcPts val="0"/>
              </a:spcBef>
              <a:spcAft>
                <a:spcPts val="0"/>
              </a:spcAft>
              <a:buClr>
                <a:schemeClr val="accent4"/>
              </a:buClr>
              <a:buSzPts val="1400"/>
              <a:buNone/>
              <a:defRPr sz="1200">
                <a:solidFill>
                  <a:schemeClr val="lt1"/>
                </a:solidFill>
              </a:defRPr>
            </a:lvl1pPr>
            <a:lvl2pPr lvl="1" algn="ctr">
              <a:lnSpc>
                <a:spcPct val="100000"/>
              </a:lnSpc>
              <a:spcBef>
                <a:spcPts val="0"/>
              </a:spcBef>
              <a:spcAft>
                <a:spcPts val="0"/>
              </a:spcAft>
              <a:buClr>
                <a:schemeClr val="accent4"/>
              </a:buClr>
              <a:buSzPts val="2800"/>
              <a:buNone/>
              <a:defRPr sz="2800">
                <a:solidFill>
                  <a:schemeClr val="accent4"/>
                </a:solidFill>
              </a:defRPr>
            </a:lvl2pPr>
            <a:lvl3pPr lvl="2" algn="ctr">
              <a:lnSpc>
                <a:spcPct val="100000"/>
              </a:lnSpc>
              <a:spcBef>
                <a:spcPts val="0"/>
              </a:spcBef>
              <a:spcAft>
                <a:spcPts val="0"/>
              </a:spcAft>
              <a:buClr>
                <a:schemeClr val="accent4"/>
              </a:buClr>
              <a:buSzPts val="2800"/>
              <a:buNone/>
              <a:defRPr sz="2800">
                <a:solidFill>
                  <a:schemeClr val="accent4"/>
                </a:solidFill>
              </a:defRPr>
            </a:lvl3pPr>
            <a:lvl4pPr lvl="3" algn="ctr">
              <a:lnSpc>
                <a:spcPct val="100000"/>
              </a:lnSpc>
              <a:spcBef>
                <a:spcPts val="0"/>
              </a:spcBef>
              <a:spcAft>
                <a:spcPts val="0"/>
              </a:spcAft>
              <a:buClr>
                <a:schemeClr val="accent4"/>
              </a:buClr>
              <a:buSzPts val="2800"/>
              <a:buNone/>
              <a:defRPr sz="2800">
                <a:solidFill>
                  <a:schemeClr val="accent4"/>
                </a:solidFill>
              </a:defRPr>
            </a:lvl4pPr>
            <a:lvl5pPr lvl="4" algn="ctr">
              <a:lnSpc>
                <a:spcPct val="100000"/>
              </a:lnSpc>
              <a:spcBef>
                <a:spcPts val="0"/>
              </a:spcBef>
              <a:spcAft>
                <a:spcPts val="0"/>
              </a:spcAft>
              <a:buClr>
                <a:schemeClr val="accent4"/>
              </a:buClr>
              <a:buSzPts val="2800"/>
              <a:buNone/>
              <a:defRPr sz="2800">
                <a:solidFill>
                  <a:schemeClr val="accent4"/>
                </a:solidFill>
              </a:defRPr>
            </a:lvl5pPr>
            <a:lvl6pPr lvl="5" algn="ctr">
              <a:lnSpc>
                <a:spcPct val="100000"/>
              </a:lnSpc>
              <a:spcBef>
                <a:spcPts val="0"/>
              </a:spcBef>
              <a:spcAft>
                <a:spcPts val="0"/>
              </a:spcAft>
              <a:buClr>
                <a:schemeClr val="accent4"/>
              </a:buClr>
              <a:buSzPts val="2800"/>
              <a:buNone/>
              <a:defRPr sz="2800">
                <a:solidFill>
                  <a:schemeClr val="accent4"/>
                </a:solidFill>
              </a:defRPr>
            </a:lvl6pPr>
            <a:lvl7pPr lvl="6" algn="ctr">
              <a:lnSpc>
                <a:spcPct val="100000"/>
              </a:lnSpc>
              <a:spcBef>
                <a:spcPts val="0"/>
              </a:spcBef>
              <a:spcAft>
                <a:spcPts val="0"/>
              </a:spcAft>
              <a:buClr>
                <a:schemeClr val="accent4"/>
              </a:buClr>
              <a:buSzPts val="2800"/>
              <a:buNone/>
              <a:defRPr sz="2800">
                <a:solidFill>
                  <a:schemeClr val="accent4"/>
                </a:solidFill>
              </a:defRPr>
            </a:lvl7pPr>
            <a:lvl8pPr lvl="7" algn="ctr">
              <a:lnSpc>
                <a:spcPct val="100000"/>
              </a:lnSpc>
              <a:spcBef>
                <a:spcPts val="0"/>
              </a:spcBef>
              <a:spcAft>
                <a:spcPts val="0"/>
              </a:spcAft>
              <a:buClr>
                <a:schemeClr val="accent4"/>
              </a:buClr>
              <a:buSzPts val="2800"/>
              <a:buNone/>
              <a:defRPr sz="2800">
                <a:solidFill>
                  <a:schemeClr val="accent4"/>
                </a:solidFill>
              </a:defRPr>
            </a:lvl8pPr>
            <a:lvl9pPr lvl="8" algn="ctr">
              <a:lnSpc>
                <a:spcPct val="100000"/>
              </a:lnSpc>
              <a:spcBef>
                <a:spcPts val="0"/>
              </a:spcBef>
              <a:spcAft>
                <a:spcPts val="0"/>
              </a:spcAft>
              <a:buClr>
                <a:schemeClr val="accent4"/>
              </a:buClr>
              <a:buSzPts val="2800"/>
              <a:buNone/>
              <a:defRPr sz="2800">
                <a:solidFill>
                  <a:schemeClr val="accent4"/>
                </a:solidFill>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2"/>
        <p:cNvGrpSpPr/>
        <p:nvPr/>
      </p:nvGrpSpPr>
      <p:grpSpPr>
        <a:xfrm>
          <a:off x="0" y="0"/>
          <a:ext cx="0" cy="0"/>
          <a:chOff x="0" y="0"/>
          <a:chExt cx="0" cy="0"/>
        </a:xfrm>
      </p:grpSpPr>
      <p:cxnSp>
        <p:nvCxnSpPr>
          <p:cNvPr id="23" name="Google Shape;23;p4"/>
          <p:cNvCxnSpPr/>
          <p:nvPr/>
        </p:nvCxnSpPr>
        <p:spPr>
          <a:xfrm>
            <a:off x="6863475" y="973475"/>
            <a:ext cx="2362500" cy="0"/>
          </a:xfrm>
          <a:prstGeom prst="straightConnector1">
            <a:avLst/>
          </a:prstGeom>
          <a:noFill/>
          <a:ln w="28575" cap="flat" cmpd="sng">
            <a:solidFill>
              <a:schemeClr val="accent4"/>
            </a:solidFill>
            <a:prstDash val="solid"/>
            <a:round/>
            <a:headEnd type="none" w="med" len="med"/>
            <a:tailEnd type="none" w="med" len="med"/>
          </a:ln>
        </p:spPr>
      </p:cxnSp>
      <p:cxnSp>
        <p:nvCxnSpPr>
          <p:cNvPr id="24" name="Google Shape;24;p4"/>
          <p:cNvCxnSpPr/>
          <p:nvPr/>
        </p:nvCxnSpPr>
        <p:spPr>
          <a:xfrm>
            <a:off x="6863475" y="709750"/>
            <a:ext cx="2362500" cy="0"/>
          </a:xfrm>
          <a:prstGeom prst="straightConnector1">
            <a:avLst/>
          </a:prstGeom>
          <a:noFill/>
          <a:ln w="28575" cap="flat" cmpd="sng">
            <a:solidFill>
              <a:schemeClr val="accent4"/>
            </a:solidFill>
            <a:prstDash val="solid"/>
            <a:round/>
            <a:headEnd type="none" w="med" len="med"/>
            <a:tailEnd type="none" w="med" len="med"/>
          </a:ln>
        </p:spPr>
      </p:cxnSp>
      <p:cxnSp>
        <p:nvCxnSpPr>
          <p:cNvPr id="25" name="Google Shape;25;p4"/>
          <p:cNvCxnSpPr/>
          <p:nvPr/>
        </p:nvCxnSpPr>
        <p:spPr>
          <a:xfrm>
            <a:off x="6863475" y="841108"/>
            <a:ext cx="2362500" cy="0"/>
          </a:xfrm>
          <a:prstGeom prst="straightConnector1">
            <a:avLst/>
          </a:prstGeom>
          <a:noFill/>
          <a:ln w="28575" cap="flat" cmpd="sng">
            <a:solidFill>
              <a:schemeClr val="accent4"/>
            </a:solidFill>
            <a:prstDash val="solid"/>
            <a:round/>
            <a:headEnd type="none" w="med" len="med"/>
            <a:tailEnd type="none" w="med" len="med"/>
          </a:ln>
        </p:spPr>
      </p:cxnSp>
      <p:cxnSp>
        <p:nvCxnSpPr>
          <p:cNvPr id="26" name="Google Shape;26;p4"/>
          <p:cNvCxnSpPr/>
          <p:nvPr/>
        </p:nvCxnSpPr>
        <p:spPr>
          <a:xfrm rot="10800000">
            <a:off x="4572000" y="-171430"/>
            <a:ext cx="0" cy="726000"/>
          </a:xfrm>
          <a:prstGeom prst="straightConnector1">
            <a:avLst/>
          </a:prstGeom>
          <a:noFill/>
          <a:ln w="28575" cap="flat" cmpd="sng">
            <a:solidFill>
              <a:schemeClr val="accent4"/>
            </a:solidFill>
            <a:prstDash val="solid"/>
            <a:round/>
            <a:headEnd type="none" w="med" len="med"/>
            <a:tailEnd type="none" w="med" len="med"/>
          </a:ln>
        </p:spPr>
      </p:cxnSp>
      <p:sp>
        <p:nvSpPr>
          <p:cNvPr id="27" name="Google Shape;27;p4"/>
          <p:cNvSpPr txBox="1">
            <a:spLocks noGrp="1"/>
          </p:cNvSpPr>
          <p:nvPr>
            <p:ph type="title"/>
          </p:nvPr>
        </p:nvSpPr>
        <p:spPr>
          <a:xfrm>
            <a:off x="1310400" y="555270"/>
            <a:ext cx="6523200" cy="572700"/>
          </a:xfrm>
          <a:prstGeom prst="rect">
            <a:avLst/>
          </a:prstGeom>
          <a:solidFill>
            <a:schemeClr val="accent2"/>
          </a:solidFill>
          <a:ln w="28575"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lvl1pPr lvl="0" algn="ctr"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8" name="Google Shape;28;p4"/>
          <p:cNvSpPr txBox="1">
            <a:spLocks noGrp="1"/>
          </p:cNvSpPr>
          <p:nvPr>
            <p:ph type="body" idx="1"/>
          </p:nvPr>
        </p:nvSpPr>
        <p:spPr>
          <a:xfrm>
            <a:off x="616250" y="1427564"/>
            <a:ext cx="7916700" cy="3132000"/>
          </a:xfrm>
          <a:prstGeom prst="rect">
            <a:avLst/>
          </a:prstGeom>
        </p:spPr>
        <p:txBody>
          <a:bodyPr spcFirstLastPara="1" wrap="square" lIns="91425" tIns="91425" rIns="91425" bIns="91425" anchor="t" anchorCtr="0">
            <a:noAutofit/>
          </a:bodyPr>
          <a:lstStyle>
            <a:lvl1pPr marL="457200" lvl="0" indent="-317500" rtl="0">
              <a:lnSpc>
                <a:spcPct val="100000"/>
              </a:lnSpc>
              <a:spcBef>
                <a:spcPts val="0"/>
              </a:spcBef>
              <a:spcAft>
                <a:spcPts val="0"/>
              </a:spcAft>
              <a:buClr>
                <a:srgbClr val="FFFFFF"/>
              </a:buClr>
              <a:buSzPts val="1400"/>
              <a:buChar char="●"/>
              <a:defRPr>
                <a:solidFill>
                  <a:srgbClr val="FFFFFF"/>
                </a:solidFill>
              </a:defRPr>
            </a:lvl1pPr>
            <a:lvl2pPr marL="914400" lvl="1" indent="-317500" rtl="0">
              <a:lnSpc>
                <a:spcPct val="100000"/>
              </a:lnSpc>
              <a:spcBef>
                <a:spcPts val="1600"/>
              </a:spcBef>
              <a:spcAft>
                <a:spcPts val="0"/>
              </a:spcAft>
              <a:buClr>
                <a:srgbClr val="FFFFFF"/>
              </a:buClr>
              <a:buSzPts val="1400"/>
              <a:buChar char="○"/>
              <a:defRPr>
                <a:solidFill>
                  <a:srgbClr val="FFFFFF"/>
                </a:solidFill>
              </a:defRPr>
            </a:lvl2pPr>
            <a:lvl3pPr marL="1371600" lvl="2" indent="-317500" rtl="0">
              <a:lnSpc>
                <a:spcPct val="100000"/>
              </a:lnSpc>
              <a:spcBef>
                <a:spcPts val="1600"/>
              </a:spcBef>
              <a:spcAft>
                <a:spcPts val="0"/>
              </a:spcAft>
              <a:buClr>
                <a:srgbClr val="FFFFFF"/>
              </a:buClr>
              <a:buSzPts val="1400"/>
              <a:buChar char="■"/>
              <a:defRPr>
                <a:solidFill>
                  <a:srgbClr val="FFFFFF"/>
                </a:solidFill>
              </a:defRPr>
            </a:lvl3pPr>
            <a:lvl4pPr marL="1828800" lvl="3" indent="-317500" rtl="0">
              <a:lnSpc>
                <a:spcPct val="100000"/>
              </a:lnSpc>
              <a:spcBef>
                <a:spcPts val="1600"/>
              </a:spcBef>
              <a:spcAft>
                <a:spcPts val="0"/>
              </a:spcAft>
              <a:buClr>
                <a:srgbClr val="FFFFFF"/>
              </a:buClr>
              <a:buSzPts val="1400"/>
              <a:buChar char="●"/>
              <a:defRPr>
                <a:solidFill>
                  <a:srgbClr val="FFFFFF"/>
                </a:solidFill>
              </a:defRPr>
            </a:lvl4pPr>
            <a:lvl5pPr marL="2286000" lvl="4" indent="-317500" rtl="0">
              <a:lnSpc>
                <a:spcPct val="100000"/>
              </a:lnSpc>
              <a:spcBef>
                <a:spcPts val="1600"/>
              </a:spcBef>
              <a:spcAft>
                <a:spcPts val="0"/>
              </a:spcAft>
              <a:buClr>
                <a:srgbClr val="FFFFFF"/>
              </a:buClr>
              <a:buSzPts val="1400"/>
              <a:buChar char="○"/>
              <a:defRPr>
                <a:solidFill>
                  <a:srgbClr val="FFFFFF"/>
                </a:solidFill>
              </a:defRPr>
            </a:lvl5pPr>
            <a:lvl6pPr marL="2743200" lvl="5" indent="-317500" rtl="0">
              <a:lnSpc>
                <a:spcPct val="100000"/>
              </a:lnSpc>
              <a:spcBef>
                <a:spcPts val="1600"/>
              </a:spcBef>
              <a:spcAft>
                <a:spcPts val="0"/>
              </a:spcAft>
              <a:buClr>
                <a:srgbClr val="FFFFFF"/>
              </a:buClr>
              <a:buSzPts val="1400"/>
              <a:buChar char="■"/>
              <a:defRPr>
                <a:solidFill>
                  <a:srgbClr val="FFFFFF"/>
                </a:solidFill>
              </a:defRPr>
            </a:lvl6pPr>
            <a:lvl7pPr marL="3200400" lvl="6" indent="-317500" rtl="0">
              <a:lnSpc>
                <a:spcPct val="100000"/>
              </a:lnSpc>
              <a:spcBef>
                <a:spcPts val="1600"/>
              </a:spcBef>
              <a:spcAft>
                <a:spcPts val="0"/>
              </a:spcAft>
              <a:buClr>
                <a:srgbClr val="FFFFFF"/>
              </a:buClr>
              <a:buSzPts val="1400"/>
              <a:buChar char="●"/>
              <a:defRPr>
                <a:solidFill>
                  <a:srgbClr val="FFFFFF"/>
                </a:solidFill>
              </a:defRPr>
            </a:lvl7pPr>
            <a:lvl8pPr marL="3657600" lvl="7" indent="-317500" rtl="0">
              <a:lnSpc>
                <a:spcPct val="100000"/>
              </a:lnSpc>
              <a:spcBef>
                <a:spcPts val="1600"/>
              </a:spcBef>
              <a:spcAft>
                <a:spcPts val="0"/>
              </a:spcAft>
              <a:buClr>
                <a:srgbClr val="FFFFFF"/>
              </a:buClr>
              <a:buSzPts val="1400"/>
              <a:buChar char="○"/>
              <a:defRPr>
                <a:solidFill>
                  <a:srgbClr val="FFFFFF"/>
                </a:solidFill>
              </a:defRPr>
            </a:lvl8pPr>
            <a:lvl9pPr marL="4114800" lvl="8" indent="-317500" rtl="0">
              <a:lnSpc>
                <a:spcPct val="100000"/>
              </a:lnSpc>
              <a:spcBef>
                <a:spcPts val="1600"/>
              </a:spcBef>
              <a:spcAft>
                <a:spcPts val="1600"/>
              </a:spcAft>
              <a:buClr>
                <a:srgbClr val="FFFFFF"/>
              </a:buClr>
              <a:buSzPts val="1400"/>
              <a:buChar char="■"/>
              <a:defRPr>
                <a:solidFill>
                  <a:srgbClr val="FFFFFF"/>
                </a:solidFill>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9"/>
        <p:cNvGrpSpPr/>
        <p:nvPr/>
      </p:nvGrpSpPr>
      <p:grpSpPr>
        <a:xfrm>
          <a:off x="0" y="0"/>
          <a:ext cx="0" cy="0"/>
          <a:chOff x="0" y="0"/>
          <a:chExt cx="0" cy="0"/>
        </a:xfrm>
      </p:grpSpPr>
      <p:grpSp>
        <p:nvGrpSpPr>
          <p:cNvPr id="30" name="Google Shape;30;p5"/>
          <p:cNvGrpSpPr/>
          <p:nvPr/>
        </p:nvGrpSpPr>
        <p:grpSpPr>
          <a:xfrm>
            <a:off x="-65675" y="709750"/>
            <a:ext cx="1428600" cy="263725"/>
            <a:chOff x="-65675" y="709750"/>
            <a:chExt cx="1428600" cy="263725"/>
          </a:xfrm>
        </p:grpSpPr>
        <p:cxnSp>
          <p:nvCxnSpPr>
            <p:cNvPr id="31" name="Google Shape;31;p5"/>
            <p:cNvCxnSpPr/>
            <p:nvPr/>
          </p:nvCxnSpPr>
          <p:spPr>
            <a:xfrm>
              <a:off x="-65675" y="973475"/>
              <a:ext cx="1428600" cy="0"/>
            </a:xfrm>
            <a:prstGeom prst="straightConnector1">
              <a:avLst/>
            </a:prstGeom>
            <a:noFill/>
            <a:ln w="28575" cap="flat" cmpd="sng">
              <a:solidFill>
                <a:schemeClr val="accent4"/>
              </a:solidFill>
              <a:prstDash val="solid"/>
              <a:round/>
              <a:headEnd type="none" w="med" len="med"/>
              <a:tailEnd type="none" w="med" len="med"/>
            </a:ln>
          </p:spPr>
        </p:cxnSp>
        <p:cxnSp>
          <p:nvCxnSpPr>
            <p:cNvPr id="32" name="Google Shape;32;p5"/>
            <p:cNvCxnSpPr/>
            <p:nvPr/>
          </p:nvCxnSpPr>
          <p:spPr>
            <a:xfrm>
              <a:off x="-65675" y="709750"/>
              <a:ext cx="1428600" cy="0"/>
            </a:xfrm>
            <a:prstGeom prst="straightConnector1">
              <a:avLst/>
            </a:prstGeom>
            <a:noFill/>
            <a:ln w="28575" cap="flat" cmpd="sng">
              <a:solidFill>
                <a:schemeClr val="accent4"/>
              </a:solidFill>
              <a:prstDash val="solid"/>
              <a:round/>
              <a:headEnd type="none" w="med" len="med"/>
              <a:tailEnd type="none" w="med" len="med"/>
            </a:ln>
          </p:spPr>
        </p:cxnSp>
        <p:cxnSp>
          <p:nvCxnSpPr>
            <p:cNvPr id="33" name="Google Shape;33;p5"/>
            <p:cNvCxnSpPr/>
            <p:nvPr/>
          </p:nvCxnSpPr>
          <p:spPr>
            <a:xfrm>
              <a:off x="-65675" y="841108"/>
              <a:ext cx="1428600" cy="0"/>
            </a:xfrm>
            <a:prstGeom prst="straightConnector1">
              <a:avLst/>
            </a:prstGeom>
            <a:noFill/>
            <a:ln w="28575" cap="flat" cmpd="sng">
              <a:solidFill>
                <a:schemeClr val="accent4"/>
              </a:solidFill>
              <a:prstDash val="solid"/>
              <a:round/>
              <a:headEnd type="none" w="med" len="med"/>
              <a:tailEnd type="none" w="med" len="med"/>
            </a:ln>
          </p:spPr>
        </p:cxnSp>
      </p:grpSp>
      <p:sp>
        <p:nvSpPr>
          <p:cNvPr id="34" name="Google Shape;34;p5"/>
          <p:cNvSpPr txBox="1">
            <a:spLocks noGrp="1"/>
          </p:cNvSpPr>
          <p:nvPr>
            <p:ph type="body" idx="1"/>
          </p:nvPr>
        </p:nvSpPr>
        <p:spPr>
          <a:xfrm>
            <a:off x="609725" y="1691084"/>
            <a:ext cx="3962400" cy="2844000"/>
          </a:xfrm>
          <a:prstGeom prst="rect">
            <a:avLst/>
          </a:prstGeom>
        </p:spPr>
        <p:txBody>
          <a:bodyPr spcFirstLastPara="1" wrap="square" lIns="91425" tIns="91425" rIns="91425" bIns="91425" anchor="t" anchorCtr="0">
            <a:noAutofit/>
          </a:bodyPr>
          <a:lstStyle>
            <a:lvl1pPr marL="457200" lvl="0" indent="-311150">
              <a:lnSpc>
                <a:spcPct val="115000"/>
              </a:lnSpc>
              <a:spcBef>
                <a:spcPts val="0"/>
              </a:spcBef>
              <a:spcAft>
                <a:spcPts val="0"/>
              </a:spcAft>
              <a:buSzPts val="1300"/>
              <a:buChar char="●"/>
              <a:defRPr sz="1200"/>
            </a:lvl1pPr>
            <a:lvl2pPr marL="914400" lvl="1" indent="-311150">
              <a:spcBef>
                <a:spcPts val="1600"/>
              </a:spcBef>
              <a:spcAft>
                <a:spcPts val="0"/>
              </a:spcAft>
              <a:buSzPts val="1300"/>
              <a:buChar char="○"/>
              <a:defRPr sz="1300"/>
            </a:lvl2pPr>
            <a:lvl3pPr marL="1371600" lvl="2" indent="-311150">
              <a:spcBef>
                <a:spcPts val="1600"/>
              </a:spcBef>
              <a:spcAft>
                <a:spcPts val="0"/>
              </a:spcAft>
              <a:buSzPts val="1300"/>
              <a:buChar char="■"/>
              <a:defRPr sz="1300"/>
            </a:lvl3pPr>
            <a:lvl4pPr marL="1828800" lvl="3" indent="-311150">
              <a:spcBef>
                <a:spcPts val="1600"/>
              </a:spcBef>
              <a:spcAft>
                <a:spcPts val="0"/>
              </a:spcAft>
              <a:buSzPts val="1300"/>
              <a:buChar char="●"/>
              <a:defRPr sz="1300"/>
            </a:lvl4pPr>
            <a:lvl5pPr marL="2286000" lvl="4" indent="-311150">
              <a:spcBef>
                <a:spcPts val="1600"/>
              </a:spcBef>
              <a:spcAft>
                <a:spcPts val="0"/>
              </a:spcAft>
              <a:buSzPts val="1300"/>
              <a:buChar char="○"/>
              <a:defRPr sz="1300"/>
            </a:lvl5pPr>
            <a:lvl6pPr marL="2743200" lvl="5" indent="-311150">
              <a:spcBef>
                <a:spcPts val="1600"/>
              </a:spcBef>
              <a:spcAft>
                <a:spcPts val="0"/>
              </a:spcAft>
              <a:buSzPts val="1300"/>
              <a:buChar char="■"/>
              <a:defRPr sz="1300"/>
            </a:lvl6pPr>
            <a:lvl7pPr marL="3200400" lvl="6" indent="-311150">
              <a:spcBef>
                <a:spcPts val="1600"/>
              </a:spcBef>
              <a:spcAft>
                <a:spcPts val="0"/>
              </a:spcAft>
              <a:buSzPts val="1300"/>
              <a:buChar char="●"/>
              <a:defRPr sz="1300"/>
            </a:lvl7pPr>
            <a:lvl8pPr marL="3657600" lvl="7" indent="-311150">
              <a:spcBef>
                <a:spcPts val="1600"/>
              </a:spcBef>
              <a:spcAft>
                <a:spcPts val="0"/>
              </a:spcAft>
              <a:buSzPts val="1300"/>
              <a:buChar char="○"/>
              <a:defRPr sz="1300"/>
            </a:lvl8pPr>
            <a:lvl9pPr marL="4114800" lvl="8" indent="-311150">
              <a:spcBef>
                <a:spcPts val="1600"/>
              </a:spcBef>
              <a:spcAft>
                <a:spcPts val="1600"/>
              </a:spcAft>
              <a:buSzPts val="1300"/>
              <a:buChar char="■"/>
              <a:defRPr sz="1300"/>
            </a:lvl9pPr>
          </a:lstStyle>
          <a:p>
            <a:endParaRPr/>
          </a:p>
        </p:txBody>
      </p:sp>
      <p:sp>
        <p:nvSpPr>
          <p:cNvPr id="35" name="Google Shape;35;p5"/>
          <p:cNvSpPr txBox="1">
            <a:spLocks noGrp="1"/>
          </p:cNvSpPr>
          <p:nvPr>
            <p:ph type="body" idx="2"/>
          </p:nvPr>
        </p:nvSpPr>
        <p:spPr>
          <a:xfrm>
            <a:off x="4808425" y="2732767"/>
            <a:ext cx="3631800" cy="1777500"/>
          </a:xfrm>
          <a:prstGeom prst="rect">
            <a:avLst/>
          </a:prstGeom>
        </p:spPr>
        <p:txBody>
          <a:bodyPr spcFirstLastPara="1" wrap="square" lIns="91425" tIns="91425" rIns="91425" bIns="91425" anchor="t" anchorCtr="0">
            <a:noAutofit/>
          </a:bodyPr>
          <a:lstStyle>
            <a:lvl1pPr marL="457200" lvl="0" indent="-311150">
              <a:lnSpc>
                <a:spcPct val="115000"/>
              </a:lnSpc>
              <a:spcBef>
                <a:spcPts val="0"/>
              </a:spcBef>
              <a:spcAft>
                <a:spcPts val="0"/>
              </a:spcAft>
              <a:buSzPts val="1300"/>
              <a:buChar char="●"/>
              <a:defRPr sz="1200"/>
            </a:lvl1pPr>
            <a:lvl2pPr marL="914400" lvl="1" indent="-311150">
              <a:spcBef>
                <a:spcPts val="1600"/>
              </a:spcBef>
              <a:spcAft>
                <a:spcPts val="0"/>
              </a:spcAft>
              <a:buSzPts val="1300"/>
              <a:buChar char="○"/>
              <a:defRPr sz="1300"/>
            </a:lvl2pPr>
            <a:lvl3pPr marL="1371600" lvl="2" indent="-311150">
              <a:spcBef>
                <a:spcPts val="1600"/>
              </a:spcBef>
              <a:spcAft>
                <a:spcPts val="0"/>
              </a:spcAft>
              <a:buSzPts val="1300"/>
              <a:buChar char="■"/>
              <a:defRPr sz="1300"/>
            </a:lvl3pPr>
            <a:lvl4pPr marL="1828800" lvl="3" indent="-311150">
              <a:spcBef>
                <a:spcPts val="1600"/>
              </a:spcBef>
              <a:spcAft>
                <a:spcPts val="0"/>
              </a:spcAft>
              <a:buSzPts val="1300"/>
              <a:buChar char="●"/>
              <a:defRPr sz="1300"/>
            </a:lvl4pPr>
            <a:lvl5pPr marL="2286000" lvl="4" indent="-311150">
              <a:spcBef>
                <a:spcPts val="1600"/>
              </a:spcBef>
              <a:spcAft>
                <a:spcPts val="0"/>
              </a:spcAft>
              <a:buSzPts val="1300"/>
              <a:buChar char="○"/>
              <a:defRPr sz="1300"/>
            </a:lvl5pPr>
            <a:lvl6pPr marL="2743200" lvl="5" indent="-311150">
              <a:spcBef>
                <a:spcPts val="1600"/>
              </a:spcBef>
              <a:spcAft>
                <a:spcPts val="0"/>
              </a:spcAft>
              <a:buSzPts val="1300"/>
              <a:buChar char="■"/>
              <a:defRPr sz="1300"/>
            </a:lvl6pPr>
            <a:lvl7pPr marL="3200400" lvl="6" indent="-311150">
              <a:spcBef>
                <a:spcPts val="1600"/>
              </a:spcBef>
              <a:spcAft>
                <a:spcPts val="0"/>
              </a:spcAft>
              <a:buSzPts val="1300"/>
              <a:buChar char="●"/>
              <a:defRPr sz="1300"/>
            </a:lvl7pPr>
            <a:lvl8pPr marL="3657600" lvl="7" indent="-311150">
              <a:spcBef>
                <a:spcPts val="1600"/>
              </a:spcBef>
              <a:spcAft>
                <a:spcPts val="0"/>
              </a:spcAft>
              <a:buSzPts val="1300"/>
              <a:buChar char="○"/>
              <a:defRPr sz="1300"/>
            </a:lvl8pPr>
            <a:lvl9pPr marL="4114800" lvl="8" indent="-311150">
              <a:spcBef>
                <a:spcPts val="1600"/>
              </a:spcBef>
              <a:spcAft>
                <a:spcPts val="1600"/>
              </a:spcAft>
              <a:buSzPts val="1300"/>
              <a:buChar char="■"/>
              <a:defRPr sz="1300"/>
            </a:lvl9pPr>
          </a:lstStyle>
          <a:p>
            <a:endParaRPr/>
          </a:p>
        </p:txBody>
      </p:sp>
      <p:sp>
        <p:nvSpPr>
          <p:cNvPr id="36" name="Google Shape;36;p5"/>
          <p:cNvSpPr txBox="1">
            <a:spLocks noGrp="1"/>
          </p:cNvSpPr>
          <p:nvPr>
            <p:ph type="title"/>
          </p:nvPr>
        </p:nvSpPr>
        <p:spPr>
          <a:xfrm>
            <a:off x="711600" y="554700"/>
            <a:ext cx="2851500" cy="572700"/>
          </a:xfrm>
          <a:prstGeom prst="rect">
            <a:avLst/>
          </a:prstGeom>
          <a:solidFill>
            <a:schemeClr val="accent2"/>
          </a:solidFill>
          <a:ln w="28575"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lvl1pPr lvl="0" algn="ctr"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7"/>
        <p:cNvGrpSpPr/>
        <p:nvPr/>
      </p:nvGrpSpPr>
      <p:grpSpPr>
        <a:xfrm>
          <a:off x="0" y="0"/>
          <a:ext cx="0" cy="0"/>
          <a:chOff x="0" y="0"/>
          <a:chExt cx="0" cy="0"/>
        </a:xfrm>
      </p:grpSpPr>
      <p:sp>
        <p:nvSpPr>
          <p:cNvPr id="38" name="Google Shape;38;p6"/>
          <p:cNvSpPr txBox="1">
            <a:spLocks noGrp="1"/>
          </p:cNvSpPr>
          <p:nvPr>
            <p:ph type="title"/>
          </p:nvPr>
        </p:nvSpPr>
        <p:spPr>
          <a:xfrm>
            <a:off x="1761150" y="554700"/>
            <a:ext cx="5621700" cy="572700"/>
          </a:xfrm>
          <a:prstGeom prst="rect">
            <a:avLst/>
          </a:prstGeom>
          <a:solidFill>
            <a:schemeClr val="accent2"/>
          </a:solidFill>
          <a:ln w="28575"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lvl1pPr lvl="0" algn="ctr"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9"/>
        <p:cNvGrpSpPr/>
        <p:nvPr/>
      </p:nvGrpSpPr>
      <p:grpSpPr>
        <a:xfrm>
          <a:off x="0" y="0"/>
          <a:ext cx="0" cy="0"/>
          <a:chOff x="0" y="0"/>
          <a:chExt cx="0" cy="0"/>
        </a:xfrm>
      </p:grpSpPr>
      <p:sp>
        <p:nvSpPr>
          <p:cNvPr id="40" name="Google Shape;40;p7"/>
          <p:cNvSpPr txBox="1">
            <a:spLocks noGrp="1"/>
          </p:cNvSpPr>
          <p:nvPr>
            <p:ph type="subTitle" idx="1"/>
          </p:nvPr>
        </p:nvSpPr>
        <p:spPr>
          <a:xfrm>
            <a:off x="5173575" y="2641350"/>
            <a:ext cx="2776800" cy="1150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sz="1600"/>
            </a:lvl1pPr>
            <a:lvl2pPr lvl="1" algn="ctr" rtl="0">
              <a:lnSpc>
                <a:spcPct val="100000"/>
              </a:lnSpc>
              <a:spcBef>
                <a:spcPts val="0"/>
              </a:spcBef>
              <a:spcAft>
                <a:spcPts val="0"/>
              </a:spcAft>
              <a:buSzPts val="1200"/>
              <a:buNone/>
              <a:defRPr sz="1200"/>
            </a:lvl2pPr>
            <a:lvl3pPr lvl="2" algn="ctr" rtl="0">
              <a:lnSpc>
                <a:spcPct val="100000"/>
              </a:lnSpc>
              <a:spcBef>
                <a:spcPts val="0"/>
              </a:spcBef>
              <a:spcAft>
                <a:spcPts val="0"/>
              </a:spcAft>
              <a:buSzPts val="1200"/>
              <a:buNone/>
              <a:defRPr sz="1200"/>
            </a:lvl3pPr>
            <a:lvl4pPr lvl="3" algn="ctr" rtl="0">
              <a:lnSpc>
                <a:spcPct val="100000"/>
              </a:lnSpc>
              <a:spcBef>
                <a:spcPts val="0"/>
              </a:spcBef>
              <a:spcAft>
                <a:spcPts val="0"/>
              </a:spcAft>
              <a:buSzPts val="1200"/>
              <a:buNone/>
              <a:defRPr sz="1200"/>
            </a:lvl4pPr>
            <a:lvl5pPr lvl="4" algn="ctr" rtl="0">
              <a:lnSpc>
                <a:spcPct val="100000"/>
              </a:lnSpc>
              <a:spcBef>
                <a:spcPts val="0"/>
              </a:spcBef>
              <a:spcAft>
                <a:spcPts val="0"/>
              </a:spcAft>
              <a:buSzPts val="1200"/>
              <a:buNone/>
              <a:defRPr sz="1200"/>
            </a:lvl5pPr>
            <a:lvl6pPr lvl="5" algn="ctr" rtl="0">
              <a:lnSpc>
                <a:spcPct val="100000"/>
              </a:lnSpc>
              <a:spcBef>
                <a:spcPts val="0"/>
              </a:spcBef>
              <a:spcAft>
                <a:spcPts val="0"/>
              </a:spcAft>
              <a:buSzPts val="1200"/>
              <a:buNone/>
              <a:defRPr sz="1200"/>
            </a:lvl6pPr>
            <a:lvl7pPr lvl="6" algn="ctr" rtl="0">
              <a:lnSpc>
                <a:spcPct val="100000"/>
              </a:lnSpc>
              <a:spcBef>
                <a:spcPts val="0"/>
              </a:spcBef>
              <a:spcAft>
                <a:spcPts val="0"/>
              </a:spcAft>
              <a:buSzPts val="1200"/>
              <a:buNone/>
              <a:defRPr sz="1200"/>
            </a:lvl7pPr>
            <a:lvl8pPr lvl="7" algn="ctr" rtl="0">
              <a:lnSpc>
                <a:spcPct val="100000"/>
              </a:lnSpc>
              <a:spcBef>
                <a:spcPts val="0"/>
              </a:spcBef>
              <a:spcAft>
                <a:spcPts val="0"/>
              </a:spcAft>
              <a:buSzPts val="1200"/>
              <a:buNone/>
              <a:defRPr sz="1200"/>
            </a:lvl8pPr>
            <a:lvl9pPr lvl="8" algn="ctr" rtl="0">
              <a:lnSpc>
                <a:spcPct val="100000"/>
              </a:lnSpc>
              <a:spcBef>
                <a:spcPts val="0"/>
              </a:spcBef>
              <a:spcAft>
                <a:spcPts val="0"/>
              </a:spcAft>
              <a:buSzPts val="1200"/>
              <a:buNone/>
              <a:defRPr sz="1200"/>
            </a:lvl9pPr>
          </a:lstStyle>
          <a:p>
            <a:endParaRPr/>
          </a:p>
        </p:txBody>
      </p:sp>
      <p:grpSp>
        <p:nvGrpSpPr>
          <p:cNvPr id="41" name="Google Shape;41;p7"/>
          <p:cNvGrpSpPr/>
          <p:nvPr/>
        </p:nvGrpSpPr>
        <p:grpSpPr>
          <a:xfrm>
            <a:off x="-108875" y="704045"/>
            <a:ext cx="9280225" cy="1319700"/>
            <a:chOff x="-108875" y="704045"/>
            <a:chExt cx="9280225" cy="1319700"/>
          </a:xfrm>
        </p:grpSpPr>
        <p:cxnSp>
          <p:nvCxnSpPr>
            <p:cNvPr id="42" name="Google Shape;42;p7"/>
            <p:cNvCxnSpPr/>
            <p:nvPr/>
          </p:nvCxnSpPr>
          <p:spPr>
            <a:xfrm rot="10800000">
              <a:off x="4560650" y="2019900"/>
              <a:ext cx="4610700" cy="0"/>
            </a:xfrm>
            <a:prstGeom prst="straightConnector1">
              <a:avLst/>
            </a:prstGeom>
            <a:noFill/>
            <a:ln w="28575" cap="flat" cmpd="sng">
              <a:solidFill>
                <a:schemeClr val="accent4"/>
              </a:solidFill>
              <a:prstDash val="solid"/>
              <a:round/>
              <a:headEnd type="none" w="med" len="med"/>
              <a:tailEnd type="none" w="med" len="med"/>
            </a:ln>
          </p:spPr>
        </p:cxnSp>
        <p:cxnSp>
          <p:nvCxnSpPr>
            <p:cNvPr id="43" name="Google Shape;43;p7"/>
            <p:cNvCxnSpPr/>
            <p:nvPr/>
          </p:nvCxnSpPr>
          <p:spPr>
            <a:xfrm rot="10800000">
              <a:off x="4572000" y="704045"/>
              <a:ext cx="0" cy="1319700"/>
            </a:xfrm>
            <a:prstGeom prst="straightConnector1">
              <a:avLst/>
            </a:prstGeom>
            <a:noFill/>
            <a:ln w="28575" cap="flat" cmpd="sng">
              <a:solidFill>
                <a:schemeClr val="accent4"/>
              </a:solidFill>
              <a:prstDash val="solid"/>
              <a:round/>
              <a:headEnd type="none" w="med" len="med"/>
              <a:tailEnd type="none" w="med" len="med"/>
            </a:ln>
          </p:spPr>
        </p:cxnSp>
        <p:cxnSp>
          <p:nvCxnSpPr>
            <p:cNvPr id="44" name="Google Shape;44;p7"/>
            <p:cNvCxnSpPr/>
            <p:nvPr/>
          </p:nvCxnSpPr>
          <p:spPr>
            <a:xfrm rot="10800000">
              <a:off x="-108875" y="708300"/>
              <a:ext cx="4687500" cy="0"/>
            </a:xfrm>
            <a:prstGeom prst="straightConnector1">
              <a:avLst/>
            </a:prstGeom>
            <a:noFill/>
            <a:ln w="28575" cap="flat" cmpd="sng">
              <a:solidFill>
                <a:schemeClr val="accent4"/>
              </a:solidFill>
              <a:prstDash val="solid"/>
              <a:round/>
              <a:headEnd type="none" w="med" len="med"/>
              <a:tailEnd type="none" w="med" len="med"/>
            </a:ln>
          </p:spPr>
        </p:cxnSp>
      </p:grpSp>
      <p:sp>
        <p:nvSpPr>
          <p:cNvPr id="45" name="Google Shape;45;p7"/>
          <p:cNvSpPr txBox="1">
            <a:spLocks noGrp="1"/>
          </p:cNvSpPr>
          <p:nvPr>
            <p:ph type="title"/>
          </p:nvPr>
        </p:nvSpPr>
        <p:spPr>
          <a:xfrm>
            <a:off x="5173575" y="1474650"/>
            <a:ext cx="2776800" cy="1090500"/>
          </a:xfrm>
          <a:prstGeom prst="rect">
            <a:avLst/>
          </a:prstGeom>
          <a:solidFill>
            <a:schemeClr val="accent2"/>
          </a:solidFill>
          <a:ln w="28575"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lvl1pPr lvl="0" algn="ctr"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able of contents">
  <p:cSld name="TITLE_ONLY_1">
    <p:spTree>
      <p:nvGrpSpPr>
        <p:cNvPr id="1" name="Shape 78"/>
        <p:cNvGrpSpPr/>
        <p:nvPr/>
      </p:nvGrpSpPr>
      <p:grpSpPr>
        <a:xfrm>
          <a:off x="0" y="0"/>
          <a:ext cx="0" cy="0"/>
          <a:chOff x="0" y="0"/>
          <a:chExt cx="0" cy="0"/>
        </a:xfrm>
      </p:grpSpPr>
      <p:cxnSp>
        <p:nvCxnSpPr>
          <p:cNvPr id="79" name="Google Shape;79;p13"/>
          <p:cNvCxnSpPr/>
          <p:nvPr/>
        </p:nvCxnSpPr>
        <p:spPr>
          <a:xfrm>
            <a:off x="-59400" y="841505"/>
            <a:ext cx="9203400" cy="0"/>
          </a:xfrm>
          <a:prstGeom prst="straightConnector1">
            <a:avLst/>
          </a:prstGeom>
          <a:noFill/>
          <a:ln w="28575" cap="flat" cmpd="sng">
            <a:solidFill>
              <a:schemeClr val="accent4"/>
            </a:solidFill>
            <a:prstDash val="solid"/>
            <a:round/>
            <a:headEnd type="none" w="med" len="med"/>
            <a:tailEnd type="none" w="med" len="med"/>
          </a:ln>
        </p:spPr>
      </p:cxnSp>
      <p:sp>
        <p:nvSpPr>
          <p:cNvPr id="80" name="Google Shape;80;p13"/>
          <p:cNvSpPr txBox="1">
            <a:spLocks noGrp="1"/>
          </p:cNvSpPr>
          <p:nvPr>
            <p:ph type="title"/>
          </p:nvPr>
        </p:nvSpPr>
        <p:spPr>
          <a:xfrm>
            <a:off x="617200" y="555270"/>
            <a:ext cx="4446300" cy="572700"/>
          </a:xfrm>
          <a:prstGeom prst="rect">
            <a:avLst/>
          </a:prstGeom>
          <a:solidFill>
            <a:schemeClr val="accent2"/>
          </a:solidFill>
          <a:ln w="28575"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lvl1pPr lvl="0"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81" name="Google Shape;81;p13"/>
          <p:cNvSpPr txBox="1">
            <a:spLocks noGrp="1"/>
          </p:cNvSpPr>
          <p:nvPr>
            <p:ph type="title" idx="2"/>
          </p:nvPr>
        </p:nvSpPr>
        <p:spPr>
          <a:xfrm>
            <a:off x="1927713" y="1514250"/>
            <a:ext cx="2358300" cy="420300"/>
          </a:xfrm>
          <a:prstGeom prst="rect">
            <a:avLst/>
          </a:prstGeom>
        </p:spPr>
        <p:txBody>
          <a:bodyPr spcFirstLastPara="1" wrap="square" lIns="91425" tIns="91425" rIns="91425" bIns="91425" anchor="t" anchorCtr="0">
            <a:noAutofit/>
          </a:bodyPr>
          <a:lstStyle>
            <a:lvl1pPr lvl="0" rtl="0">
              <a:spcBef>
                <a:spcPts val="0"/>
              </a:spcBef>
              <a:spcAft>
                <a:spcPts val="0"/>
              </a:spcAft>
              <a:buSzPts val="1800"/>
              <a:buNone/>
              <a:defRPr sz="1400"/>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82" name="Google Shape;82;p13"/>
          <p:cNvSpPr txBox="1">
            <a:spLocks noGrp="1"/>
          </p:cNvSpPr>
          <p:nvPr>
            <p:ph type="subTitle" idx="1"/>
          </p:nvPr>
        </p:nvSpPr>
        <p:spPr>
          <a:xfrm>
            <a:off x="1927714" y="1782148"/>
            <a:ext cx="2358300" cy="538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2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83" name="Google Shape;83;p13"/>
          <p:cNvSpPr txBox="1">
            <a:spLocks noGrp="1"/>
          </p:cNvSpPr>
          <p:nvPr>
            <p:ph type="title" idx="3"/>
          </p:nvPr>
        </p:nvSpPr>
        <p:spPr>
          <a:xfrm>
            <a:off x="1927714" y="2573859"/>
            <a:ext cx="23583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800"/>
              <a:buNone/>
              <a:defRPr sz="1400"/>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84" name="Google Shape;84;p13"/>
          <p:cNvSpPr txBox="1">
            <a:spLocks noGrp="1"/>
          </p:cNvSpPr>
          <p:nvPr>
            <p:ph type="subTitle" idx="4"/>
          </p:nvPr>
        </p:nvSpPr>
        <p:spPr>
          <a:xfrm>
            <a:off x="1927714" y="2994156"/>
            <a:ext cx="2358300" cy="538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2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85" name="Google Shape;85;p13"/>
          <p:cNvSpPr txBox="1">
            <a:spLocks noGrp="1"/>
          </p:cNvSpPr>
          <p:nvPr>
            <p:ph type="title" idx="5"/>
          </p:nvPr>
        </p:nvSpPr>
        <p:spPr>
          <a:xfrm>
            <a:off x="1927713" y="3739328"/>
            <a:ext cx="2358300" cy="420300"/>
          </a:xfrm>
          <a:prstGeom prst="rect">
            <a:avLst/>
          </a:prstGeom>
        </p:spPr>
        <p:txBody>
          <a:bodyPr spcFirstLastPara="1" wrap="square" lIns="91425" tIns="91425" rIns="91425" bIns="91425" anchor="t" anchorCtr="0">
            <a:noAutofit/>
          </a:bodyPr>
          <a:lstStyle>
            <a:lvl1pPr lvl="0" rtl="0">
              <a:spcBef>
                <a:spcPts val="0"/>
              </a:spcBef>
              <a:spcAft>
                <a:spcPts val="0"/>
              </a:spcAft>
              <a:buSzPts val="1800"/>
              <a:buNone/>
              <a:defRPr sz="1400"/>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86" name="Google Shape;86;p13"/>
          <p:cNvSpPr txBox="1">
            <a:spLocks noGrp="1"/>
          </p:cNvSpPr>
          <p:nvPr>
            <p:ph type="subTitle" idx="6"/>
          </p:nvPr>
        </p:nvSpPr>
        <p:spPr>
          <a:xfrm>
            <a:off x="1927714" y="4007227"/>
            <a:ext cx="2358300" cy="538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2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87" name="Google Shape;87;p13"/>
          <p:cNvSpPr txBox="1">
            <a:spLocks noGrp="1"/>
          </p:cNvSpPr>
          <p:nvPr>
            <p:ph type="title" idx="7"/>
          </p:nvPr>
        </p:nvSpPr>
        <p:spPr>
          <a:xfrm>
            <a:off x="5753124" y="1512342"/>
            <a:ext cx="2358300" cy="420300"/>
          </a:xfrm>
          <a:prstGeom prst="rect">
            <a:avLst/>
          </a:prstGeom>
        </p:spPr>
        <p:txBody>
          <a:bodyPr spcFirstLastPara="1" wrap="square" lIns="91425" tIns="91425" rIns="91425" bIns="91425" anchor="t" anchorCtr="0">
            <a:noAutofit/>
          </a:bodyPr>
          <a:lstStyle>
            <a:lvl1pPr lvl="0" rtl="0">
              <a:spcBef>
                <a:spcPts val="0"/>
              </a:spcBef>
              <a:spcAft>
                <a:spcPts val="0"/>
              </a:spcAft>
              <a:buSzPts val="1800"/>
              <a:buNone/>
              <a:defRPr sz="1400"/>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88" name="Google Shape;88;p13"/>
          <p:cNvSpPr txBox="1">
            <a:spLocks noGrp="1"/>
          </p:cNvSpPr>
          <p:nvPr>
            <p:ph type="subTitle" idx="8"/>
          </p:nvPr>
        </p:nvSpPr>
        <p:spPr>
          <a:xfrm>
            <a:off x="5753124" y="1780241"/>
            <a:ext cx="2358300" cy="538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2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89" name="Google Shape;89;p13"/>
          <p:cNvSpPr txBox="1">
            <a:spLocks noGrp="1"/>
          </p:cNvSpPr>
          <p:nvPr>
            <p:ph type="title" idx="9"/>
          </p:nvPr>
        </p:nvSpPr>
        <p:spPr>
          <a:xfrm>
            <a:off x="5753124" y="2650058"/>
            <a:ext cx="2358300" cy="420300"/>
          </a:xfrm>
          <a:prstGeom prst="rect">
            <a:avLst/>
          </a:prstGeom>
        </p:spPr>
        <p:txBody>
          <a:bodyPr spcFirstLastPara="1" wrap="square" lIns="91425" tIns="91425" rIns="91425" bIns="91425" anchor="t" anchorCtr="0">
            <a:noAutofit/>
          </a:bodyPr>
          <a:lstStyle>
            <a:lvl1pPr lvl="0" rtl="0">
              <a:spcBef>
                <a:spcPts val="0"/>
              </a:spcBef>
              <a:spcAft>
                <a:spcPts val="0"/>
              </a:spcAft>
              <a:buSzPts val="1800"/>
              <a:buNone/>
              <a:defRPr sz="1400"/>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90" name="Google Shape;90;p13"/>
          <p:cNvSpPr txBox="1">
            <a:spLocks noGrp="1"/>
          </p:cNvSpPr>
          <p:nvPr>
            <p:ph type="subTitle" idx="13"/>
          </p:nvPr>
        </p:nvSpPr>
        <p:spPr>
          <a:xfrm>
            <a:off x="5753124" y="2917954"/>
            <a:ext cx="2358300" cy="538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2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91" name="Google Shape;91;p13"/>
          <p:cNvSpPr txBox="1">
            <a:spLocks noGrp="1"/>
          </p:cNvSpPr>
          <p:nvPr>
            <p:ph type="title" idx="14"/>
          </p:nvPr>
        </p:nvSpPr>
        <p:spPr>
          <a:xfrm>
            <a:off x="5753124" y="3739327"/>
            <a:ext cx="2358300" cy="420300"/>
          </a:xfrm>
          <a:prstGeom prst="rect">
            <a:avLst/>
          </a:prstGeom>
        </p:spPr>
        <p:txBody>
          <a:bodyPr spcFirstLastPara="1" wrap="square" lIns="91425" tIns="91425" rIns="91425" bIns="91425" anchor="t" anchorCtr="0">
            <a:noAutofit/>
          </a:bodyPr>
          <a:lstStyle>
            <a:lvl1pPr lvl="0" rtl="0">
              <a:spcBef>
                <a:spcPts val="0"/>
              </a:spcBef>
              <a:spcAft>
                <a:spcPts val="0"/>
              </a:spcAft>
              <a:buSzPts val="1800"/>
              <a:buNone/>
              <a:defRPr sz="1400"/>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92" name="Google Shape;92;p13"/>
          <p:cNvSpPr txBox="1">
            <a:spLocks noGrp="1"/>
          </p:cNvSpPr>
          <p:nvPr>
            <p:ph type="subTitle" idx="15"/>
          </p:nvPr>
        </p:nvSpPr>
        <p:spPr>
          <a:xfrm>
            <a:off x="5753124" y="4007228"/>
            <a:ext cx="2358300" cy="538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2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93" name="Google Shape;93;p13"/>
          <p:cNvSpPr txBox="1">
            <a:spLocks noGrp="1"/>
          </p:cNvSpPr>
          <p:nvPr>
            <p:ph type="title" idx="16" hasCustomPrompt="1"/>
          </p:nvPr>
        </p:nvSpPr>
        <p:spPr>
          <a:xfrm>
            <a:off x="1035075" y="1742380"/>
            <a:ext cx="728700" cy="3462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4"/>
              </a:buClr>
              <a:buSzPts val="2000"/>
              <a:buNone/>
              <a:defRPr sz="2000">
                <a:solidFill>
                  <a:schemeClr val="accent4"/>
                </a:solidFill>
              </a:defRPr>
            </a:lvl1pPr>
            <a:lvl2pPr lvl="1"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2pPr>
            <a:lvl3pPr lvl="2"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3pPr>
            <a:lvl4pPr lvl="3"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4pPr>
            <a:lvl5pPr lvl="4"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5pPr>
            <a:lvl6pPr lvl="5"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6pPr>
            <a:lvl7pPr lvl="6"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7pPr>
            <a:lvl8pPr lvl="7"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8pPr>
            <a:lvl9pPr lvl="8"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9pPr>
          </a:lstStyle>
          <a:p>
            <a:r>
              <a:t>xx%</a:t>
            </a:r>
          </a:p>
        </p:txBody>
      </p:sp>
      <p:sp>
        <p:nvSpPr>
          <p:cNvPr id="94" name="Google Shape;94;p13"/>
          <p:cNvSpPr txBox="1">
            <a:spLocks noGrp="1"/>
          </p:cNvSpPr>
          <p:nvPr>
            <p:ph type="title" idx="17" hasCustomPrompt="1"/>
          </p:nvPr>
        </p:nvSpPr>
        <p:spPr>
          <a:xfrm>
            <a:off x="1035075" y="2852381"/>
            <a:ext cx="728700" cy="3462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4"/>
              </a:buClr>
              <a:buSzPts val="2000"/>
              <a:buNone/>
              <a:defRPr sz="2000">
                <a:solidFill>
                  <a:schemeClr val="accent4"/>
                </a:solidFill>
              </a:defRPr>
            </a:lvl1pPr>
            <a:lvl2pPr lvl="1"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2pPr>
            <a:lvl3pPr lvl="2"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3pPr>
            <a:lvl4pPr lvl="3"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4pPr>
            <a:lvl5pPr lvl="4"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5pPr>
            <a:lvl6pPr lvl="5"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6pPr>
            <a:lvl7pPr lvl="6"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7pPr>
            <a:lvl8pPr lvl="7"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8pPr>
            <a:lvl9pPr lvl="8"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9pPr>
          </a:lstStyle>
          <a:p>
            <a:r>
              <a:t>xx%</a:t>
            </a:r>
          </a:p>
        </p:txBody>
      </p:sp>
      <p:sp>
        <p:nvSpPr>
          <p:cNvPr id="95" name="Google Shape;95;p13"/>
          <p:cNvSpPr txBox="1">
            <a:spLocks noGrp="1"/>
          </p:cNvSpPr>
          <p:nvPr>
            <p:ph type="title" idx="18" hasCustomPrompt="1"/>
          </p:nvPr>
        </p:nvSpPr>
        <p:spPr>
          <a:xfrm>
            <a:off x="1035075" y="3969262"/>
            <a:ext cx="728700" cy="3462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4"/>
              </a:buClr>
              <a:buSzPts val="2000"/>
              <a:buNone/>
              <a:defRPr sz="2000">
                <a:solidFill>
                  <a:schemeClr val="accent4"/>
                </a:solidFill>
              </a:defRPr>
            </a:lvl1pPr>
            <a:lvl2pPr lvl="1"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2pPr>
            <a:lvl3pPr lvl="2"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3pPr>
            <a:lvl4pPr lvl="3"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4pPr>
            <a:lvl5pPr lvl="4"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5pPr>
            <a:lvl6pPr lvl="5"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6pPr>
            <a:lvl7pPr lvl="6"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7pPr>
            <a:lvl8pPr lvl="7"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8pPr>
            <a:lvl9pPr lvl="8"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9pPr>
          </a:lstStyle>
          <a:p>
            <a:r>
              <a:t>xx%</a:t>
            </a:r>
          </a:p>
        </p:txBody>
      </p:sp>
      <p:sp>
        <p:nvSpPr>
          <p:cNvPr id="96" name="Google Shape;96;p13"/>
          <p:cNvSpPr txBox="1">
            <a:spLocks noGrp="1"/>
          </p:cNvSpPr>
          <p:nvPr>
            <p:ph type="title" idx="19" hasCustomPrompt="1"/>
          </p:nvPr>
        </p:nvSpPr>
        <p:spPr>
          <a:xfrm>
            <a:off x="4872075" y="1744206"/>
            <a:ext cx="728700" cy="3462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4"/>
              </a:buClr>
              <a:buSzPts val="2000"/>
              <a:buNone/>
              <a:defRPr sz="2000">
                <a:solidFill>
                  <a:schemeClr val="accent4"/>
                </a:solidFill>
              </a:defRPr>
            </a:lvl1pPr>
            <a:lvl2pPr lvl="1"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2pPr>
            <a:lvl3pPr lvl="2"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3pPr>
            <a:lvl4pPr lvl="3"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4pPr>
            <a:lvl5pPr lvl="4"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5pPr>
            <a:lvl6pPr lvl="5"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6pPr>
            <a:lvl7pPr lvl="6"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7pPr>
            <a:lvl8pPr lvl="7"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8pPr>
            <a:lvl9pPr lvl="8"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9pPr>
          </a:lstStyle>
          <a:p>
            <a:r>
              <a:t>xx%</a:t>
            </a:r>
          </a:p>
        </p:txBody>
      </p:sp>
      <p:sp>
        <p:nvSpPr>
          <p:cNvPr id="97" name="Google Shape;97;p13"/>
          <p:cNvSpPr txBox="1">
            <a:spLocks noGrp="1"/>
          </p:cNvSpPr>
          <p:nvPr>
            <p:ph type="title" idx="20" hasCustomPrompt="1"/>
          </p:nvPr>
        </p:nvSpPr>
        <p:spPr>
          <a:xfrm>
            <a:off x="4872075" y="2857906"/>
            <a:ext cx="728700" cy="3462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4"/>
              </a:buClr>
              <a:buSzPts val="2000"/>
              <a:buNone/>
              <a:defRPr sz="2000">
                <a:solidFill>
                  <a:schemeClr val="accent4"/>
                </a:solidFill>
              </a:defRPr>
            </a:lvl1pPr>
            <a:lvl2pPr lvl="1"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2pPr>
            <a:lvl3pPr lvl="2"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3pPr>
            <a:lvl4pPr lvl="3"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4pPr>
            <a:lvl5pPr lvl="4"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5pPr>
            <a:lvl6pPr lvl="5"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6pPr>
            <a:lvl7pPr lvl="6"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7pPr>
            <a:lvl8pPr lvl="7"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8pPr>
            <a:lvl9pPr lvl="8"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9pPr>
          </a:lstStyle>
          <a:p>
            <a:r>
              <a:t>xx%</a:t>
            </a:r>
          </a:p>
        </p:txBody>
      </p:sp>
      <p:sp>
        <p:nvSpPr>
          <p:cNvPr id="98" name="Google Shape;98;p13"/>
          <p:cNvSpPr txBox="1">
            <a:spLocks noGrp="1"/>
          </p:cNvSpPr>
          <p:nvPr>
            <p:ph type="title" idx="21" hasCustomPrompt="1"/>
          </p:nvPr>
        </p:nvSpPr>
        <p:spPr>
          <a:xfrm>
            <a:off x="4872075" y="3969262"/>
            <a:ext cx="728700" cy="3462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4"/>
              </a:buClr>
              <a:buSzPts val="2000"/>
              <a:buNone/>
              <a:defRPr sz="2000">
                <a:solidFill>
                  <a:schemeClr val="accent4"/>
                </a:solidFill>
              </a:defRPr>
            </a:lvl1pPr>
            <a:lvl2pPr lvl="1"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2pPr>
            <a:lvl3pPr lvl="2"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3pPr>
            <a:lvl4pPr lvl="3"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4pPr>
            <a:lvl5pPr lvl="4"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5pPr>
            <a:lvl6pPr lvl="5"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6pPr>
            <a:lvl7pPr lvl="6"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7pPr>
            <a:lvl8pPr lvl="7"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8pPr>
            <a:lvl9pPr lvl="8"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9pPr>
          </a:lstStyle>
          <a:p>
            <a:r>
              <a:t>xx%</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ackground">
  <p:cSld name="CUSTOM_1">
    <p:spTree>
      <p:nvGrpSpPr>
        <p:cNvPr id="1" name="Shape 189"/>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accent2"/>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4775" y="349513"/>
            <a:ext cx="7714500" cy="572700"/>
          </a:xfrm>
          <a:prstGeom prst="rect">
            <a:avLst/>
          </a:prstGeom>
          <a:noFill/>
          <a:ln>
            <a:noFill/>
          </a:ln>
        </p:spPr>
        <p:txBody>
          <a:bodyPr spcFirstLastPara="1" wrap="square" lIns="91425" tIns="91425" rIns="91425" bIns="91425" anchor="t" anchorCtr="0">
            <a:noAutofit/>
          </a:bodyPr>
          <a:lstStyle>
            <a:lvl1pPr lvl="0">
              <a:lnSpc>
                <a:spcPct val="100000"/>
              </a:lnSpc>
              <a:spcBef>
                <a:spcPts val="0"/>
              </a:spcBef>
              <a:spcAft>
                <a:spcPts val="0"/>
              </a:spcAft>
              <a:buClr>
                <a:schemeClr val="accent4"/>
              </a:buClr>
              <a:buSzPts val="3000"/>
              <a:buFont typeface="Montserrat"/>
              <a:buNone/>
              <a:defRPr sz="3000" b="1">
                <a:solidFill>
                  <a:schemeClr val="accent4"/>
                </a:solidFill>
                <a:latin typeface="Montserrat"/>
                <a:ea typeface="Montserrat"/>
                <a:cs typeface="Montserrat"/>
                <a:sym typeface="Montserrat"/>
              </a:defRPr>
            </a:lvl1pPr>
            <a:lvl2pPr lvl="1">
              <a:lnSpc>
                <a:spcPct val="100000"/>
              </a:lnSpc>
              <a:spcBef>
                <a:spcPts val="0"/>
              </a:spcBef>
              <a:spcAft>
                <a:spcPts val="0"/>
              </a:spcAft>
              <a:buClr>
                <a:schemeClr val="accent3"/>
              </a:buClr>
              <a:buSzPts val="2800"/>
              <a:buFont typeface="Montserrat"/>
              <a:buNone/>
              <a:defRPr sz="2800" b="1">
                <a:solidFill>
                  <a:schemeClr val="accent3"/>
                </a:solidFill>
                <a:latin typeface="Montserrat"/>
                <a:ea typeface="Montserrat"/>
                <a:cs typeface="Montserrat"/>
                <a:sym typeface="Montserrat"/>
              </a:defRPr>
            </a:lvl2pPr>
            <a:lvl3pPr lvl="2">
              <a:lnSpc>
                <a:spcPct val="100000"/>
              </a:lnSpc>
              <a:spcBef>
                <a:spcPts val="0"/>
              </a:spcBef>
              <a:spcAft>
                <a:spcPts val="0"/>
              </a:spcAft>
              <a:buClr>
                <a:schemeClr val="accent3"/>
              </a:buClr>
              <a:buSzPts val="2800"/>
              <a:buFont typeface="Montserrat"/>
              <a:buNone/>
              <a:defRPr sz="2800" b="1">
                <a:solidFill>
                  <a:schemeClr val="accent3"/>
                </a:solidFill>
                <a:latin typeface="Montserrat"/>
                <a:ea typeface="Montserrat"/>
                <a:cs typeface="Montserrat"/>
                <a:sym typeface="Montserrat"/>
              </a:defRPr>
            </a:lvl3pPr>
            <a:lvl4pPr lvl="3">
              <a:lnSpc>
                <a:spcPct val="100000"/>
              </a:lnSpc>
              <a:spcBef>
                <a:spcPts val="0"/>
              </a:spcBef>
              <a:spcAft>
                <a:spcPts val="0"/>
              </a:spcAft>
              <a:buClr>
                <a:schemeClr val="accent3"/>
              </a:buClr>
              <a:buSzPts val="2800"/>
              <a:buFont typeface="Montserrat"/>
              <a:buNone/>
              <a:defRPr sz="2800" b="1">
                <a:solidFill>
                  <a:schemeClr val="accent3"/>
                </a:solidFill>
                <a:latin typeface="Montserrat"/>
                <a:ea typeface="Montserrat"/>
                <a:cs typeface="Montserrat"/>
                <a:sym typeface="Montserrat"/>
              </a:defRPr>
            </a:lvl4pPr>
            <a:lvl5pPr lvl="4">
              <a:lnSpc>
                <a:spcPct val="100000"/>
              </a:lnSpc>
              <a:spcBef>
                <a:spcPts val="0"/>
              </a:spcBef>
              <a:spcAft>
                <a:spcPts val="0"/>
              </a:spcAft>
              <a:buClr>
                <a:schemeClr val="accent3"/>
              </a:buClr>
              <a:buSzPts val="2800"/>
              <a:buFont typeface="Montserrat"/>
              <a:buNone/>
              <a:defRPr sz="2800" b="1">
                <a:solidFill>
                  <a:schemeClr val="accent3"/>
                </a:solidFill>
                <a:latin typeface="Montserrat"/>
                <a:ea typeface="Montserrat"/>
                <a:cs typeface="Montserrat"/>
                <a:sym typeface="Montserrat"/>
              </a:defRPr>
            </a:lvl5pPr>
            <a:lvl6pPr lvl="5">
              <a:lnSpc>
                <a:spcPct val="100000"/>
              </a:lnSpc>
              <a:spcBef>
                <a:spcPts val="0"/>
              </a:spcBef>
              <a:spcAft>
                <a:spcPts val="0"/>
              </a:spcAft>
              <a:buClr>
                <a:schemeClr val="accent3"/>
              </a:buClr>
              <a:buSzPts val="2800"/>
              <a:buFont typeface="Montserrat"/>
              <a:buNone/>
              <a:defRPr sz="2800" b="1">
                <a:solidFill>
                  <a:schemeClr val="accent3"/>
                </a:solidFill>
                <a:latin typeface="Montserrat"/>
                <a:ea typeface="Montserrat"/>
                <a:cs typeface="Montserrat"/>
                <a:sym typeface="Montserrat"/>
              </a:defRPr>
            </a:lvl6pPr>
            <a:lvl7pPr lvl="6">
              <a:lnSpc>
                <a:spcPct val="100000"/>
              </a:lnSpc>
              <a:spcBef>
                <a:spcPts val="0"/>
              </a:spcBef>
              <a:spcAft>
                <a:spcPts val="0"/>
              </a:spcAft>
              <a:buClr>
                <a:schemeClr val="accent3"/>
              </a:buClr>
              <a:buSzPts val="2800"/>
              <a:buFont typeface="Montserrat"/>
              <a:buNone/>
              <a:defRPr sz="2800" b="1">
                <a:solidFill>
                  <a:schemeClr val="accent3"/>
                </a:solidFill>
                <a:latin typeface="Montserrat"/>
                <a:ea typeface="Montserrat"/>
                <a:cs typeface="Montserrat"/>
                <a:sym typeface="Montserrat"/>
              </a:defRPr>
            </a:lvl7pPr>
            <a:lvl8pPr lvl="7">
              <a:lnSpc>
                <a:spcPct val="100000"/>
              </a:lnSpc>
              <a:spcBef>
                <a:spcPts val="0"/>
              </a:spcBef>
              <a:spcAft>
                <a:spcPts val="0"/>
              </a:spcAft>
              <a:buClr>
                <a:schemeClr val="accent3"/>
              </a:buClr>
              <a:buSzPts val="2800"/>
              <a:buFont typeface="Montserrat"/>
              <a:buNone/>
              <a:defRPr sz="2800" b="1">
                <a:solidFill>
                  <a:schemeClr val="accent3"/>
                </a:solidFill>
                <a:latin typeface="Montserrat"/>
                <a:ea typeface="Montserrat"/>
                <a:cs typeface="Montserrat"/>
                <a:sym typeface="Montserrat"/>
              </a:defRPr>
            </a:lvl8pPr>
            <a:lvl9pPr lvl="8">
              <a:lnSpc>
                <a:spcPct val="100000"/>
              </a:lnSpc>
              <a:spcBef>
                <a:spcPts val="0"/>
              </a:spcBef>
              <a:spcAft>
                <a:spcPts val="0"/>
              </a:spcAft>
              <a:buClr>
                <a:schemeClr val="accent3"/>
              </a:buClr>
              <a:buSzPts val="2800"/>
              <a:buFont typeface="Montserrat"/>
              <a:buNone/>
              <a:defRPr sz="2800" b="1">
                <a:solidFill>
                  <a:schemeClr val="accent3"/>
                </a:solidFill>
                <a:latin typeface="Montserrat"/>
                <a:ea typeface="Montserrat"/>
                <a:cs typeface="Montserrat"/>
                <a:sym typeface="Montserrat"/>
              </a:defRPr>
            </a:lvl9pPr>
          </a:lstStyle>
          <a:p>
            <a:endParaRPr/>
          </a:p>
        </p:txBody>
      </p:sp>
      <p:sp>
        <p:nvSpPr>
          <p:cNvPr id="7" name="Google Shape;7;p1"/>
          <p:cNvSpPr txBox="1">
            <a:spLocks noGrp="1"/>
          </p:cNvSpPr>
          <p:nvPr>
            <p:ph type="body" idx="1"/>
          </p:nvPr>
        </p:nvSpPr>
        <p:spPr>
          <a:xfrm>
            <a:off x="708350" y="1202925"/>
            <a:ext cx="7727400" cy="3416400"/>
          </a:xfrm>
          <a:prstGeom prst="rect">
            <a:avLst/>
          </a:prstGeom>
          <a:noFill/>
          <a:ln>
            <a:noFill/>
          </a:ln>
        </p:spPr>
        <p:txBody>
          <a:bodyPr spcFirstLastPara="1" wrap="square" lIns="91425" tIns="91425" rIns="91425" bIns="91425" anchor="t" anchorCtr="0">
            <a:noAutofit/>
          </a:bodyPr>
          <a:lstStyle>
            <a:lvl1pPr marL="457200" lvl="0" indent="-317500">
              <a:lnSpc>
                <a:spcPct val="100000"/>
              </a:lnSpc>
              <a:spcBef>
                <a:spcPts val="0"/>
              </a:spcBef>
              <a:spcAft>
                <a:spcPts val="0"/>
              </a:spcAft>
              <a:buClr>
                <a:srgbClr val="FFFFFF"/>
              </a:buClr>
              <a:buSzPts val="1400"/>
              <a:buFont typeface="Fira Sans"/>
              <a:buChar char="●"/>
              <a:defRPr>
                <a:solidFill>
                  <a:srgbClr val="FFFFFF"/>
                </a:solidFill>
                <a:latin typeface="Fira Sans"/>
                <a:ea typeface="Fira Sans"/>
                <a:cs typeface="Fira Sans"/>
                <a:sym typeface="Fira Sans"/>
              </a:defRPr>
            </a:lvl1pPr>
            <a:lvl2pPr marL="914400" lvl="1" indent="-317500">
              <a:lnSpc>
                <a:spcPct val="100000"/>
              </a:lnSpc>
              <a:spcBef>
                <a:spcPts val="1600"/>
              </a:spcBef>
              <a:spcAft>
                <a:spcPts val="0"/>
              </a:spcAft>
              <a:buClr>
                <a:srgbClr val="FFFFFF"/>
              </a:buClr>
              <a:buSzPts val="1400"/>
              <a:buFont typeface="Fira Sans"/>
              <a:buChar char="○"/>
              <a:defRPr>
                <a:solidFill>
                  <a:srgbClr val="FFFFFF"/>
                </a:solidFill>
                <a:latin typeface="Fira Sans"/>
                <a:ea typeface="Fira Sans"/>
                <a:cs typeface="Fira Sans"/>
                <a:sym typeface="Fira Sans"/>
              </a:defRPr>
            </a:lvl2pPr>
            <a:lvl3pPr marL="1371600" lvl="2" indent="-317500">
              <a:lnSpc>
                <a:spcPct val="100000"/>
              </a:lnSpc>
              <a:spcBef>
                <a:spcPts val="1600"/>
              </a:spcBef>
              <a:spcAft>
                <a:spcPts val="0"/>
              </a:spcAft>
              <a:buClr>
                <a:srgbClr val="FFFFFF"/>
              </a:buClr>
              <a:buSzPts val="1400"/>
              <a:buFont typeface="Fira Sans"/>
              <a:buChar char="■"/>
              <a:defRPr>
                <a:solidFill>
                  <a:srgbClr val="FFFFFF"/>
                </a:solidFill>
                <a:latin typeface="Fira Sans"/>
                <a:ea typeface="Fira Sans"/>
                <a:cs typeface="Fira Sans"/>
                <a:sym typeface="Fira Sans"/>
              </a:defRPr>
            </a:lvl3pPr>
            <a:lvl4pPr marL="1828800" lvl="3" indent="-317500">
              <a:lnSpc>
                <a:spcPct val="100000"/>
              </a:lnSpc>
              <a:spcBef>
                <a:spcPts val="1600"/>
              </a:spcBef>
              <a:spcAft>
                <a:spcPts val="0"/>
              </a:spcAft>
              <a:buClr>
                <a:srgbClr val="FFFFFF"/>
              </a:buClr>
              <a:buSzPts val="1400"/>
              <a:buFont typeface="Fira Sans"/>
              <a:buChar char="●"/>
              <a:defRPr>
                <a:solidFill>
                  <a:srgbClr val="FFFFFF"/>
                </a:solidFill>
                <a:latin typeface="Fira Sans"/>
                <a:ea typeface="Fira Sans"/>
                <a:cs typeface="Fira Sans"/>
                <a:sym typeface="Fira Sans"/>
              </a:defRPr>
            </a:lvl4pPr>
            <a:lvl5pPr marL="2286000" lvl="4" indent="-317500">
              <a:lnSpc>
                <a:spcPct val="100000"/>
              </a:lnSpc>
              <a:spcBef>
                <a:spcPts val="1600"/>
              </a:spcBef>
              <a:spcAft>
                <a:spcPts val="0"/>
              </a:spcAft>
              <a:buClr>
                <a:srgbClr val="FFFFFF"/>
              </a:buClr>
              <a:buSzPts val="1400"/>
              <a:buFont typeface="Fira Sans"/>
              <a:buChar char="○"/>
              <a:defRPr>
                <a:solidFill>
                  <a:srgbClr val="FFFFFF"/>
                </a:solidFill>
                <a:latin typeface="Fira Sans"/>
                <a:ea typeface="Fira Sans"/>
                <a:cs typeface="Fira Sans"/>
                <a:sym typeface="Fira Sans"/>
              </a:defRPr>
            </a:lvl5pPr>
            <a:lvl6pPr marL="2743200" lvl="5" indent="-317500">
              <a:lnSpc>
                <a:spcPct val="100000"/>
              </a:lnSpc>
              <a:spcBef>
                <a:spcPts val="1600"/>
              </a:spcBef>
              <a:spcAft>
                <a:spcPts val="0"/>
              </a:spcAft>
              <a:buClr>
                <a:srgbClr val="FFFFFF"/>
              </a:buClr>
              <a:buSzPts val="1400"/>
              <a:buFont typeface="Fira Sans"/>
              <a:buChar char="■"/>
              <a:defRPr>
                <a:solidFill>
                  <a:srgbClr val="FFFFFF"/>
                </a:solidFill>
                <a:latin typeface="Fira Sans"/>
                <a:ea typeface="Fira Sans"/>
                <a:cs typeface="Fira Sans"/>
                <a:sym typeface="Fira Sans"/>
              </a:defRPr>
            </a:lvl6pPr>
            <a:lvl7pPr marL="3200400" lvl="6" indent="-317500">
              <a:lnSpc>
                <a:spcPct val="100000"/>
              </a:lnSpc>
              <a:spcBef>
                <a:spcPts val="1600"/>
              </a:spcBef>
              <a:spcAft>
                <a:spcPts val="0"/>
              </a:spcAft>
              <a:buClr>
                <a:srgbClr val="FFFFFF"/>
              </a:buClr>
              <a:buSzPts val="1400"/>
              <a:buFont typeface="Fira Sans"/>
              <a:buChar char="●"/>
              <a:defRPr>
                <a:solidFill>
                  <a:srgbClr val="FFFFFF"/>
                </a:solidFill>
                <a:latin typeface="Fira Sans"/>
                <a:ea typeface="Fira Sans"/>
                <a:cs typeface="Fira Sans"/>
                <a:sym typeface="Fira Sans"/>
              </a:defRPr>
            </a:lvl7pPr>
            <a:lvl8pPr marL="3657600" lvl="7" indent="-317500">
              <a:lnSpc>
                <a:spcPct val="100000"/>
              </a:lnSpc>
              <a:spcBef>
                <a:spcPts val="1600"/>
              </a:spcBef>
              <a:spcAft>
                <a:spcPts val="0"/>
              </a:spcAft>
              <a:buClr>
                <a:srgbClr val="FFFFFF"/>
              </a:buClr>
              <a:buSzPts val="1400"/>
              <a:buFont typeface="Fira Sans"/>
              <a:buChar char="○"/>
              <a:defRPr>
                <a:solidFill>
                  <a:srgbClr val="FFFFFF"/>
                </a:solidFill>
                <a:latin typeface="Fira Sans"/>
                <a:ea typeface="Fira Sans"/>
                <a:cs typeface="Fira Sans"/>
                <a:sym typeface="Fira Sans"/>
              </a:defRPr>
            </a:lvl8pPr>
            <a:lvl9pPr marL="4114800" lvl="8" indent="-317500">
              <a:lnSpc>
                <a:spcPct val="100000"/>
              </a:lnSpc>
              <a:spcBef>
                <a:spcPts val="1600"/>
              </a:spcBef>
              <a:spcAft>
                <a:spcPts val="1600"/>
              </a:spcAft>
              <a:buClr>
                <a:srgbClr val="FFFFFF"/>
              </a:buClr>
              <a:buSzPts val="1400"/>
              <a:buFont typeface="Fira Sans"/>
              <a:buChar char="■"/>
              <a:defRPr>
                <a:solidFill>
                  <a:srgbClr val="FFFFFF"/>
                </a:solidFill>
                <a:latin typeface="Fira Sans"/>
                <a:ea typeface="Fira Sans"/>
                <a:cs typeface="Fira Sans"/>
                <a:sym typeface="Fira Sans"/>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50" r:id="rId2"/>
    <p:sldLayoutId id="2147483651" r:id="rId3"/>
    <p:sldLayoutId id="2147483652" r:id="rId4"/>
    <p:sldLayoutId id="2147483653" r:id="rId5"/>
    <p:sldLayoutId id="2147483659" r:id="rId6"/>
    <p:sldLayoutId id="2147483668" r:id="rId7"/>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6.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4.xml"/><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4.xml"/><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4.xml"/><Relationship Id="rId4" Type="http://schemas.openxmlformats.org/officeDocument/2006/relationships/image" Target="../media/image19.PNG"/></Relationships>
</file>

<file path=ppt/slides/_rels/slide2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5.xml"/><Relationship Id="rId4" Type="http://schemas.microsoft.com/office/2007/relationships/hdphoto" Target="../media/hdphoto1.wdp"/></Relationships>
</file>

<file path=ppt/slides/_rels/slide2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Shape 203"/>
        <p:cNvGrpSpPr/>
        <p:nvPr/>
      </p:nvGrpSpPr>
      <p:grpSpPr>
        <a:xfrm>
          <a:off x="0" y="0"/>
          <a:ext cx="0" cy="0"/>
          <a:chOff x="0" y="0"/>
          <a:chExt cx="0" cy="0"/>
        </a:xfrm>
      </p:grpSpPr>
      <p:sp>
        <p:nvSpPr>
          <p:cNvPr id="204" name="Google Shape;204;p26"/>
          <p:cNvSpPr txBox="1">
            <a:spLocks noGrp="1"/>
          </p:cNvSpPr>
          <p:nvPr>
            <p:ph type="ctrTitle"/>
          </p:nvPr>
        </p:nvSpPr>
        <p:spPr>
          <a:xfrm>
            <a:off x="136018" y="218346"/>
            <a:ext cx="3353416" cy="898765"/>
          </a:xfrm>
          <a:prstGeom prst="rect">
            <a:avLst/>
          </a:prstGeom>
        </p:spPr>
        <p:txBody>
          <a:bodyPr spcFirstLastPara="1" wrap="square" lIns="91425" tIns="91425" rIns="91425" bIns="91425" anchor="ctr" anchorCtr="0">
            <a:noAutofit/>
          </a:bodyPr>
          <a:lstStyle/>
          <a:p>
            <a:pPr>
              <a:defRPr sz="4700" b="0">
                <a:solidFill>
                  <a:srgbClr val="1F347A"/>
                </a:solidFill>
                <a:latin typeface="Times New Roman"/>
                <a:ea typeface="Times New Roman"/>
                <a:cs typeface="Times New Roman"/>
                <a:sym typeface="Times New Roman"/>
              </a:defRPr>
            </a:pPr>
            <a:r>
              <a:rPr lang="en-US" sz="1800" dirty="0">
                <a:solidFill>
                  <a:schemeClr val="bg1"/>
                </a:solidFill>
              </a:rPr>
              <a:t>Mice Protein Expression Dataset</a:t>
            </a:r>
          </a:p>
        </p:txBody>
      </p:sp>
      <p:sp>
        <p:nvSpPr>
          <p:cNvPr id="205" name="Google Shape;205;p26"/>
          <p:cNvSpPr txBox="1">
            <a:spLocks noGrp="1"/>
          </p:cNvSpPr>
          <p:nvPr>
            <p:ph type="subTitle" idx="1"/>
          </p:nvPr>
        </p:nvSpPr>
        <p:spPr>
          <a:xfrm>
            <a:off x="1114097" y="1189018"/>
            <a:ext cx="2326693" cy="1218326"/>
          </a:xfrm>
          <a:prstGeom prst="rect">
            <a:avLst/>
          </a:prstGeom>
        </p:spPr>
        <p:txBody>
          <a:bodyPr spcFirstLastPara="1" wrap="square" lIns="91425" tIns="91425" rIns="91425" bIns="91425" anchor="t" anchorCtr="0">
            <a:noAutofit/>
          </a:bodyPr>
          <a:lstStyle/>
          <a:p>
            <a:pPr>
              <a:defRPr sz="7100" b="0" spc="-142">
                <a:solidFill>
                  <a:srgbClr val="6B8ABA"/>
                </a:solidFill>
                <a:latin typeface="Times New Roman"/>
                <a:ea typeface="Times New Roman"/>
                <a:cs typeface="Times New Roman"/>
                <a:sym typeface="Times New Roman"/>
              </a:defRPr>
            </a:pPr>
            <a:r>
              <a:rPr lang="en-US" sz="1400" dirty="0">
                <a:solidFill>
                  <a:schemeClr val="bg1"/>
                </a:solidFill>
                <a:latin typeface="+mj-lt"/>
              </a:rPr>
              <a:t>CSE 4063 </a:t>
            </a:r>
          </a:p>
          <a:p>
            <a:pPr>
              <a:defRPr sz="7100" b="0" spc="-142">
                <a:solidFill>
                  <a:srgbClr val="6B8ABA"/>
                </a:solidFill>
                <a:latin typeface="Times New Roman"/>
                <a:ea typeface="Times New Roman"/>
                <a:cs typeface="Times New Roman"/>
                <a:sym typeface="Times New Roman"/>
              </a:defRPr>
            </a:pPr>
            <a:r>
              <a:rPr lang="en-US" sz="1400" dirty="0">
                <a:solidFill>
                  <a:schemeClr val="bg1"/>
                </a:solidFill>
                <a:latin typeface="+mj-lt"/>
              </a:rPr>
              <a:t>Fundamentals of Data Mining</a:t>
            </a:r>
          </a:p>
          <a:p>
            <a:pPr>
              <a:defRPr sz="7100" b="0" spc="-142">
                <a:solidFill>
                  <a:srgbClr val="6B8ABA"/>
                </a:solidFill>
                <a:latin typeface="Times New Roman"/>
                <a:ea typeface="Times New Roman"/>
                <a:cs typeface="Times New Roman"/>
                <a:sym typeface="Times New Roman"/>
              </a:defRPr>
            </a:pPr>
            <a:r>
              <a:rPr lang="en-US" sz="1400" dirty="0">
                <a:solidFill>
                  <a:schemeClr val="bg1"/>
                </a:solidFill>
                <a:latin typeface="+mj-lt"/>
              </a:rPr>
              <a:t>Project 2</a:t>
            </a:r>
          </a:p>
          <a:p>
            <a:pPr>
              <a:defRPr sz="7100" b="0" spc="-142">
                <a:solidFill>
                  <a:srgbClr val="6B8ABA"/>
                </a:solidFill>
                <a:latin typeface="Times New Roman"/>
                <a:ea typeface="Times New Roman"/>
                <a:cs typeface="Times New Roman"/>
                <a:sym typeface="Times New Roman"/>
              </a:defRPr>
            </a:pPr>
            <a:r>
              <a:rPr lang="en-US" sz="1400" dirty="0">
                <a:solidFill>
                  <a:schemeClr val="bg1"/>
                </a:solidFill>
                <a:latin typeface="+mj-lt"/>
              </a:rPr>
              <a:t>Fall 2020</a:t>
            </a:r>
            <a:endParaRPr sz="1400" dirty="0">
              <a:solidFill>
                <a:schemeClr val="bg1"/>
              </a:solidFill>
              <a:latin typeface="+mj-lt"/>
            </a:endParaRPr>
          </a:p>
        </p:txBody>
      </p:sp>
      <p:grpSp>
        <p:nvGrpSpPr>
          <p:cNvPr id="206" name="Google Shape;206;p26"/>
          <p:cNvGrpSpPr/>
          <p:nvPr/>
        </p:nvGrpSpPr>
        <p:grpSpPr>
          <a:xfrm>
            <a:off x="-1615621" y="305900"/>
            <a:ext cx="10941221" cy="7052164"/>
            <a:chOff x="-1615621" y="305900"/>
            <a:chExt cx="10941221" cy="7052164"/>
          </a:xfrm>
        </p:grpSpPr>
        <p:grpSp>
          <p:nvGrpSpPr>
            <p:cNvPr id="207" name="Google Shape;207;p26"/>
            <p:cNvGrpSpPr/>
            <p:nvPr/>
          </p:nvGrpSpPr>
          <p:grpSpPr>
            <a:xfrm>
              <a:off x="-683750" y="305900"/>
              <a:ext cx="10009350" cy="5874625"/>
              <a:chOff x="-683750" y="305900"/>
              <a:chExt cx="10009350" cy="5874625"/>
            </a:xfrm>
          </p:grpSpPr>
          <p:cxnSp>
            <p:nvCxnSpPr>
              <p:cNvPr id="208" name="Google Shape;208;p26"/>
              <p:cNvCxnSpPr/>
              <p:nvPr/>
            </p:nvCxnSpPr>
            <p:spPr>
              <a:xfrm flipH="1">
                <a:off x="6084400" y="305900"/>
                <a:ext cx="3241200" cy="1869900"/>
              </a:xfrm>
              <a:prstGeom prst="straightConnector1">
                <a:avLst/>
              </a:prstGeom>
              <a:noFill/>
              <a:ln w="19050" cap="flat" cmpd="sng">
                <a:solidFill>
                  <a:schemeClr val="accent4"/>
                </a:solidFill>
                <a:prstDash val="solid"/>
                <a:round/>
                <a:headEnd type="none" w="med" len="med"/>
                <a:tailEnd type="none" w="med" len="med"/>
              </a:ln>
            </p:spPr>
          </p:cxnSp>
          <p:cxnSp>
            <p:nvCxnSpPr>
              <p:cNvPr id="209" name="Google Shape;209;p26"/>
              <p:cNvCxnSpPr/>
              <p:nvPr/>
            </p:nvCxnSpPr>
            <p:spPr>
              <a:xfrm flipH="1">
                <a:off x="6145300" y="382260"/>
                <a:ext cx="3180300" cy="1833900"/>
              </a:xfrm>
              <a:prstGeom prst="straightConnector1">
                <a:avLst/>
              </a:prstGeom>
              <a:noFill/>
              <a:ln w="19050" cap="flat" cmpd="sng">
                <a:solidFill>
                  <a:schemeClr val="accent4"/>
                </a:solidFill>
                <a:prstDash val="solid"/>
                <a:round/>
                <a:headEnd type="none" w="med" len="med"/>
                <a:tailEnd type="none" w="med" len="med"/>
              </a:ln>
            </p:spPr>
          </p:cxnSp>
          <p:cxnSp>
            <p:nvCxnSpPr>
              <p:cNvPr id="210" name="Google Shape;210;p26"/>
              <p:cNvCxnSpPr/>
              <p:nvPr/>
            </p:nvCxnSpPr>
            <p:spPr>
              <a:xfrm flipH="1">
                <a:off x="6222100" y="466622"/>
                <a:ext cx="3103500" cy="1790400"/>
              </a:xfrm>
              <a:prstGeom prst="straightConnector1">
                <a:avLst/>
              </a:prstGeom>
              <a:noFill/>
              <a:ln w="19050" cap="flat" cmpd="sng">
                <a:solidFill>
                  <a:schemeClr val="accent4"/>
                </a:solidFill>
                <a:prstDash val="solid"/>
                <a:round/>
                <a:headEnd type="none" w="med" len="med"/>
                <a:tailEnd type="none" w="med" len="med"/>
              </a:ln>
            </p:spPr>
          </p:cxnSp>
          <p:cxnSp>
            <p:nvCxnSpPr>
              <p:cNvPr id="211" name="Google Shape;211;p26"/>
              <p:cNvCxnSpPr/>
              <p:nvPr/>
            </p:nvCxnSpPr>
            <p:spPr>
              <a:xfrm flipH="1">
                <a:off x="6284200" y="538672"/>
                <a:ext cx="3041400" cy="1753800"/>
              </a:xfrm>
              <a:prstGeom prst="straightConnector1">
                <a:avLst/>
              </a:prstGeom>
              <a:noFill/>
              <a:ln w="19050" cap="flat" cmpd="sng">
                <a:solidFill>
                  <a:schemeClr val="accent4"/>
                </a:solidFill>
                <a:prstDash val="solid"/>
                <a:round/>
                <a:headEnd type="none" w="med" len="med"/>
                <a:tailEnd type="none" w="med" len="med"/>
              </a:ln>
            </p:spPr>
          </p:cxnSp>
          <p:grpSp>
            <p:nvGrpSpPr>
              <p:cNvPr id="212" name="Google Shape;212;p26"/>
              <p:cNvGrpSpPr/>
              <p:nvPr/>
            </p:nvGrpSpPr>
            <p:grpSpPr>
              <a:xfrm>
                <a:off x="3995473" y="1183970"/>
                <a:ext cx="4973777" cy="3389724"/>
                <a:chOff x="475750" y="650375"/>
                <a:chExt cx="6726775" cy="4584425"/>
              </a:xfrm>
            </p:grpSpPr>
            <p:sp>
              <p:nvSpPr>
                <p:cNvPr id="213" name="Google Shape;213;p26"/>
                <p:cNvSpPr/>
                <p:nvPr/>
              </p:nvSpPr>
              <p:spPr>
                <a:xfrm>
                  <a:off x="475750" y="1525425"/>
                  <a:ext cx="6726775" cy="3709375"/>
                </a:xfrm>
                <a:custGeom>
                  <a:avLst/>
                  <a:gdLst/>
                  <a:ahLst/>
                  <a:cxnLst/>
                  <a:rect l="l" t="t" r="r" b="b"/>
                  <a:pathLst>
                    <a:path w="269071" h="148375" extrusionOk="0">
                      <a:moveTo>
                        <a:pt x="102541" y="13251"/>
                      </a:moveTo>
                      <a:cubicBezTo>
                        <a:pt x="102594" y="13251"/>
                        <a:pt x="102647" y="13263"/>
                        <a:pt x="102699" y="13287"/>
                      </a:cubicBezTo>
                      <a:lnTo>
                        <a:pt x="112165" y="18753"/>
                      </a:lnTo>
                      <a:lnTo>
                        <a:pt x="108818" y="20682"/>
                      </a:lnTo>
                      <a:cubicBezTo>
                        <a:pt x="108767" y="20706"/>
                        <a:pt x="108712" y="20717"/>
                        <a:pt x="108657" y="20717"/>
                      </a:cubicBezTo>
                      <a:cubicBezTo>
                        <a:pt x="108603" y="20717"/>
                        <a:pt x="108550" y="20706"/>
                        <a:pt x="108503" y="20682"/>
                      </a:cubicBezTo>
                      <a:lnTo>
                        <a:pt x="103384" y="17729"/>
                      </a:lnTo>
                      <a:cubicBezTo>
                        <a:pt x="103136" y="17583"/>
                        <a:pt x="102807" y="17510"/>
                        <a:pt x="102478" y="17510"/>
                      </a:cubicBezTo>
                      <a:cubicBezTo>
                        <a:pt x="102149" y="17510"/>
                        <a:pt x="101820" y="17583"/>
                        <a:pt x="101572" y="17729"/>
                      </a:cubicBezTo>
                      <a:lnTo>
                        <a:pt x="83364" y="28243"/>
                      </a:lnTo>
                      <a:lnTo>
                        <a:pt x="79922" y="26258"/>
                      </a:lnTo>
                      <a:lnTo>
                        <a:pt x="102383" y="13287"/>
                      </a:lnTo>
                      <a:cubicBezTo>
                        <a:pt x="102435" y="13263"/>
                        <a:pt x="102488" y="13251"/>
                        <a:pt x="102541" y="13251"/>
                      </a:cubicBezTo>
                      <a:close/>
                      <a:moveTo>
                        <a:pt x="120411" y="23517"/>
                      </a:moveTo>
                      <a:lnTo>
                        <a:pt x="123041" y="25037"/>
                      </a:lnTo>
                      <a:lnTo>
                        <a:pt x="111535" y="31668"/>
                      </a:lnTo>
                      <a:lnTo>
                        <a:pt x="109070" y="30243"/>
                      </a:lnTo>
                      <a:cubicBezTo>
                        <a:pt x="108991" y="30211"/>
                        <a:pt x="108991" y="30101"/>
                        <a:pt x="109070" y="30062"/>
                      </a:cubicBezTo>
                      <a:lnTo>
                        <a:pt x="120411" y="23517"/>
                      </a:lnTo>
                      <a:close/>
                      <a:moveTo>
                        <a:pt x="102483" y="18126"/>
                      </a:moveTo>
                      <a:cubicBezTo>
                        <a:pt x="102537" y="18126"/>
                        <a:pt x="102592" y="18138"/>
                        <a:pt x="102643" y="18162"/>
                      </a:cubicBezTo>
                      <a:lnTo>
                        <a:pt x="107763" y="21115"/>
                      </a:lnTo>
                      <a:cubicBezTo>
                        <a:pt x="108011" y="21261"/>
                        <a:pt x="108337" y="21334"/>
                        <a:pt x="108665" y="21334"/>
                      </a:cubicBezTo>
                      <a:cubicBezTo>
                        <a:pt x="108993" y="21334"/>
                        <a:pt x="109322" y="21261"/>
                        <a:pt x="109574" y="21115"/>
                      </a:cubicBezTo>
                      <a:lnTo>
                        <a:pt x="112921" y="19186"/>
                      </a:lnTo>
                      <a:lnTo>
                        <a:pt x="115725" y="20808"/>
                      </a:lnTo>
                      <a:lnTo>
                        <a:pt x="93264" y="33779"/>
                      </a:lnTo>
                      <a:cubicBezTo>
                        <a:pt x="93216" y="33803"/>
                        <a:pt x="93163" y="33815"/>
                        <a:pt x="93109" y="33815"/>
                      </a:cubicBezTo>
                      <a:cubicBezTo>
                        <a:pt x="93055" y="33815"/>
                        <a:pt x="93000" y="33803"/>
                        <a:pt x="92949" y="33779"/>
                      </a:cubicBezTo>
                      <a:lnTo>
                        <a:pt x="84120" y="28676"/>
                      </a:lnTo>
                      <a:lnTo>
                        <a:pt x="102328" y="18162"/>
                      </a:lnTo>
                      <a:cubicBezTo>
                        <a:pt x="102376" y="18138"/>
                        <a:pt x="102429" y="18126"/>
                        <a:pt x="102483" y="18126"/>
                      </a:cubicBezTo>
                      <a:close/>
                      <a:moveTo>
                        <a:pt x="54311" y="12393"/>
                      </a:moveTo>
                      <a:cubicBezTo>
                        <a:pt x="54364" y="12393"/>
                        <a:pt x="54417" y="12405"/>
                        <a:pt x="54468" y="12428"/>
                      </a:cubicBezTo>
                      <a:lnTo>
                        <a:pt x="78426" y="26258"/>
                      </a:lnTo>
                      <a:lnTo>
                        <a:pt x="42064" y="47254"/>
                      </a:lnTo>
                      <a:lnTo>
                        <a:pt x="26416" y="38213"/>
                      </a:lnTo>
                      <a:cubicBezTo>
                        <a:pt x="26167" y="38071"/>
                        <a:pt x="25839" y="38000"/>
                        <a:pt x="25510" y="38000"/>
                      </a:cubicBezTo>
                      <a:cubicBezTo>
                        <a:pt x="25181" y="38000"/>
                        <a:pt x="24852" y="38071"/>
                        <a:pt x="24604" y="38213"/>
                      </a:cubicBezTo>
                      <a:lnTo>
                        <a:pt x="20013" y="40867"/>
                      </a:lnTo>
                      <a:lnTo>
                        <a:pt x="12610" y="36591"/>
                      </a:lnTo>
                      <a:cubicBezTo>
                        <a:pt x="12531" y="36559"/>
                        <a:pt x="12531" y="36449"/>
                        <a:pt x="12610" y="36410"/>
                      </a:cubicBezTo>
                      <a:lnTo>
                        <a:pt x="54153" y="12428"/>
                      </a:lnTo>
                      <a:cubicBezTo>
                        <a:pt x="54205" y="12405"/>
                        <a:pt x="54258" y="12393"/>
                        <a:pt x="54311" y="12393"/>
                      </a:cubicBezTo>
                      <a:close/>
                      <a:moveTo>
                        <a:pt x="79174" y="26691"/>
                      </a:moveTo>
                      <a:lnTo>
                        <a:pt x="82616" y="28676"/>
                      </a:lnTo>
                      <a:lnTo>
                        <a:pt x="46254" y="49672"/>
                      </a:lnTo>
                      <a:lnTo>
                        <a:pt x="42820" y="47687"/>
                      </a:lnTo>
                      <a:lnTo>
                        <a:pt x="79174" y="26691"/>
                      </a:lnTo>
                      <a:close/>
                      <a:moveTo>
                        <a:pt x="116473" y="21249"/>
                      </a:moveTo>
                      <a:lnTo>
                        <a:pt x="119663" y="23084"/>
                      </a:lnTo>
                      <a:lnTo>
                        <a:pt x="108322" y="29637"/>
                      </a:lnTo>
                      <a:cubicBezTo>
                        <a:pt x="107826" y="29920"/>
                        <a:pt x="107826" y="30393"/>
                        <a:pt x="108322" y="30676"/>
                      </a:cubicBezTo>
                      <a:lnTo>
                        <a:pt x="110795" y="32102"/>
                      </a:lnTo>
                      <a:lnTo>
                        <a:pt x="87798" y="45380"/>
                      </a:lnTo>
                      <a:lnTo>
                        <a:pt x="75520" y="38292"/>
                      </a:lnTo>
                      <a:cubicBezTo>
                        <a:pt x="75272" y="38146"/>
                        <a:pt x="74945" y="38073"/>
                        <a:pt x="74617" y="38073"/>
                      </a:cubicBezTo>
                      <a:cubicBezTo>
                        <a:pt x="74289" y="38073"/>
                        <a:pt x="73960" y="38146"/>
                        <a:pt x="73708" y="38292"/>
                      </a:cubicBezTo>
                      <a:lnTo>
                        <a:pt x="50129" y="51909"/>
                      </a:lnTo>
                      <a:lnTo>
                        <a:pt x="47002" y="50105"/>
                      </a:lnTo>
                      <a:lnTo>
                        <a:pt x="83364" y="29109"/>
                      </a:lnTo>
                      <a:lnTo>
                        <a:pt x="92200" y="34212"/>
                      </a:lnTo>
                      <a:cubicBezTo>
                        <a:pt x="92452" y="34358"/>
                        <a:pt x="92781" y="34431"/>
                        <a:pt x="93109" y="34431"/>
                      </a:cubicBezTo>
                      <a:cubicBezTo>
                        <a:pt x="93437" y="34431"/>
                        <a:pt x="93764" y="34358"/>
                        <a:pt x="94012" y="34212"/>
                      </a:cubicBezTo>
                      <a:lnTo>
                        <a:pt x="116473" y="21249"/>
                      </a:lnTo>
                      <a:close/>
                      <a:moveTo>
                        <a:pt x="74617" y="38684"/>
                      </a:moveTo>
                      <a:cubicBezTo>
                        <a:pt x="74671" y="38684"/>
                        <a:pt x="74724" y="38697"/>
                        <a:pt x="74772" y="38725"/>
                      </a:cubicBezTo>
                      <a:lnTo>
                        <a:pt x="87050" y="45813"/>
                      </a:lnTo>
                      <a:lnTo>
                        <a:pt x="83427" y="47900"/>
                      </a:lnTo>
                      <a:lnTo>
                        <a:pt x="74961" y="43017"/>
                      </a:lnTo>
                      <a:cubicBezTo>
                        <a:pt x="74713" y="42871"/>
                        <a:pt x="74384" y="42799"/>
                        <a:pt x="74055" y="42799"/>
                      </a:cubicBezTo>
                      <a:cubicBezTo>
                        <a:pt x="73726" y="42799"/>
                        <a:pt x="73397" y="42871"/>
                        <a:pt x="73149" y="43017"/>
                      </a:cubicBezTo>
                      <a:lnTo>
                        <a:pt x="53941" y="54106"/>
                      </a:lnTo>
                      <a:lnTo>
                        <a:pt x="50877" y="52334"/>
                      </a:lnTo>
                      <a:lnTo>
                        <a:pt x="74457" y="38725"/>
                      </a:lnTo>
                      <a:cubicBezTo>
                        <a:pt x="74508" y="38697"/>
                        <a:pt x="74563" y="38684"/>
                        <a:pt x="74617" y="38684"/>
                      </a:cubicBezTo>
                      <a:close/>
                      <a:moveTo>
                        <a:pt x="123781" y="25470"/>
                      </a:moveTo>
                      <a:lnTo>
                        <a:pt x="192882" y="65360"/>
                      </a:lnTo>
                      <a:lnTo>
                        <a:pt x="186881" y="68825"/>
                      </a:lnTo>
                      <a:lnTo>
                        <a:pt x="163175" y="55138"/>
                      </a:lnTo>
                      <a:cubicBezTo>
                        <a:pt x="162923" y="54992"/>
                        <a:pt x="162594" y="54919"/>
                        <a:pt x="162267" y="54919"/>
                      </a:cubicBezTo>
                      <a:cubicBezTo>
                        <a:pt x="161939" y="54919"/>
                        <a:pt x="161612" y="54992"/>
                        <a:pt x="161364" y="55138"/>
                      </a:cubicBezTo>
                      <a:lnTo>
                        <a:pt x="156772" y="57784"/>
                      </a:lnTo>
                      <a:lnTo>
                        <a:pt x="112291" y="32102"/>
                      </a:lnTo>
                      <a:lnTo>
                        <a:pt x="123781" y="25470"/>
                      </a:lnTo>
                      <a:close/>
                      <a:moveTo>
                        <a:pt x="193638" y="65793"/>
                      </a:moveTo>
                      <a:lnTo>
                        <a:pt x="195882" y="67093"/>
                      </a:lnTo>
                      <a:cubicBezTo>
                        <a:pt x="195961" y="67124"/>
                        <a:pt x="195961" y="67235"/>
                        <a:pt x="195882" y="67274"/>
                      </a:cubicBezTo>
                      <a:lnTo>
                        <a:pt x="190047" y="70645"/>
                      </a:lnTo>
                      <a:lnTo>
                        <a:pt x="187637" y="69259"/>
                      </a:lnTo>
                      <a:lnTo>
                        <a:pt x="193638" y="65793"/>
                      </a:lnTo>
                      <a:close/>
                      <a:moveTo>
                        <a:pt x="25513" y="38611"/>
                      </a:moveTo>
                      <a:cubicBezTo>
                        <a:pt x="25567" y="38611"/>
                        <a:pt x="25620" y="38623"/>
                        <a:pt x="25667" y="38646"/>
                      </a:cubicBezTo>
                      <a:lnTo>
                        <a:pt x="73834" y="66463"/>
                      </a:lnTo>
                      <a:cubicBezTo>
                        <a:pt x="73913" y="66494"/>
                        <a:pt x="73913" y="66605"/>
                        <a:pt x="73834" y="66636"/>
                      </a:cubicBezTo>
                      <a:lnTo>
                        <a:pt x="63903" y="72377"/>
                      </a:lnTo>
                      <a:cubicBezTo>
                        <a:pt x="63852" y="72401"/>
                        <a:pt x="63799" y="72413"/>
                        <a:pt x="63746" y="72413"/>
                      </a:cubicBezTo>
                      <a:cubicBezTo>
                        <a:pt x="63693" y="72413"/>
                        <a:pt x="63640" y="72401"/>
                        <a:pt x="63588" y="72377"/>
                      </a:cubicBezTo>
                      <a:lnTo>
                        <a:pt x="15421" y="44569"/>
                      </a:lnTo>
                      <a:cubicBezTo>
                        <a:pt x="15342" y="44529"/>
                        <a:pt x="15342" y="44419"/>
                        <a:pt x="15421" y="44388"/>
                      </a:cubicBezTo>
                      <a:lnTo>
                        <a:pt x="25352" y="38646"/>
                      </a:lnTo>
                      <a:cubicBezTo>
                        <a:pt x="25404" y="38623"/>
                        <a:pt x="25459" y="38611"/>
                        <a:pt x="25513" y="38611"/>
                      </a:cubicBezTo>
                      <a:close/>
                      <a:moveTo>
                        <a:pt x="31078" y="54460"/>
                      </a:moveTo>
                      <a:lnTo>
                        <a:pt x="34512" y="56445"/>
                      </a:lnTo>
                      <a:lnTo>
                        <a:pt x="4521" y="73763"/>
                      </a:lnTo>
                      <a:lnTo>
                        <a:pt x="1245" y="71865"/>
                      </a:lnTo>
                      <a:cubicBezTo>
                        <a:pt x="1166" y="71834"/>
                        <a:pt x="1166" y="71724"/>
                        <a:pt x="1245" y="71692"/>
                      </a:cubicBezTo>
                      <a:lnTo>
                        <a:pt x="31078" y="54460"/>
                      </a:lnTo>
                      <a:close/>
                      <a:moveTo>
                        <a:pt x="111535" y="32535"/>
                      </a:moveTo>
                      <a:lnTo>
                        <a:pt x="156016" y="58217"/>
                      </a:lnTo>
                      <a:lnTo>
                        <a:pt x="151425" y="60871"/>
                      </a:lnTo>
                      <a:cubicBezTo>
                        <a:pt x="150929" y="61155"/>
                        <a:pt x="150929" y="61627"/>
                        <a:pt x="151425" y="61911"/>
                      </a:cubicBezTo>
                      <a:lnTo>
                        <a:pt x="168263" y="71637"/>
                      </a:lnTo>
                      <a:lnTo>
                        <a:pt x="150771" y="81734"/>
                      </a:lnTo>
                      <a:lnTo>
                        <a:pt x="88546" y="45813"/>
                      </a:lnTo>
                      <a:lnTo>
                        <a:pt x="111535" y="32535"/>
                      </a:lnTo>
                      <a:close/>
                      <a:moveTo>
                        <a:pt x="169019" y="72070"/>
                      </a:moveTo>
                      <a:lnTo>
                        <a:pt x="171767" y="73661"/>
                      </a:lnTo>
                      <a:lnTo>
                        <a:pt x="154268" y="83758"/>
                      </a:lnTo>
                      <a:lnTo>
                        <a:pt x="151519" y="82175"/>
                      </a:lnTo>
                      <a:lnTo>
                        <a:pt x="169019" y="72070"/>
                      </a:lnTo>
                      <a:close/>
                      <a:moveTo>
                        <a:pt x="87798" y="46246"/>
                      </a:moveTo>
                      <a:lnTo>
                        <a:pt x="150023" y="82175"/>
                      </a:lnTo>
                      <a:lnTo>
                        <a:pt x="146400" y="84262"/>
                      </a:lnTo>
                      <a:lnTo>
                        <a:pt x="84175" y="48333"/>
                      </a:lnTo>
                      <a:lnTo>
                        <a:pt x="87798" y="46246"/>
                      </a:lnTo>
                      <a:close/>
                      <a:moveTo>
                        <a:pt x="172516" y="74086"/>
                      </a:moveTo>
                      <a:lnTo>
                        <a:pt x="175138" y="75606"/>
                      </a:lnTo>
                      <a:lnTo>
                        <a:pt x="157804" y="85608"/>
                      </a:lnTo>
                      <a:cubicBezTo>
                        <a:pt x="157753" y="85636"/>
                        <a:pt x="157698" y="85650"/>
                        <a:pt x="157644" y="85650"/>
                      </a:cubicBezTo>
                      <a:cubicBezTo>
                        <a:pt x="157589" y="85650"/>
                        <a:pt x="157536" y="85636"/>
                        <a:pt x="157489" y="85608"/>
                      </a:cubicBezTo>
                      <a:lnTo>
                        <a:pt x="155024" y="84191"/>
                      </a:lnTo>
                      <a:lnTo>
                        <a:pt x="172516" y="74086"/>
                      </a:lnTo>
                      <a:close/>
                      <a:moveTo>
                        <a:pt x="150771" y="82600"/>
                      </a:moveTo>
                      <a:lnTo>
                        <a:pt x="153520" y="84191"/>
                      </a:lnTo>
                      <a:lnTo>
                        <a:pt x="149897" y="86278"/>
                      </a:lnTo>
                      <a:lnTo>
                        <a:pt x="147148" y="84695"/>
                      </a:lnTo>
                      <a:lnTo>
                        <a:pt x="150771" y="82600"/>
                      </a:lnTo>
                      <a:close/>
                      <a:moveTo>
                        <a:pt x="74055" y="43409"/>
                      </a:moveTo>
                      <a:cubicBezTo>
                        <a:pt x="74108" y="43409"/>
                        <a:pt x="74161" y="43423"/>
                        <a:pt x="74213" y="43450"/>
                      </a:cubicBezTo>
                      <a:lnTo>
                        <a:pt x="82679" y="48333"/>
                      </a:lnTo>
                      <a:lnTo>
                        <a:pt x="74654" y="52972"/>
                      </a:lnTo>
                      <a:cubicBezTo>
                        <a:pt x="74409" y="53106"/>
                        <a:pt x="74276" y="53295"/>
                        <a:pt x="74276" y="53492"/>
                      </a:cubicBezTo>
                      <a:cubicBezTo>
                        <a:pt x="74276" y="53689"/>
                        <a:pt x="74409" y="53885"/>
                        <a:pt x="74654" y="54011"/>
                      </a:cubicBezTo>
                      <a:lnTo>
                        <a:pt x="122002" y="81285"/>
                      </a:lnTo>
                      <a:cubicBezTo>
                        <a:pt x="122041" y="81300"/>
                        <a:pt x="122065" y="81332"/>
                        <a:pt x="122065" y="81371"/>
                      </a:cubicBezTo>
                      <a:cubicBezTo>
                        <a:pt x="122065" y="81411"/>
                        <a:pt x="122041" y="81450"/>
                        <a:pt x="122002" y="81466"/>
                      </a:cubicBezTo>
                      <a:lnTo>
                        <a:pt x="109164" y="88877"/>
                      </a:lnTo>
                      <a:lnTo>
                        <a:pt x="72992" y="67991"/>
                      </a:lnTo>
                      <a:lnTo>
                        <a:pt x="74583" y="67069"/>
                      </a:lnTo>
                      <a:cubicBezTo>
                        <a:pt x="75087" y="66786"/>
                        <a:pt x="75087" y="66313"/>
                        <a:pt x="74583" y="66022"/>
                      </a:cubicBezTo>
                      <a:lnTo>
                        <a:pt x="54689" y="54539"/>
                      </a:lnTo>
                      <a:lnTo>
                        <a:pt x="73897" y="43450"/>
                      </a:lnTo>
                      <a:cubicBezTo>
                        <a:pt x="73949" y="43423"/>
                        <a:pt x="74002" y="43409"/>
                        <a:pt x="74055" y="43409"/>
                      </a:cubicBezTo>
                      <a:close/>
                      <a:moveTo>
                        <a:pt x="162267" y="55528"/>
                      </a:moveTo>
                      <a:cubicBezTo>
                        <a:pt x="162321" y="55528"/>
                        <a:pt x="162376" y="55539"/>
                        <a:pt x="162427" y="55563"/>
                      </a:cubicBezTo>
                      <a:lnTo>
                        <a:pt x="210594" y="83380"/>
                      </a:lnTo>
                      <a:cubicBezTo>
                        <a:pt x="210673" y="83411"/>
                        <a:pt x="210673" y="83521"/>
                        <a:pt x="210594" y="83553"/>
                      </a:cubicBezTo>
                      <a:lnTo>
                        <a:pt x="200655" y="89294"/>
                      </a:lnTo>
                      <a:cubicBezTo>
                        <a:pt x="200608" y="89318"/>
                        <a:pt x="200555" y="89330"/>
                        <a:pt x="200502" y="89330"/>
                      </a:cubicBezTo>
                      <a:cubicBezTo>
                        <a:pt x="200448" y="89330"/>
                        <a:pt x="200395" y="89318"/>
                        <a:pt x="200348" y="89294"/>
                      </a:cubicBezTo>
                      <a:lnTo>
                        <a:pt x="152181" y="61478"/>
                      </a:lnTo>
                      <a:cubicBezTo>
                        <a:pt x="152102" y="61446"/>
                        <a:pt x="152102" y="61336"/>
                        <a:pt x="152181" y="61304"/>
                      </a:cubicBezTo>
                      <a:lnTo>
                        <a:pt x="162112" y="55563"/>
                      </a:lnTo>
                      <a:cubicBezTo>
                        <a:pt x="162159" y="55539"/>
                        <a:pt x="162212" y="55528"/>
                        <a:pt x="162267" y="55528"/>
                      </a:cubicBezTo>
                      <a:close/>
                      <a:moveTo>
                        <a:pt x="175886" y="76040"/>
                      </a:moveTo>
                      <a:lnTo>
                        <a:pt x="178288" y="77426"/>
                      </a:lnTo>
                      <a:lnTo>
                        <a:pt x="156426" y="90050"/>
                      </a:lnTo>
                      <a:lnTo>
                        <a:pt x="150645" y="86711"/>
                      </a:lnTo>
                      <a:lnTo>
                        <a:pt x="154268" y="84624"/>
                      </a:lnTo>
                      <a:lnTo>
                        <a:pt x="156733" y="86049"/>
                      </a:lnTo>
                      <a:cubicBezTo>
                        <a:pt x="156985" y="86191"/>
                        <a:pt x="157314" y="86262"/>
                        <a:pt x="157643" y="86262"/>
                      </a:cubicBezTo>
                      <a:cubicBezTo>
                        <a:pt x="157971" y="86262"/>
                        <a:pt x="158300" y="86191"/>
                        <a:pt x="158552" y="86049"/>
                      </a:cubicBezTo>
                      <a:lnTo>
                        <a:pt x="175886" y="76040"/>
                      </a:lnTo>
                      <a:close/>
                      <a:moveTo>
                        <a:pt x="72244" y="68424"/>
                      </a:moveTo>
                      <a:lnTo>
                        <a:pt x="108416" y="89310"/>
                      </a:lnTo>
                      <a:lnTo>
                        <a:pt x="106172" y="90609"/>
                      </a:lnTo>
                      <a:lnTo>
                        <a:pt x="69991" y="69723"/>
                      </a:lnTo>
                      <a:lnTo>
                        <a:pt x="72244" y="68424"/>
                      </a:lnTo>
                      <a:close/>
                      <a:moveTo>
                        <a:pt x="179037" y="77859"/>
                      </a:moveTo>
                      <a:lnTo>
                        <a:pt x="181943" y="79536"/>
                      </a:lnTo>
                      <a:lnTo>
                        <a:pt x="160238" y="92066"/>
                      </a:lnTo>
                      <a:cubicBezTo>
                        <a:pt x="160186" y="92094"/>
                        <a:pt x="160133" y="92108"/>
                        <a:pt x="160080" y="92108"/>
                      </a:cubicBezTo>
                      <a:cubicBezTo>
                        <a:pt x="160027" y="92108"/>
                        <a:pt x="159974" y="92094"/>
                        <a:pt x="159923" y="92066"/>
                      </a:cubicBezTo>
                      <a:lnTo>
                        <a:pt x="157174" y="90483"/>
                      </a:lnTo>
                      <a:lnTo>
                        <a:pt x="179037" y="77859"/>
                      </a:lnTo>
                      <a:close/>
                      <a:moveTo>
                        <a:pt x="83427" y="48766"/>
                      </a:moveTo>
                      <a:lnTo>
                        <a:pt x="145652" y="84695"/>
                      </a:lnTo>
                      <a:lnTo>
                        <a:pt x="123789" y="97319"/>
                      </a:lnTo>
                      <a:lnTo>
                        <a:pt x="109913" y="89310"/>
                      </a:lnTo>
                      <a:lnTo>
                        <a:pt x="122750" y="81899"/>
                      </a:lnTo>
                      <a:cubicBezTo>
                        <a:pt x="122994" y="81757"/>
                        <a:pt x="123128" y="81576"/>
                        <a:pt x="123128" y="81371"/>
                      </a:cubicBezTo>
                      <a:cubicBezTo>
                        <a:pt x="123128" y="81174"/>
                        <a:pt x="122994" y="80993"/>
                        <a:pt x="122750" y="80851"/>
                      </a:cubicBezTo>
                      <a:lnTo>
                        <a:pt x="75402" y="53586"/>
                      </a:lnTo>
                      <a:cubicBezTo>
                        <a:pt x="75362" y="53563"/>
                        <a:pt x="75339" y="53531"/>
                        <a:pt x="75339" y="53492"/>
                      </a:cubicBezTo>
                      <a:cubicBezTo>
                        <a:pt x="75339" y="53452"/>
                        <a:pt x="75362" y="53421"/>
                        <a:pt x="75402" y="53405"/>
                      </a:cubicBezTo>
                      <a:lnTo>
                        <a:pt x="83427" y="48766"/>
                      </a:lnTo>
                      <a:close/>
                      <a:moveTo>
                        <a:pt x="109164" y="89743"/>
                      </a:moveTo>
                      <a:lnTo>
                        <a:pt x="123033" y="97752"/>
                      </a:lnTo>
                      <a:lnTo>
                        <a:pt x="120789" y="99052"/>
                      </a:lnTo>
                      <a:lnTo>
                        <a:pt x="106912" y="91042"/>
                      </a:lnTo>
                      <a:lnTo>
                        <a:pt x="109164" y="89743"/>
                      </a:lnTo>
                      <a:close/>
                      <a:moveTo>
                        <a:pt x="146400" y="85128"/>
                      </a:moveTo>
                      <a:lnTo>
                        <a:pt x="149149" y="86711"/>
                      </a:lnTo>
                      <a:lnTo>
                        <a:pt x="127436" y="99249"/>
                      </a:lnTo>
                      <a:cubicBezTo>
                        <a:pt x="127388" y="99272"/>
                        <a:pt x="127335" y="99284"/>
                        <a:pt x="127282" y="99284"/>
                      </a:cubicBezTo>
                      <a:cubicBezTo>
                        <a:pt x="127229" y="99284"/>
                        <a:pt x="127176" y="99272"/>
                        <a:pt x="127129" y="99249"/>
                      </a:cubicBezTo>
                      <a:lnTo>
                        <a:pt x="124538" y="97745"/>
                      </a:lnTo>
                      <a:lnTo>
                        <a:pt x="146400" y="85128"/>
                      </a:lnTo>
                      <a:close/>
                      <a:moveTo>
                        <a:pt x="39135" y="59123"/>
                      </a:moveTo>
                      <a:lnTo>
                        <a:pt x="62840" y="72803"/>
                      </a:lnTo>
                      <a:cubicBezTo>
                        <a:pt x="63094" y="72949"/>
                        <a:pt x="63425" y="73022"/>
                        <a:pt x="63756" y="73022"/>
                      </a:cubicBezTo>
                      <a:cubicBezTo>
                        <a:pt x="64081" y="73022"/>
                        <a:pt x="64405" y="72951"/>
                        <a:pt x="64652" y="72811"/>
                      </a:cubicBezTo>
                      <a:lnTo>
                        <a:pt x="69243" y="70156"/>
                      </a:lnTo>
                      <a:lnTo>
                        <a:pt x="105416" y="91042"/>
                      </a:lnTo>
                      <a:lnTo>
                        <a:pt x="73275" y="109597"/>
                      </a:lnTo>
                      <a:lnTo>
                        <a:pt x="12649" y="74590"/>
                      </a:lnTo>
                      <a:cubicBezTo>
                        <a:pt x="12562" y="74559"/>
                        <a:pt x="12562" y="74449"/>
                        <a:pt x="12649" y="74409"/>
                      </a:cubicBezTo>
                      <a:lnTo>
                        <a:pt x="39135" y="59123"/>
                      </a:lnTo>
                      <a:close/>
                      <a:moveTo>
                        <a:pt x="35260" y="56886"/>
                      </a:moveTo>
                      <a:lnTo>
                        <a:pt x="38379" y="58690"/>
                      </a:lnTo>
                      <a:lnTo>
                        <a:pt x="11893" y="73976"/>
                      </a:lnTo>
                      <a:cubicBezTo>
                        <a:pt x="11397" y="74267"/>
                        <a:pt x="11397" y="74740"/>
                        <a:pt x="11893" y="75024"/>
                      </a:cubicBezTo>
                      <a:lnTo>
                        <a:pt x="72527" y="110031"/>
                      </a:lnTo>
                      <a:lnTo>
                        <a:pt x="69936" y="111527"/>
                      </a:lnTo>
                      <a:lnTo>
                        <a:pt x="5270" y="74197"/>
                      </a:lnTo>
                      <a:lnTo>
                        <a:pt x="35260" y="56886"/>
                      </a:lnTo>
                      <a:close/>
                      <a:moveTo>
                        <a:pt x="4529" y="74630"/>
                      </a:moveTo>
                      <a:lnTo>
                        <a:pt x="69188" y="111960"/>
                      </a:lnTo>
                      <a:lnTo>
                        <a:pt x="65943" y="113834"/>
                      </a:lnTo>
                      <a:lnTo>
                        <a:pt x="1434" y="76591"/>
                      </a:lnTo>
                      <a:cubicBezTo>
                        <a:pt x="1355" y="76559"/>
                        <a:pt x="1355" y="76449"/>
                        <a:pt x="1434" y="76418"/>
                      </a:cubicBezTo>
                      <a:lnTo>
                        <a:pt x="4529" y="74630"/>
                      </a:lnTo>
                      <a:close/>
                      <a:moveTo>
                        <a:pt x="106172" y="91476"/>
                      </a:moveTo>
                      <a:lnTo>
                        <a:pt x="120033" y="99485"/>
                      </a:lnTo>
                      <a:lnTo>
                        <a:pt x="88058" y="117945"/>
                      </a:lnTo>
                      <a:cubicBezTo>
                        <a:pt x="88007" y="117973"/>
                        <a:pt x="87951" y="117987"/>
                        <a:pt x="87897" y="117987"/>
                      </a:cubicBezTo>
                      <a:cubicBezTo>
                        <a:pt x="87843" y="117987"/>
                        <a:pt x="87790" y="117973"/>
                        <a:pt x="87743" y="117945"/>
                      </a:cubicBezTo>
                      <a:lnTo>
                        <a:pt x="74031" y="110031"/>
                      </a:lnTo>
                      <a:lnTo>
                        <a:pt x="106172" y="91476"/>
                      </a:lnTo>
                      <a:close/>
                      <a:moveTo>
                        <a:pt x="182699" y="79969"/>
                      </a:moveTo>
                      <a:lnTo>
                        <a:pt x="199592" y="89727"/>
                      </a:lnTo>
                      <a:cubicBezTo>
                        <a:pt x="199844" y="89869"/>
                        <a:pt x="200173" y="89940"/>
                        <a:pt x="200502" y="89940"/>
                      </a:cubicBezTo>
                      <a:cubicBezTo>
                        <a:pt x="200830" y="89940"/>
                        <a:pt x="201159" y="89869"/>
                        <a:pt x="201411" y="89727"/>
                      </a:cubicBezTo>
                      <a:lnTo>
                        <a:pt x="206003" y="87073"/>
                      </a:lnTo>
                      <a:lnTo>
                        <a:pt x="221840" y="96217"/>
                      </a:lnTo>
                      <a:cubicBezTo>
                        <a:pt x="221919" y="96256"/>
                        <a:pt x="221919" y="96366"/>
                        <a:pt x="221840" y="96398"/>
                      </a:cubicBezTo>
                      <a:lnTo>
                        <a:pt x="193638" y="112685"/>
                      </a:lnTo>
                      <a:lnTo>
                        <a:pt x="189039" y="110031"/>
                      </a:lnTo>
                      <a:cubicBezTo>
                        <a:pt x="188791" y="109885"/>
                        <a:pt x="188464" y="109812"/>
                        <a:pt x="188136" y="109812"/>
                      </a:cubicBezTo>
                      <a:cubicBezTo>
                        <a:pt x="187808" y="109812"/>
                        <a:pt x="187479" y="109885"/>
                        <a:pt x="187227" y="110031"/>
                      </a:cubicBezTo>
                      <a:lnTo>
                        <a:pt x="166514" y="121986"/>
                      </a:lnTo>
                      <a:lnTo>
                        <a:pt x="134721" y="103628"/>
                      </a:lnTo>
                      <a:cubicBezTo>
                        <a:pt x="134642" y="103596"/>
                        <a:pt x="134642" y="103486"/>
                        <a:pt x="134721" y="103447"/>
                      </a:cubicBezTo>
                      <a:lnTo>
                        <a:pt x="156426" y="90916"/>
                      </a:lnTo>
                      <a:lnTo>
                        <a:pt x="159174" y="92499"/>
                      </a:lnTo>
                      <a:cubicBezTo>
                        <a:pt x="159426" y="92645"/>
                        <a:pt x="159755" y="92718"/>
                        <a:pt x="160083" y="92718"/>
                      </a:cubicBezTo>
                      <a:cubicBezTo>
                        <a:pt x="160411" y="92718"/>
                        <a:pt x="160738" y="92645"/>
                        <a:pt x="160986" y="92499"/>
                      </a:cubicBezTo>
                      <a:lnTo>
                        <a:pt x="182699" y="79969"/>
                      </a:lnTo>
                      <a:close/>
                      <a:moveTo>
                        <a:pt x="149897" y="87144"/>
                      </a:moveTo>
                      <a:lnTo>
                        <a:pt x="155678" y="90483"/>
                      </a:lnTo>
                      <a:lnTo>
                        <a:pt x="133965" y="103013"/>
                      </a:lnTo>
                      <a:cubicBezTo>
                        <a:pt x="133468" y="103305"/>
                        <a:pt x="133468" y="103777"/>
                        <a:pt x="133965" y="104061"/>
                      </a:cubicBezTo>
                      <a:lnTo>
                        <a:pt x="165766" y="122419"/>
                      </a:lnTo>
                      <a:lnTo>
                        <a:pt x="163522" y="123718"/>
                      </a:lnTo>
                      <a:lnTo>
                        <a:pt x="121537" y="99485"/>
                      </a:lnTo>
                      <a:lnTo>
                        <a:pt x="123781" y="98186"/>
                      </a:lnTo>
                      <a:lnTo>
                        <a:pt x="126380" y="99682"/>
                      </a:lnTo>
                      <a:cubicBezTo>
                        <a:pt x="126629" y="99824"/>
                        <a:pt x="126955" y="99895"/>
                        <a:pt x="127283" y="99895"/>
                      </a:cubicBezTo>
                      <a:cubicBezTo>
                        <a:pt x="127611" y="99895"/>
                        <a:pt x="127940" y="99824"/>
                        <a:pt x="128192" y="99682"/>
                      </a:cubicBezTo>
                      <a:lnTo>
                        <a:pt x="149897" y="87144"/>
                      </a:lnTo>
                      <a:close/>
                      <a:moveTo>
                        <a:pt x="207376" y="57914"/>
                      </a:moveTo>
                      <a:cubicBezTo>
                        <a:pt x="207430" y="57914"/>
                        <a:pt x="207483" y="57926"/>
                        <a:pt x="207530" y="57949"/>
                      </a:cubicBezTo>
                      <a:lnTo>
                        <a:pt x="267818" y="92759"/>
                      </a:lnTo>
                      <a:cubicBezTo>
                        <a:pt x="267889" y="92791"/>
                        <a:pt x="267889" y="92901"/>
                        <a:pt x="267818" y="92933"/>
                      </a:cubicBezTo>
                      <a:lnTo>
                        <a:pt x="189165" y="138343"/>
                      </a:lnTo>
                      <a:cubicBezTo>
                        <a:pt x="189113" y="138371"/>
                        <a:pt x="189060" y="138385"/>
                        <a:pt x="189007" y="138385"/>
                      </a:cubicBezTo>
                      <a:cubicBezTo>
                        <a:pt x="188954" y="138385"/>
                        <a:pt x="188901" y="138371"/>
                        <a:pt x="188850" y="138343"/>
                      </a:cubicBezTo>
                      <a:lnTo>
                        <a:pt x="175264" y="130499"/>
                      </a:lnTo>
                      <a:lnTo>
                        <a:pt x="198978" y="116819"/>
                      </a:lnTo>
                      <a:cubicBezTo>
                        <a:pt x="199474" y="116528"/>
                        <a:pt x="199474" y="116063"/>
                        <a:pt x="198978" y="115772"/>
                      </a:cubicBezTo>
                      <a:lnTo>
                        <a:pt x="194386" y="113118"/>
                      </a:lnTo>
                      <a:lnTo>
                        <a:pt x="222589" y="96839"/>
                      </a:lnTo>
                      <a:cubicBezTo>
                        <a:pt x="223085" y="96548"/>
                        <a:pt x="223085" y="96075"/>
                        <a:pt x="222589" y="95791"/>
                      </a:cubicBezTo>
                      <a:lnTo>
                        <a:pt x="206751" y="86648"/>
                      </a:lnTo>
                      <a:lnTo>
                        <a:pt x="211342" y="83994"/>
                      </a:lnTo>
                      <a:cubicBezTo>
                        <a:pt x="211846" y="83702"/>
                        <a:pt x="211846" y="83238"/>
                        <a:pt x="211342" y="82946"/>
                      </a:cubicBezTo>
                      <a:lnTo>
                        <a:pt x="190787" y="71078"/>
                      </a:lnTo>
                      <a:lnTo>
                        <a:pt x="196631" y="67707"/>
                      </a:lnTo>
                      <a:cubicBezTo>
                        <a:pt x="197127" y="67424"/>
                        <a:pt x="197127" y="66951"/>
                        <a:pt x="196631" y="66660"/>
                      </a:cubicBezTo>
                      <a:lnTo>
                        <a:pt x="194378" y="65368"/>
                      </a:lnTo>
                      <a:lnTo>
                        <a:pt x="207215" y="57949"/>
                      </a:lnTo>
                      <a:cubicBezTo>
                        <a:pt x="207267" y="57926"/>
                        <a:pt x="207322" y="57914"/>
                        <a:pt x="207376" y="57914"/>
                      </a:cubicBezTo>
                      <a:close/>
                      <a:moveTo>
                        <a:pt x="120789" y="99910"/>
                      </a:moveTo>
                      <a:lnTo>
                        <a:pt x="162774" y="124151"/>
                      </a:lnTo>
                      <a:lnTo>
                        <a:pt x="160017" y="125742"/>
                      </a:lnTo>
                      <a:lnTo>
                        <a:pt x="155741" y="123269"/>
                      </a:lnTo>
                      <a:cubicBezTo>
                        <a:pt x="155489" y="123124"/>
                        <a:pt x="155160" y="123051"/>
                        <a:pt x="154832" y="123051"/>
                      </a:cubicBezTo>
                      <a:cubicBezTo>
                        <a:pt x="154504" y="123051"/>
                        <a:pt x="154177" y="123124"/>
                        <a:pt x="153929" y="123269"/>
                      </a:cubicBezTo>
                      <a:lnTo>
                        <a:pt x="122096" y="141643"/>
                      </a:lnTo>
                      <a:lnTo>
                        <a:pt x="70684" y="111960"/>
                      </a:lnTo>
                      <a:lnTo>
                        <a:pt x="73275" y="110464"/>
                      </a:lnTo>
                      <a:lnTo>
                        <a:pt x="86987" y="118379"/>
                      </a:lnTo>
                      <a:cubicBezTo>
                        <a:pt x="87239" y="118524"/>
                        <a:pt x="87568" y="118597"/>
                        <a:pt x="87895" y="118597"/>
                      </a:cubicBezTo>
                      <a:cubicBezTo>
                        <a:pt x="88223" y="118597"/>
                        <a:pt x="88550" y="118524"/>
                        <a:pt x="88798" y="118379"/>
                      </a:cubicBezTo>
                      <a:lnTo>
                        <a:pt x="120789" y="99910"/>
                      </a:lnTo>
                      <a:close/>
                      <a:moveTo>
                        <a:pt x="69936" y="112401"/>
                      </a:moveTo>
                      <a:lnTo>
                        <a:pt x="121348" y="142084"/>
                      </a:lnTo>
                      <a:lnTo>
                        <a:pt x="118261" y="143864"/>
                      </a:lnTo>
                      <a:cubicBezTo>
                        <a:pt x="118209" y="143888"/>
                        <a:pt x="118154" y="143899"/>
                        <a:pt x="118100" y="143899"/>
                      </a:cubicBezTo>
                      <a:cubicBezTo>
                        <a:pt x="118046" y="143899"/>
                        <a:pt x="117993" y="143888"/>
                        <a:pt x="117946" y="143864"/>
                      </a:cubicBezTo>
                      <a:lnTo>
                        <a:pt x="66683" y="114268"/>
                      </a:lnTo>
                      <a:lnTo>
                        <a:pt x="69936" y="112401"/>
                      </a:lnTo>
                      <a:close/>
                      <a:moveTo>
                        <a:pt x="188130" y="110428"/>
                      </a:moveTo>
                      <a:cubicBezTo>
                        <a:pt x="188184" y="110428"/>
                        <a:pt x="188239" y="110440"/>
                        <a:pt x="188290" y="110464"/>
                      </a:cubicBezTo>
                      <a:lnTo>
                        <a:pt x="198222" y="116197"/>
                      </a:lnTo>
                      <a:cubicBezTo>
                        <a:pt x="198300" y="116236"/>
                        <a:pt x="198300" y="116347"/>
                        <a:pt x="198222" y="116378"/>
                      </a:cubicBezTo>
                      <a:lnTo>
                        <a:pt x="150054" y="144187"/>
                      </a:lnTo>
                      <a:cubicBezTo>
                        <a:pt x="150007" y="144211"/>
                        <a:pt x="149954" y="144222"/>
                        <a:pt x="149901" y="144222"/>
                      </a:cubicBezTo>
                      <a:cubicBezTo>
                        <a:pt x="149848" y="144222"/>
                        <a:pt x="149795" y="144211"/>
                        <a:pt x="149747" y="144187"/>
                      </a:cubicBezTo>
                      <a:lnTo>
                        <a:pt x="139808" y="138454"/>
                      </a:lnTo>
                      <a:cubicBezTo>
                        <a:pt x="139730" y="138422"/>
                        <a:pt x="139730" y="138312"/>
                        <a:pt x="139808" y="138272"/>
                      </a:cubicBezTo>
                      <a:lnTo>
                        <a:pt x="187975" y="110464"/>
                      </a:lnTo>
                      <a:cubicBezTo>
                        <a:pt x="188023" y="110440"/>
                        <a:pt x="188076" y="110428"/>
                        <a:pt x="188130" y="110428"/>
                      </a:cubicBezTo>
                      <a:close/>
                      <a:moveTo>
                        <a:pt x="154835" y="123667"/>
                      </a:moveTo>
                      <a:cubicBezTo>
                        <a:pt x="154888" y="123667"/>
                        <a:pt x="154941" y="123679"/>
                        <a:pt x="154992" y="123703"/>
                      </a:cubicBezTo>
                      <a:lnTo>
                        <a:pt x="159269" y="126175"/>
                      </a:lnTo>
                      <a:lnTo>
                        <a:pt x="139060" y="137839"/>
                      </a:lnTo>
                      <a:cubicBezTo>
                        <a:pt x="138564" y="138131"/>
                        <a:pt x="138564" y="138603"/>
                        <a:pt x="139060" y="138887"/>
                      </a:cubicBezTo>
                      <a:lnTo>
                        <a:pt x="143652" y="141541"/>
                      </a:lnTo>
                      <a:lnTo>
                        <a:pt x="132941" y="147723"/>
                      </a:lnTo>
                      <a:cubicBezTo>
                        <a:pt x="132890" y="147747"/>
                        <a:pt x="132834" y="147759"/>
                        <a:pt x="132780" y="147759"/>
                      </a:cubicBezTo>
                      <a:cubicBezTo>
                        <a:pt x="132726" y="147759"/>
                        <a:pt x="132673" y="147747"/>
                        <a:pt x="132626" y="147723"/>
                      </a:cubicBezTo>
                      <a:lnTo>
                        <a:pt x="122852" y="142076"/>
                      </a:lnTo>
                      <a:lnTo>
                        <a:pt x="154677" y="123703"/>
                      </a:lnTo>
                      <a:cubicBezTo>
                        <a:pt x="154729" y="123679"/>
                        <a:pt x="154782" y="123667"/>
                        <a:pt x="154835" y="123667"/>
                      </a:cubicBezTo>
                      <a:close/>
                      <a:moveTo>
                        <a:pt x="144652" y="1"/>
                      </a:moveTo>
                      <a:lnTo>
                        <a:pt x="112913" y="18327"/>
                      </a:lnTo>
                      <a:lnTo>
                        <a:pt x="103447" y="12862"/>
                      </a:lnTo>
                      <a:cubicBezTo>
                        <a:pt x="103199" y="12716"/>
                        <a:pt x="102870" y="12643"/>
                        <a:pt x="102541" y="12643"/>
                      </a:cubicBezTo>
                      <a:cubicBezTo>
                        <a:pt x="102212" y="12643"/>
                        <a:pt x="101883" y="12716"/>
                        <a:pt x="101635" y="12862"/>
                      </a:cubicBezTo>
                      <a:lnTo>
                        <a:pt x="79174" y="25825"/>
                      </a:lnTo>
                      <a:lnTo>
                        <a:pt x="55217" y="11995"/>
                      </a:lnTo>
                      <a:cubicBezTo>
                        <a:pt x="54969" y="11850"/>
                        <a:pt x="54642" y="11777"/>
                        <a:pt x="54314" y="11777"/>
                      </a:cubicBezTo>
                      <a:cubicBezTo>
                        <a:pt x="53986" y="11777"/>
                        <a:pt x="53657" y="11850"/>
                        <a:pt x="53405" y="11995"/>
                      </a:cubicBezTo>
                      <a:lnTo>
                        <a:pt x="11861" y="35984"/>
                      </a:lnTo>
                      <a:cubicBezTo>
                        <a:pt x="11357" y="36268"/>
                        <a:pt x="11357" y="36740"/>
                        <a:pt x="11861" y="37024"/>
                      </a:cubicBezTo>
                      <a:lnTo>
                        <a:pt x="19265" y="41300"/>
                      </a:lnTo>
                      <a:lnTo>
                        <a:pt x="14673" y="43954"/>
                      </a:lnTo>
                      <a:cubicBezTo>
                        <a:pt x="14177" y="44238"/>
                        <a:pt x="14177" y="44710"/>
                        <a:pt x="14673" y="44994"/>
                      </a:cubicBezTo>
                      <a:lnTo>
                        <a:pt x="30330" y="54035"/>
                      </a:lnTo>
                      <a:lnTo>
                        <a:pt x="497" y="71259"/>
                      </a:lnTo>
                      <a:cubicBezTo>
                        <a:pt x="1" y="71550"/>
                        <a:pt x="1" y="72015"/>
                        <a:pt x="497" y="72306"/>
                      </a:cubicBezTo>
                      <a:lnTo>
                        <a:pt x="3781" y="74197"/>
                      </a:lnTo>
                      <a:lnTo>
                        <a:pt x="678" y="75984"/>
                      </a:lnTo>
                      <a:cubicBezTo>
                        <a:pt x="182" y="76268"/>
                        <a:pt x="182" y="76740"/>
                        <a:pt x="678" y="77024"/>
                      </a:cubicBezTo>
                      <a:lnTo>
                        <a:pt x="65187" y="114268"/>
                      </a:lnTo>
                      <a:lnTo>
                        <a:pt x="44191" y="126388"/>
                      </a:lnTo>
                      <a:lnTo>
                        <a:pt x="44947" y="126813"/>
                      </a:lnTo>
                      <a:lnTo>
                        <a:pt x="65935" y="114701"/>
                      </a:lnTo>
                      <a:lnTo>
                        <a:pt x="117197" y="144305"/>
                      </a:lnTo>
                      <a:cubicBezTo>
                        <a:pt x="117446" y="144447"/>
                        <a:pt x="117772" y="144518"/>
                        <a:pt x="118100" y="144518"/>
                      </a:cubicBezTo>
                      <a:cubicBezTo>
                        <a:pt x="118428" y="144518"/>
                        <a:pt x="118757" y="144447"/>
                        <a:pt x="119009" y="144305"/>
                      </a:cubicBezTo>
                      <a:lnTo>
                        <a:pt x="122096" y="142517"/>
                      </a:lnTo>
                      <a:lnTo>
                        <a:pt x="131878" y="148156"/>
                      </a:lnTo>
                      <a:cubicBezTo>
                        <a:pt x="132126" y="148302"/>
                        <a:pt x="132453" y="148375"/>
                        <a:pt x="132780" y="148375"/>
                      </a:cubicBezTo>
                      <a:cubicBezTo>
                        <a:pt x="133108" y="148375"/>
                        <a:pt x="133437" y="148302"/>
                        <a:pt x="133689" y="148156"/>
                      </a:cubicBezTo>
                      <a:lnTo>
                        <a:pt x="144400" y="141974"/>
                      </a:lnTo>
                      <a:lnTo>
                        <a:pt x="148991" y="144628"/>
                      </a:lnTo>
                      <a:cubicBezTo>
                        <a:pt x="149243" y="144770"/>
                        <a:pt x="149572" y="144841"/>
                        <a:pt x="149900" y="144841"/>
                      </a:cubicBezTo>
                      <a:cubicBezTo>
                        <a:pt x="150228" y="144841"/>
                        <a:pt x="150555" y="144770"/>
                        <a:pt x="150803" y="144628"/>
                      </a:cubicBezTo>
                      <a:lnTo>
                        <a:pt x="174516" y="130940"/>
                      </a:lnTo>
                      <a:lnTo>
                        <a:pt x="188101" y="138784"/>
                      </a:lnTo>
                      <a:cubicBezTo>
                        <a:pt x="188349" y="138930"/>
                        <a:pt x="188676" y="139003"/>
                        <a:pt x="189004" y="139003"/>
                      </a:cubicBezTo>
                      <a:cubicBezTo>
                        <a:pt x="189332" y="139003"/>
                        <a:pt x="189661" y="138930"/>
                        <a:pt x="189913" y="138784"/>
                      </a:cubicBezTo>
                      <a:lnTo>
                        <a:pt x="268566" y="93374"/>
                      </a:lnTo>
                      <a:cubicBezTo>
                        <a:pt x="269070" y="93082"/>
                        <a:pt x="269070" y="92610"/>
                        <a:pt x="268566" y="92326"/>
                      </a:cubicBezTo>
                      <a:lnTo>
                        <a:pt x="208279" y="57516"/>
                      </a:lnTo>
                      <a:cubicBezTo>
                        <a:pt x="208031" y="57370"/>
                        <a:pt x="207704" y="57298"/>
                        <a:pt x="207376" y="57298"/>
                      </a:cubicBezTo>
                      <a:cubicBezTo>
                        <a:pt x="207048" y="57298"/>
                        <a:pt x="206719" y="57370"/>
                        <a:pt x="206467" y="57516"/>
                      </a:cubicBezTo>
                      <a:lnTo>
                        <a:pt x="193630" y="64927"/>
                      </a:lnTo>
                      <a:lnTo>
                        <a:pt x="124530" y="25037"/>
                      </a:lnTo>
                      <a:lnTo>
                        <a:pt x="156205" y="6750"/>
                      </a:lnTo>
                      <a:lnTo>
                        <a:pt x="155457" y="6317"/>
                      </a:lnTo>
                      <a:lnTo>
                        <a:pt x="123781" y="24604"/>
                      </a:lnTo>
                      <a:lnTo>
                        <a:pt x="121159" y="23084"/>
                      </a:lnTo>
                      <a:lnTo>
                        <a:pt x="152898" y="4765"/>
                      </a:lnTo>
                      <a:lnTo>
                        <a:pt x="152149" y="4332"/>
                      </a:lnTo>
                      <a:lnTo>
                        <a:pt x="120411" y="22651"/>
                      </a:lnTo>
                      <a:lnTo>
                        <a:pt x="117221" y="20816"/>
                      </a:lnTo>
                      <a:lnTo>
                        <a:pt x="148960" y="2489"/>
                      </a:lnTo>
                      <a:lnTo>
                        <a:pt x="148212" y="2056"/>
                      </a:lnTo>
                      <a:lnTo>
                        <a:pt x="116473" y="20383"/>
                      </a:lnTo>
                      <a:lnTo>
                        <a:pt x="113661" y="18760"/>
                      </a:lnTo>
                      <a:lnTo>
                        <a:pt x="145400" y="434"/>
                      </a:lnTo>
                      <a:lnTo>
                        <a:pt x="144652" y="1"/>
                      </a:ln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214;p26"/>
                <p:cNvSpPr/>
                <p:nvPr/>
              </p:nvSpPr>
              <p:spPr>
                <a:xfrm>
                  <a:off x="4088875" y="2134600"/>
                  <a:ext cx="1530850" cy="671525"/>
                </a:xfrm>
                <a:custGeom>
                  <a:avLst/>
                  <a:gdLst/>
                  <a:ahLst/>
                  <a:cxnLst/>
                  <a:rect l="l" t="t" r="r" b="b"/>
                  <a:pathLst>
                    <a:path w="61234" h="26861" extrusionOk="0">
                      <a:moveTo>
                        <a:pt x="1" y="1"/>
                      </a:moveTo>
                      <a:lnTo>
                        <a:pt x="1" y="796"/>
                      </a:lnTo>
                      <a:cubicBezTo>
                        <a:pt x="9" y="899"/>
                        <a:pt x="64" y="985"/>
                        <a:pt x="158" y="1025"/>
                      </a:cubicBezTo>
                      <a:lnTo>
                        <a:pt x="44742" y="26770"/>
                      </a:lnTo>
                      <a:cubicBezTo>
                        <a:pt x="44849" y="26831"/>
                        <a:pt x="44990" y="26860"/>
                        <a:pt x="45137" y="26860"/>
                      </a:cubicBezTo>
                      <a:cubicBezTo>
                        <a:pt x="45315" y="26860"/>
                        <a:pt x="45501" y="26817"/>
                        <a:pt x="45648" y="26731"/>
                      </a:cubicBezTo>
                      <a:lnTo>
                        <a:pt x="61005" y="17870"/>
                      </a:lnTo>
                      <a:cubicBezTo>
                        <a:pt x="61155" y="17784"/>
                        <a:pt x="61233" y="17674"/>
                        <a:pt x="61233" y="17571"/>
                      </a:cubicBezTo>
                      <a:lnTo>
                        <a:pt x="61233" y="16776"/>
                      </a:lnTo>
                      <a:lnTo>
                        <a:pt x="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 name="Google Shape;215;p26"/>
                <p:cNvSpPr/>
                <p:nvPr/>
              </p:nvSpPr>
              <p:spPr>
                <a:xfrm>
                  <a:off x="4088875" y="1902450"/>
                  <a:ext cx="1530650" cy="883775"/>
                </a:xfrm>
                <a:custGeom>
                  <a:avLst/>
                  <a:gdLst/>
                  <a:ahLst/>
                  <a:cxnLst/>
                  <a:rect l="l" t="t" r="r" b="b"/>
                  <a:pathLst>
                    <a:path w="61226" h="35351" extrusionOk="0">
                      <a:moveTo>
                        <a:pt x="16097" y="0"/>
                      </a:moveTo>
                      <a:cubicBezTo>
                        <a:pt x="15917" y="0"/>
                        <a:pt x="15727" y="44"/>
                        <a:pt x="15579" y="127"/>
                      </a:cubicBezTo>
                      <a:lnTo>
                        <a:pt x="221" y="8988"/>
                      </a:lnTo>
                      <a:cubicBezTo>
                        <a:pt x="72" y="9074"/>
                        <a:pt x="1" y="9184"/>
                        <a:pt x="1" y="9287"/>
                      </a:cubicBezTo>
                      <a:cubicBezTo>
                        <a:pt x="9" y="9381"/>
                        <a:pt x="64" y="9468"/>
                        <a:pt x="158" y="9515"/>
                      </a:cubicBezTo>
                      <a:lnTo>
                        <a:pt x="44742" y="35260"/>
                      </a:lnTo>
                      <a:cubicBezTo>
                        <a:pt x="44848" y="35320"/>
                        <a:pt x="44986" y="35350"/>
                        <a:pt x="45132" y="35350"/>
                      </a:cubicBezTo>
                      <a:cubicBezTo>
                        <a:pt x="45311" y="35350"/>
                        <a:pt x="45500" y="35305"/>
                        <a:pt x="45648" y="35213"/>
                      </a:cubicBezTo>
                      <a:lnTo>
                        <a:pt x="61005" y="26353"/>
                      </a:lnTo>
                      <a:cubicBezTo>
                        <a:pt x="61155" y="26274"/>
                        <a:pt x="61226" y="26156"/>
                        <a:pt x="61226" y="26062"/>
                      </a:cubicBezTo>
                      <a:cubicBezTo>
                        <a:pt x="61226" y="25959"/>
                        <a:pt x="61163" y="25873"/>
                        <a:pt x="61076" y="25833"/>
                      </a:cubicBezTo>
                      <a:lnTo>
                        <a:pt x="16484" y="88"/>
                      </a:lnTo>
                      <a:cubicBezTo>
                        <a:pt x="16379" y="29"/>
                        <a:pt x="16241" y="0"/>
                        <a:pt x="16097"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216;p26"/>
                <p:cNvSpPr/>
                <p:nvPr/>
              </p:nvSpPr>
              <p:spPr>
                <a:xfrm>
                  <a:off x="4110925" y="1913250"/>
                  <a:ext cx="1495025" cy="862100"/>
                </a:xfrm>
                <a:custGeom>
                  <a:avLst/>
                  <a:gdLst/>
                  <a:ahLst/>
                  <a:cxnLst/>
                  <a:rect l="l" t="t" r="r" b="b"/>
                  <a:pathLst>
                    <a:path w="59801" h="34484" extrusionOk="0">
                      <a:moveTo>
                        <a:pt x="15377" y="0"/>
                      </a:moveTo>
                      <a:cubicBezTo>
                        <a:pt x="15289" y="0"/>
                        <a:pt x="15201" y="22"/>
                        <a:pt x="15122" y="66"/>
                      </a:cubicBezTo>
                      <a:lnTo>
                        <a:pt x="158" y="8705"/>
                      </a:lnTo>
                      <a:cubicBezTo>
                        <a:pt x="24" y="8784"/>
                        <a:pt x="1" y="8902"/>
                        <a:pt x="119" y="8973"/>
                      </a:cubicBezTo>
                      <a:lnTo>
                        <a:pt x="44222" y="34435"/>
                      </a:lnTo>
                      <a:cubicBezTo>
                        <a:pt x="44291" y="34467"/>
                        <a:pt x="44365" y="34483"/>
                        <a:pt x="44439" y="34483"/>
                      </a:cubicBezTo>
                      <a:cubicBezTo>
                        <a:pt x="44525" y="34483"/>
                        <a:pt x="44610" y="34461"/>
                        <a:pt x="44687" y="34419"/>
                      </a:cubicBezTo>
                      <a:lnTo>
                        <a:pt x="59651" y="25779"/>
                      </a:lnTo>
                      <a:cubicBezTo>
                        <a:pt x="59792" y="25701"/>
                        <a:pt x="59800" y="25575"/>
                        <a:pt x="59682" y="25512"/>
                      </a:cubicBezTo>
                      <a:lnTo>
                        <a:pt x="15579" y="42"/>
                      </a:lnTo>
                      <a:cubicBezTo>
                        <a:pt x="15516" y="14"/>
                        <a:pt x="15447" y="0"/>
                        <a:pt x="15377" y="0"/>
                      </a:cubicBez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26"/>
                <p:cNvSpPr/>
                <p:nvPr/>
              </p:nvSpPr>
              <p:spPr>
                <a:xfrm>
                  <a:off x="4450950" y="1955700"/>
                  <a:ext cx="113650" cy="63700"/>
                </a:xfrm>
                <a:custGeom>
                  <a:avLst/>
                  <a:gdLst/>
                  <a:ahLst/>
                  <a:cxnLst/>
                  <a:rect l="l" t="t" r="r" b="b"/>
                  <a:pathLst>
                    <a:path w="4546" h="2548" extrusionOk="0">
                      <a:moveTo>
                        <a:pt x="1761" y="0"/>
                      </a:moveTo>
                      <a:cubicBezTo>
                        <a:pt x="1624" y="0"/>
                        <a:pt x="1487" y="36"/>
                        <a:pt x="1363" y="108"/>
                      </a:cubicBezTo>
                      <a:lnTo>
                        <a:pt x="245" y="746"/>
                      </a:lnTo>
                      <a:cubicBezTo>
                        <a:pt x="25" y="880"/>
                        <a:pt x="1" y="1069"/>
                        <a:pt x="190" y="1179"/>
                      </a:cubicBezTo>
                      <a:lnTo>
                        <a:pt x="2442" y="2471"/>
                      </a:lnTo>
                      <a:cubicBezTo>
                        <a:pt x="2529" y="2522"/>
                        <a:pt x="2648" y="2547"/>
                        <a:pt x="2771" y="2547"/>
                      </a:cubicBezTo>
                      <a:cubicBezTo>
                        <a:pt x="2916" y="2547"/>
                        <a:pt x="3068" y="2512"/>
                        <a:pt x="3183" y="2439"/>
                      </a:cubicBezTo>
                      <a:lnTo>
                        <a:pt x="4301" y="1801"/>
                      </a:lnTo>
                      <a:cubicBezTo>
                        <a:pt x="4522" y="1668"/>
                        <a:pt x="4545" y="1479"/>
                        <a:pt x="4356" y="1368"/>
                      </a:cubicBezTo>
                      <a:lnTo>
                        <a:pt x="2104" y="77"/>
                      </a:lnTo>
                      <a:cubicBezTo>
                        <a:pt x="1995" y="26"/>
                        <a:pt x="1878" y="0"/>
                        <a:pt x="1761"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218;p26"/>
                <p:cNvSpPr/>
                <p:nvPr/>
              </p:nvSpPr>
              <p:spPr>
                <a:xfrm>
                  <a:off x="4557875" y="2017200"/>
                  <a:ext cx="113625" cy="63950"/>
                </a:xfrm>
                <a:custGeom>
                  <a:avLst/>
                  <a:gdLst/>
                  <a:ahLst/>
                  <a:cxnLst/>
                  <a:rect l="l" t="t" r="r" b="b"/>
                  <a:pathLst>
                    <a:path w="4545" h="2558" extrusionOk="0">
                      <a:moveTo>
                        <a:pt x="1781" y="0"/>
                      </a:moveTo>
                      <a:cubicBezTo>
                        <a:pt x="1633" y="0"/>
                        <a:pt x="1476" y="36"/>
                        <a:pt x="1355" y="105"/>
                      </a:cubicBezTo>
                      <a:lnTo>
                        <a:pt x="245" y="751"/>
                      </a:lnTo>
                      <a:cubicBezTo>
                        <a:pt x="24" y="877"/>
                        <a:pt x="0" y="1074"/>
                        <a:pt x="189" y="1184"/>
                      </a:cubicBezTo>
                      <a:lnTo>
                        <a:pt x="2442" y="2484"/>
                      </a:lnTo>
                      <a:cubicBezTo>
                        <a:pt x="2527" y="2533"/>
                        <a:pt x="2641" y="2557"/>
                        <a:pt x="2760" y="2557"/>
                      </a:cubicBezTo>
                      <a:cubicBezTo>
                        <a:pt x="2906" y="2557"/>
                        <a:pt x="3061" y="2522"/>
                        <a:pt x="3182" y="2452"/>
                      </a:cubicBezTo>
                      <a:lnTo>
                        <a:pt x="4301" y="1806"/>
                      </a:lnTo>
                      <a:cubicBezTo>
                        <a:pt x="4521" y="1680"/>
                        <a:pt x="4545" y="1491"/>
                        <a:pt x="4356" y="1381"/>
                      </a:cubicBezTo>
                      <a:lnTo>
                        <a:pt x="2103" y="74"/>
                      </a:lnTo>
                      <a:cubicBezTo>
                        <a:pt x="2018" y="24"/>
                        <a:pt x="1903" y="0"/>
                        <a:pt x="1781"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219;p26"/>
                <p:cNvSpPr/>
                <p:nvPr/>
              </p:nvSpPr>
              <p:spPr>
                <a:xfrm>
                  <a:off x="4664600" y="2078925"/>
                  <a:ext cx="113825" cy="63925"/>
                </a:xfrm>
                <a:custGeom>
                  <a:avLst/>
                  <a:gdLst/>
                  <a:ahLst/>
                  <a:cxnLst/>
                  <a:rect l="l" t="t" r="r" b="b"/>
                  <a:pathLst>
                    <a:path w="4553" h="2557" extrusionOk="0">
                      <a:moveTo>
                        <a:pt x="1769" y="0"/>
                      </a:moveTo>
                      <a:cubicBezTo>
                        <a:pt x="1628" y="0"/>
                        <a:pt x="1488" y="36"/>
                        <a:pt x="1362" y="109"/>
                      </a:cubicBezTo>
                      <a:lnTo>
                        <a:pt x="244" y="747"/>
                      </a:lnTo>
                      <a:cubicBezTo>
                        <a:pt x="24" y="881"/>
                        <a:pt x="0" y="1070"/>
                        <a:pt x="189" y="1180"/>
                      </a:cubicBezTo>
                      <a:lnTo>
                        <a:pt x="2441" y="2480"/>
                      </a:lnTo>
                      <a:cubicBezTo>
                        <a:pt x="2555" y="2531"/>
                        <a:pt x="2676" y="2557"/>
                        <a:pt x="2796" y="2557"/>
                      </a:cubicBezTo>
                      <a:cubicBezTo>
                        <a:pt x="2933" y="2557"/>
                        <a:pt x="3068" y="2523"/>
                        <a:pt x="3190" y="2456"/>
                      </a:cubicBezTo>
                      <a:lnTo>
                        <a:pt x="4308" y="1803"/>
                      </a:lnTo>
                      <a:cubicBezTo>
                        <a:pt x="4528" y="1677"/>
                        <a:pt x="4552" y="1487"/>
                        <a:pt x="4363" y="1377"/>
                      </a:cubicBezTo>
                      <a:lnTo>
                        <a:pt x="2111" y="70"/>
                      </a:lnTo>
                      <a:cubicBezTo>
                        <a:pt x="2001" y="24"/>
                        <a:pt x="1885" y="0"/>
                        <a:pt x="1769"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 name="Google Shape;220;p26"/>
                <p:cNvSpPr/>
                <p:nvPr/>
              </p:nvSpPr>
              <p:spPr>
                <a:xfrm>
                  <a:off x="4771500" y="2140650"/>
                  <a:ext cx="113625" cy="63825"/>
                </a:xfrm>
                <a:custGeom>
                  <a:avLst/>
                  <a:gdLst/>
                  <a:ahLst/>
                  <a:cxnLst/>
                  <a:rect l="l" t="t" r="r" b="b"/>
                  <a:pathLst>
                    <a:path w="4545" h="2553" extrusionOk="0">
                      <a:moveTo>
                        <a:pt x="1785" y="0"/>
                      </a:moveTo>
                      <a:cubicBezTo>
                        <a:pt x="1639" y="0"/>
                        <a:pt x="1484" y="36"/>
                        <a:pt x="1363" y="105"/>
                      </a:cubicBezTo>
                      <a:lnTo>
                        <a:pt x="245" y="751"/>
                      </a:lnTo>
                      <a:cubicBezTo>
                        <a:pt x="24" y="877"/>
                        <a:pt x="0" y="1066"/>
                        <a:pt x="189" y="1176"/>
                      </a:cubicBezTo>
                      <a:lnTo>
                        <a:pt x="2442" y="2476"/>
                      </a:lnTo>
                      <a:cubicBezTo>
                        <a:pt x="2529" y="2527"/>
                        <a:pt x="2647" y="2552"/>
                        <a:pt x="2771" y="2552"/>
                      </a:cubicBezTo>
                      <a:cubicBezTo>
                        <a:pt x="2917" y="2552"/>
                        <a:pt x="3071" y="2517"/>
                        <a:pt x="3190" y="2444"/>
                      </a:cubicBezTo>
                      <a:lnTo>
                        <a:pt x="4301" y="1806"/>
                      </a:lnTo>
                      <a:cubicBezTo>
                        <a:pt x="4521" y="1673"/>
                        <a:pt x="4545" y="1484"/>
                        <a:pt x="4356" y="1373"/>
                      </a:cubicBezTo>
                      <a:lnTo>
                        <a:pt x="2103" y="74"/>
                      </a:lnTo>
                      <a:cubicBezTo>
                        <a:pt x="2018" y="24"/>
                        <a:pt x="1904" y="0"/>
                        <a:pt x="1785"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 name="Google Shape;221;p26"/>
                <p:cNvSpPr/>
                <p:nvPr/>
              </p:nvSpPr>
              <p:spPr>
                <a:xfrm>
                  <a:off x="4878400" y="2202275"/>
                  <a:ext cx="113650" cy="63875"/>
                </a:xfrm>
                <a:custGeom>
                  <a:avLst/>
                  <a:gdLst/>
                  <a:ahLst/>
                  <a:cxnLst/>
                  <a:rect l="l" t="t" r="r" b="b"/>
                  <a:pathLst>
                    <a:path w="4546" h="2555" extrusionOk="0">
                      <a:moveTo>
                        <a:pt x="1768" y="0"/>
                      </a:moveTo>
                      <a:cubicBezTo>
                        <a:pt x="1627" y="0"/>
                        <a:pt x="1485" y="36"/>
                        <a:pt x="1355" y="105"/>
                      </a:cubicBezTo>
                      <a:lnTo>
                        <a:pt x="245" y="751"/>
                      </a:lnTo>
                      <a:cubicBezTo>
                        <a:pt x="25" y="877"/>
                        <a:pt x="1" y="1074"/>
                        <a:pt x="190" y="1184"/>
                      </a:cubicBezTo>
                      <a:lnTo>
                        <a:pt x="2442" y="2484"/>
                      </a:lnTo>
                      <a:cubicBezTo>
                        <a:pt x="2550" y="2531"/>
                        <a:pt x="2666" y="2554"/>
                        <a:pt x="2783" y="2554"/>
                      </a:cubicBezTo>
                      <a:cubicBezTo>
                        <a:pt x="2921" y="2554"/>
                        <a:pt x="3059" y="2521"/>
                        <a:pt x="3183" y="2452"/>
                      </a:cubicBezTo>
                      <a:lnTo>
                        <a:pt x="4301" y="1807"/>
                      </a:lnTo>
                      <a:cubicBezTo>
                        <a:pt x="4521" y="1681"/>
                        <a:pt x="4545" y="1484"/>
                        <a:pt x="4356" y="1373"/>
                      </a:cubicBezTo>
                      <a:lnTo>
                        <a:pt x="2104" y="74"/>
                      </a:lnTo>
                      <a:cubicBezTo>
                        <a:pt x="1997" y="24"/>
                        <a:pt x="1883" y="0"/>
                        <a:pt x="1768"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 name="Google Shape;222;p26"/>
                <p:cNvSpPr/>
                <p:nvPr/>
              </p:nvSpPr>
              <p:spPr>
                <a:xfrm>
                  <a:off x="4985125" y="2264000"/>
                  <a:ext cx="113825" cy="63850"/>
                </a:xfrm>
                <a:custGeom>
                  <a:avLst/>
                  <a:gdLst/>
                  <a:ahLst/>
                  <a:cxnLst/>
                  <a:rect l="l" t="t" r="r" b="b"/>
                  <a:pathLst>
                    <a:path w="4553" h="2554" extrusionOk="0">
                      <a:moveTo>
                        <a:pt x="1757" y="1"/>
                      </a:moveTo>
                      <a:cubicBezTo>
                        <a:pt x="1620" y="1"/>
                        <a:pt x="1485" y="34"/>
                        <a:pt x="1363" y="101"/>
                      </a:cubicBezTo>
                      <a:lnTo>
                        <a:pt x="245" y="747"/>
                      </a:lnTo>
                      <a:cubicBezTo>
                        <a:pt x="24" y="881"/>
                        <a:pt x="0" y="1070"/>
                        <a:pt x="189" y="1180"/>
                      </a:cubicBezTo>
                      <a:lnTo>
                        <a:pt x="2442" y="2480"/>
                      </a:lnTo>
                      <a:cubicBezTo>
                        <a:pt x="2531" y="2530"/>
                        <a:pt x="2648" y="2554"/>
                        <a:pt x="2770" y="2554"/>
                      </a:cubicBezTo>
                      <a:cubicBezTo>
                        <a:pt x="2918" y="2554"/>
                        <a:pt x="3073" y="2518"/>
                        <a:pt x="3190" y="2448"/>
                      </a:cubicBezTo>
                      <a:lnTo>
                        <a:pt x="4308" y="1803"/>
                      </a:lnTo>
                      <a:cubicBezTo>
                        <a:pt x="4529" y="1677"/>
                        <a:pt x="4553" y="1488"/>
                        <a:pt x="4364" y="1377"/>
                      </a:cubicBezTo>
                      <a:lnTo>
                        <a:pt x="2111" y="78"/>
                      </a:lnTo>
                      <a:cubicBezTo>
                        <a:pt x="1997" y="26"/>
                        <a:pt x="1876" y="1"/>
                        <a:pt x="1757"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 name="Google Shape;223;p26"/>
                <p:cNvSpPr/>
                <p:nvPr/>
              </p:nvSpPr>
              <p:spPr>
                <a:xfrm>
                  <a:off x="5092025" y="2325725"/>
                  <a:ext cx="113650" cy="63825"/>
                </a:xfrm>
                <a:custGeom>
                  <a:avLst/>
                  <a:gdLst/>
                  <a:ahLst/>
                  <a:cxnLst/>
                  <a:rect l="l" t="t" r="r" b="b"/>
                  <a:pathLst>
                    <a:path w="4546" h="2553" extrusionOk="0">
                      <a:moveTo>
                        <a:pt x="1785" y="0"/>
                      </a:moveTo>
                      <a:cubicBezTo>
                        <a:pt x="1639" y="0"/>
                        <a:pt x="1485" y="36"/>
                        <a:pt x="1363" y="105"/>
                      </a:cubicBezTo>
                      <a:lnTo>
                        <a:pt x="245" y="751"/>
                      </a:lnTo>
                      <a:cubicBezTo>
                        <a:pt x="25" y="877"/>
                        <a:pt x="1" y="1066"/>
                        <a:pt x="190" y="1176"/>
                      </a:cubicBezTo>
                      <a:lnTo>
                        <a:pt x="2442" y="2476"/>
                      </a:lnTo>
                      <a:cubicBezTo>
                        <a:pt x="2533" y="2527"/>
                        <a:pt x="2652" y="2552"/>
                        <a:pt x="2775" y="2552"/>
                      </a:cubicBezTo>
                      <a:cubicBezTo>
                        <a:pt x="2920" y="2552"/>
                        <a:pt x="3071" y="2517"/>
                        <a:pt x="3191" y="2444"/>
                      </a:cubicBezTo>
                      <a:lnTo>
                        <a:pt x="4301" y="1799"/>
                      </a:lnTo>
                      <a:cubicBezTo>
                        <a:pt x="4521" y="1673"/>
                        <a:pt x="4545" y="1484"/>
                        <a:pt x="4356" y="1373"/>
                      </a:cubicBezTo>
                      <a:lnTo>
                        <a:pt x="2104" y="74"/>
                      </a:lnTo>
                      <a:cubicBezTo>
                        <a:pt x="2019" y="24"/>
                        <a:pt x="1905" y="0"/>
                        <a:pt x="1785"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26"/>
                <p:cNvSpPr/>
                <p:nvPr/>
              </p:nvSpPr>
              <p:spPr>
                <a:xfrm>
                  <a:off x="5198950" y="2387350"/>
                  <a:ext cx="113625" cy="63875"/>
                </a:xfrm>
                <a:custGeom>
                  <a:avLst/>
                  <a:gdLst/>
                  <a:ahLst/>
                  <a:cxnLst/>
                  <a:rect l="l" t="t" r="r" b="b"/>
                  <a:pathLst>
                    <a:path w="4545" h="2555" extrusionOk="0">
                      <a:moveTo>
                        <a:pt x="1781" y="0"/>
                      </a:moveTo>
                      <a:cubicBezTo>
                        <a:pt x="1633" y="0"/>
                        <a:pt x="1476" y="36"/>
                        <a:pt x="1355" y="105"/>
                      </a:cubicBezTo>
                      <a:lnTo>
                        <a:pt x="244" y="751"/>
                      </a:lnTo>
                      <a:cubicBezTo>
                        <a:pt x="24" y="877"/>
                        <a:pt x="0" y="1074"/>
                        <a:pt x="189" y="1184"/>
                      </a:cubicBezTo>
                      <a:lnTo>
                        <a:pt x="2442" y="2484"/>
                      </a:lnTo>
                      <a:cubicBezTo>
                        <a:pt x="2550" y="2531"/>
                        <a:pt x="2666" y="2554"/>
                        <a:pt x="2782" y="2554"/>
                      </a:cubicBezTo>
                      <a:cubicBezTo>
                        <a:pt x="2920" y="2554"/>
                        <a:pt x="3058" y="2521"/>
                        <a:pt x="3182" y="2452"/>
                      </a:cubicBezTo>
                      <a:lnTo>
                        <a:pt x="4300" y="1807"/>
                      </a:lnTo>
                      <a:cubicBezTo>
                        <a:pt x="4521" y="1681"/>
                        <a:pt x="4545" y="1484"/>
                        <a:pt x="4356" y="1373"/>
                      </a:cubicBezTo>
                      <a:lnTo>
                        <a:pt x="2103" y="74"/>
                      </a:lnTo>
                      <a:cubicBezTo>
                        <a:pt x="2018" y="24"/>
                        <a:pt x="1903" y="0"/>
                        <a:pt x="1781"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 name="Google Shape;225;p26"/>
                <p:cNvSpPr/>
                <p:nvPr/>
              </p:nvSpPr>
              <p:spPr>
                <a:xfrm>
                  <a:off x="5305650" y="2449050"/>
                  <a:ext cx="113825" cy="63875"/>
                </a:xfrm>
                <a:custGeom>
                  <a:avLst/>
                  <a:gdLst/>
                  <a:ahLst/>
                  <a:cxnLst/>
                  <a:rect l="l" t="t" r="r" b="b"/>
                  <a:pathLst>
                    <a:path w="4553" h="2555" extrusionOk="0">
                      <a:moveTo>
                        <a:pt x="1784" y="0"/>
                      </a:moveTo>
                      <a:cubicBezTo>
                        <a:pt x="1638" y="0"/>
                        <a:pt x="1483" y="34"/>
                        <a:pt x="1363" y="102"/>
                      </a:cubicBezTo>
                      <a:lnTo>
                        <a:pt x="245" y="748"/>
                      </a:lnTo>
                      <a:cubicBezTo>
                        <a:pt x="25" y="882"/>
                        <a:pt x="1" y="1071"/>
                        <a:pt x="198" y="1181"/>
                      </a:cubicBezTo>
                      <a:lnTo>
                        <a:pt x="2450" y="2481"/>
                      </a:lnTo>
                      <a:cubicBezTo>
                        <a:pt x="2535" y="2531"/>
                        <a:pt x="2649" y="2555"/>
                        <a:pt x="2769" y="2555"/>
                      </a:cubicBezTo>
                      <a:cubicBezTo>
                        <a:pt x="2915" y="2555"/>
                        <a:pt x="3069" y="2519"/>
                        <a:pt x="3191" y="2449"/>
                      </a:cubicBezTo>
                      <a:lnTo>
                        <a:pt x="4309" y="1804"/>
                      </a:lnTo>
                      <a:cubicBezTo>
                        <a:pt x="4529" y="1678"/>
                        <a:pt x="4553" y="1489"/>
                        <a:pt x="4364" y="1378"/>
                      </a:cubicBezTo>
                      <a:lnTo>
                        <a:pt x="2112" y="71"/>
                      </a:lnTo>
                      <a:cubicBezTo>
                        <a:pt x="2025" y="24"/>
                        <a:pt x="1908" y="0"/>
                        <a:pt x="1784"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226;p26"/>
                <p:cNvSpPr/>
                <p:nvPr/>
              </p:nvSpPr>
              <p:spPr>
                <a:xfrm>
                  <a:off x="5412575" y="2510800"/>
                  <a:ext cx="113625" cy="63825"/>
                </a:xfrm>
                <a:custGeom>
                  <a:avLst/>
                  <a:gdLst/>
                  <a:ahLst/>
                  <a:cxnLst/>
                  <a:rect l="l" t="t" r="r" b="b"/>
                  <a:pathLst>
                    <a:path w="4545" h="2553" extrusionOk="0">
                      <a:moveTo>
                        <a:pt x="1785" y="0"/>
                      </a:moveTo>
                      <a:cubicBezTo>
                        <a:pt x="1639" y="0"/>
                        <a:pt x="1484" y="36"/>
                        <a:pt x="1363" y="105"/>
                      </a:cubicBezTo>
                      <a:lnTo>
                        <a:pt x="245" y="751"/>
                      </a:lnTo>
                      <a:cubicBezTo>
                        <a:pt x="24" y="877"/>
                        <a:pt x="0" y="1066"/>
                        <a:pt x="189" y="1177"/>
                      </a:cubicBezTo>
                      <a:lnTo>
                        <a:pt x="2442" y="2476"/>
                      </a:lnTo>
                      <a:cubicBezTo>
                        <a:pt x="2550" y="2527"/>
                        <a:pt x="2667" y="2552"/>
                        <a:pt x="2784" y="2552"/>
                      </a:cubicBezTo>
                      <a:cubicBezTo>
                        <a:pt x="2921" y="2552"/>
                        <a:pt x="3059" y="2517"/>
                        <a:pt x="3182" y="2444"/>
                      </a:cubicBezTo>
                      <a:lnTo>
                        <a:pt x="4300" y="1799"/>
                      </a:lnTo>
                      <a:cubicBezTo>
                        <a:pt x="4529" y="1673"/>
                        <a:pt x="4545" y="1484"/>
                        <a:pt x="4356" y="1373"/>
                      </a:cubicBezTo>
                      <a:lnTo>
                        <a:pt x="2103" y="74"/>
                      </a:lnTo>
                      <a:cubicBezTo>
                        <a:pt x="2018" y="24"/>
                        <a:pt x="1904" y="0"/>
                        <a:pt x="1785"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 name="Google Shape;227;p26"/>
                <p:cNvSpPr/>
                <p:nvPr/>
              </p:nvSpPr>
              <p:spPr>
                <a:xfrm>
                  <a:off x="4372600" y="1998225"/>
                  <a:ext cx="117375" cy="66850"/>
                </a:xfrm>
                <a:custGeom>
                  <a:avLst/>
                  <a:gdLst/>
                  <a:ahLst/>
                  <a:cxnLst/>
                  <a:rect l="l" t="t" r="r" b="b"/>
                  <a:pathLst>
                    <a:path w="4695" h="2674" extrusionOk="0">
                      <a:moveTo>
                        <a:pt x="1840" y="1"/>
                      </a:moveTo>
                      <a:cubicBezTo>
                        <a:pt x="1768" y="1"/>
                        <a:pt x="1696" y="19"/>
                        <a:pt x="1631" y="53"/>
                      </a:cubicBezTo>
                      <a:lnTo>
                        <a:pt x="127" y="919"/>
                      </a:lnTo>
                      <a:cubicBezTo>
                        <a:pt x="8" y="990"/>
                        <a:pt x="1" y="1085"/>
                        <a:pt x="95" y="1148"/>
                      </a:cubicBezTo>
                      <a:lnTo>
                        <a:pt x="2678" y="2636"/>
                      </a:lnTo>
                      <a:cubicBezTo>
                        <a:pt x="2735" y="2661"/>
                        <a:pt x="2795" y="2673"/>
                        <a:pt x="2855" y="2673"/>
                      </a:cubicBezTo>
                      <a:cubicBezTo>
                        <a:pt x="2929" y="2673"/>
                        <a:pt x="3003" y="2655"/>
                        <a:pt x="3072" y="2621"/>
                      </a:cubicBezTo>
                      <a:lnTo>
                        <a:pt x="4568" y="1754"/>
                      </a:lnTo>
                      <a:cubicBezTo>
                        <a:pt x="4686" y="1691"/>
                        <a:pt x="4694" y="1589"/>
                        <a:pt x="4600" y="1534"/>
                      </a:cubicBezTo>
                      <a:lnTo>
                        <a:pt x="2017" y="37"/>
                      </a:lnTo>
                      <a:cubicBezTo>
                        <a:pt x="1960" y="13"/>
                        <a:pt x="1900" y="1"/>
                        <a:pt x="1840"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 name="Google Shape;228;p26"/>
                <p:cNvSpPr/>
                <p:nvPr/>
              </p:nvSpPr>
              <p:spPr>
                <a:xfrm>
                  <a:off x="4307225" y="2036700"/>
                  <a:ext cx="162075" cy="92450"/>
                </a:xfrm>
                <a:custGeom>
                  <a:avLst/>
                  <a:gdLst/>
                  <a:ahLst/>
                  <a:cxnLst/>
                  <a:rect l="l" t="t" r="r" b="b"/>
                  <a:pathLst>
                    <a:path w="6483" h="3698" extrusionOk="0">
                      <a:moveTo>
                        <a:pt x="1824" y="0"/>
                      </a:moveTo>
                      <a:cubicBezTo>
                        <a:pt x="1735" y="0"/>
                        <a:pt x="1647" y="22"/>
                        <a:pt x="1568" y="66"/>
                      </a:cubicBezTo>
                      <a:lnTo>
                        <a:pt x="150" y="885"/>
                      </a:lnTo>
                      <a:cubicBezTo>
                        <a:pt x="17" y="963"/>
                        <a:pt x="1" y="1082"/>
                        <a:pt x="111" y="1152"/>
                      </a:cubicBezTo>
                      <a:lnTo>
                        <a:pt x="4443" y="3649"/>
                      </a:lnTo>
                      <a:cubicBezTo>
                        <a:pt x="4512" y="3682"/>
                        <a:pt x="4586" y="3698"/>
                        <a:pt x="4659" y="3698"/>
                      </a:cubicBezTo>
                      <a:cubicBezTo>
                        <a:pt x="4745" y="3698"/>
                        <a:pt x="4831" y="3676"/>
                        <a:pt x="4907" y="3633"/>
                      </a:cubicBezTo>
                      <a:lnTo>
                        <a:pt x="6333" y="2806"/>
                      </a:lnTo>
                      <a:cubicBezTo>
                        <a:pt x="6459" y="2728"/>
                        <a:pt x="6482" y="2609"/>
                        <a:pt x="6364" y="2546"/>
                      </a:cubicBezTo>
                      <a:lnTo>
                        <a:pt x="2033" y="42"/>
                      </a:lnTo>
                      <a:cubicBezTo>
                        <a:pt x="1966" y="14"/>
                        <a:pt x="1895" y="0"/>
                        <a:pt x="1824"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 name="Google Shape;229;p26"/>
                <p:cNvSpPr/>
                <p:nvPr/>
              </p:nvSpPr>
              <p:spPr>
                <a:xfrm>
                  <a:off x="4241475" y="2074525"/>
                  <a:ext cx="175250" cy="100100"/>
                </a:xfrm>
                <a:custGeom>
                  <a:avLst/>
                  <a:gdLst/>
                  <a:ahLst/>
                  <a:cxnLst/>
                  <a:rect l="l" t="t" r="r" b="b"/>
                  <a:pathLst>
                    <a:path w="7010" h="4004" extrusionOk="0">
                      <a:moveTo>
                        <a:pt x="1815" y="0"/>
                      </a:moveTo>
                      <a:cubicBezTo>
                        <a:pt x="1728" y="0"/>
                        <a:pt x="1640" y="22"/>
                        <a:pt x="1560" y="65"/>
                      </a:cubicBezTo>
                      <a:lnTo>
                        <a:pt x="158" y="876"/>
                      </a:lnTo>
                      <a:cubicBezTo>
                        <a:pt x="16" y="963"/>
                        <a:pt x="0" y="1081"/>
                        <a:pt x="118" y="1152"/>
                      </a:cubicBezTo>
                      <a:lnTo>
                        <a:pt x="4978" y="3955"/>
                      </a:lnTo>
                      <a:cubicBezTo>
                        <a:pt x="5045" y="3987"/>
                        <a:pt x="5117" y="4003"/>
                        <a:pt x="5190" y="4003"/>
                      </a:cubicBezTo>
                      <a:cubicBezTo>
                        <a:pt x="5279" y="4003"/>
                        <a:pt x="5368" y="3979"/>
                        <a:pt x="5450" y="3932"/>
                      </a:cubicBezTo>
                      <a:lnTo>
                        <a:pt x="6852" y="3120"/>
                      </a:lnTo>
                      <a:cubicBezTo>
                        <a:pt x="6994" y="3050"/>
                        <a:pt x="7010" y="2916"/>
                        <a:pt x="6892" y="2853"/>
                      </a:cubicBezTo>
                      <a:lnTo>
                        <a:pt x="2032" y="49"/>
                      </a:lnTo>
                      <a:cubicBezTo>
                        <a:pt x="1963" y="16"/>
                        <a:pt x="1889" y="0"/>
                        <a:pt x="1815"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 name="Google Shape;230;p26"/>
                <p:cNvSpPr/>
                <p:nvPr/>
              </p:nvSpPr>
              <p:spPr>
                <a:xfrm>
                  <a:off x="5334200" y="2553450"/>
                  <a:ext cx="117375" cy="66850"/>
                </a:xfrm>
                <a:custGeom>
                  <a:avLst/>
                  <a:gdLst/>
                  <a:ahLst/>
                  <a:cxnLst/>
                  <a:rect l="l" t="t" r="r" b="b"/>
                  <a:pathLst>
                    <a:path w="4695" h="2674" extrusionOk="0">
                      <a:moveTo>
                        <a:pt x="1840" y="1"/>
                      </a:moveTo>
                      <a:cubicBezTo>
                        <a:pt x="1767" y="1"/>
                        <a:pt x="1693" y="19"/>
                        <a:pt x="1623" y="53"/>
                      </a:cubicBezTo>
                      <a:lnTo>
                        <a:pt x="127" y="920"/>
                      </a:lnTo>
                      <a:cubicBezTo>
                        <a:pt x="17" y="990"/>
                        <a:pt x="1" y="1085"/>
                        <a:pt x="103" y="1140"/>
                      </a:cubicBezTo>
                      <a:lnTo>
                        <a:pt x="2679" y="2636"/>
                      </a:lnTo>
                      <a:cubicBezTo>
                        <a:pt x="2735" y="2661"/>
                        <a:pt x="2795" y="2673"/>
                        <a:pt x="2855" y="2673"/>
                      </a:cubicBezTo>
                      <a:cubicBezTo>
                        <a:pt x="2929" y="2673"/>
                        <a:pt x="3003" y="2655"/>
                        <a:pt x="3072" y="2621"/>
                      </a:cubicBezTo>
                      <a:lnTo>
                        <a:pt x="4569" y="1754"/>
                      </a:lnTo>
                      <a:cubicBezTo>
                        <a:pt x="4687" y="1684"/>
                        <a:pt x="4695" y="1589"/>
                        <a:pt x="4600" y="1526"/>
                      </a:cubicBezTo>
                      <a:lnTo>
                        <a:pt x="2017" y="38"/>
                      </a:lnTo>
                      <a:cubicBezTo>
                        <a:pt x="1960" y="13"/>
                        <a:pt x="1900" y="1"/>
                        <a:pt x="1840"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 name="Google Shape;231;p26"/>
                <p:cNvSpPr/>
                <p:nvPr/>
              </p:nvSpPr>
              <p:spPr>
                <a:xfrm>
                  <a:off x="5223350" y="2565525"/>
                  <a:ext cx="162275" cy="92475"/>
                </a:xfrm>
                <a:custGeom>
                  <a:avLst/>
                  <a:gdLst/>
                  <a:ahLst/>
                  <a:cxnLst/>
                  <a:rect l="l" t="t" r="r" b="b"/>
                  <a:pathLst>
                    <a:path w="6491" h="3699" extrusionOk="0">
                      <a:moveTo>
                        <a:pt x="1832" y="1"/>
                      </a:moveTo>
                      <a:cubicBezTo>
                        <a:pt x="1743" y="1"/>
                        <a:pt x="1655" y="23"/>
                        <a:pt x="1576" y="66"/>
                      </a:cubicBezTo>
                      <a:lnTo>
                        <a:pt x="158" y="886"/>
                      </a:lnTo>
                      <a:cubicBezTo>
                        <a:pt x="17" y="964"/>
                        <a:pt x="1" y="1082"/>
                        <a:pt x="119" y="1153"/>
                      </a:cubicBezTo>
                      <a:lnTo>
                        <a:pt x="4451" y="3650"/>
                      </a:lnTo>
                      <a:cubicBezTo>
                        <a:pt x="4520" y="3682"/>
                        <a:pt x="4593" y="3698"/>
                        <a:pt x="4667" y="3698"/>
                      </a:cubicBezTo>
                      <a:cubicBezTo>
                        <a:pt x="4753" y="3698"/>
                        <a:pt x="4839" y="3677"/>
                        <a:pt x="4915" y="3634"/>
                      </a:cubicBezTo>
                      <a:lnTo>
                        <a:pt x="6333" y="2807"/>
                      </a:lnTo>
                      <a:cubicBezTo>
                        <a:pt x="6475" y="2736"/>
                        <a:pt x="6490" y="2610"/>
                        <a:pt x="6372" y="2547"/>
                      </a:cubicBezTo>
                      <a:lnTo>
                        <a:pt x="2041" y="43"/>
                      </a:lnTo>
                      <a:cubicBezTo>
                        <a:pt x="1974" y="15"/>
                        <a:pt x="1903" y="1"/>
                        <a:pt x="1832"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26"/>
                <p:cNvSpPr/>
                <p:nvPr/>
              </p:nvSpPr>
              <p:spPr>
                <a:xfrm>
                  <a:off x="5144400" y="2595850"/>
                  <a:ext cx="175275" cy="99975"/>
                </a:xfrm>
                <a:custGeom>
                  <a:avLst/>
                  <a:gdLst/>
                  <a:ahLst/>
                  <a:cxnLst/>
                  <a:rect l="l" t="t" r="r" b="b"/>
                  <a:pathLst>
                    <a:path w="7011" h="3999" extrusionOk="0">
                      <a:moveTo>
                        <a:pt x="1821" y="1"/>
                      </a:moveTo>
                      <a:cubicBezTo>
                        <a:pt x="1730" y="1"/>
                        <a:pt x="1639" y="23"/>
                        <a:pt x="1560" y="66"/>
                      </a:cubicBezTo>
                      <a:lnTo>
                        <a:pt x="150" y="877"/>
                      </a:lnTo>
                      <a:cubicBezTo>
                        <a:pt x="9" y="956"/>
                        <a:pt x="1" y="1082"/>
                        <a:pt x="119" y="1153"/>
                      </a:cubicBezTo>
                      <a:lnTo>
                        <a:pt x="4970" y="3957"/>
                      </a:lnTo>
                      <a:cubicBezTo>
                        <a:pt x="5037" y="3985"/>
                        <a:pt x="5110" y="3999"/>
                        <a:pt x="5182" y="3999"/>
                      </a:cubicBezTo>
                      <a:cubicBezTo>
                        <a:pt x="5273" y="3999"/>
                        <a:pt x="5364" y="3977"/>
                        <a:pt x="5443" y="3933"/>
                      </a:cubicBezTo>
                      <a:lnTo>
                        <a:pt x="6853" y="3122"/>
                      </a:lnTo>
                      <a:cubicBezTo>
                        <a:pt x="6994" y="3043"/>
                        <a:pt x="7010" y="2917"/>
                        <a:pt x="6884" y="2846"/>
                      </a:cubicBezTo>
                      <a:lnTo>
                        <a:pt x="2033" y="43"/>
                      </a:lnTo>
                      <a:cubicBezTo>
                        <a:pt x="1966" y="15"/>
                        <a:pt x="1893" y="1"/>
                        <a:pt x="1821"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 name="Google Shape;233;p26"/>
                <p:cNvSpPr/>
                <p:nvPr/>
              </p:nvSpPr>
              <p:spPr>
                <a:xfrm>
                  <a:off x="4175125" y="2112025"/>
                  <a:ext cx="117750" cy="67050"/>
                </a:xfrm>
                <a:custGeom>
                  <a:avLst/>
                  <a:gdLst/>
                  <a:ahLst/>
                  <a:cxnLst/>
                  <a:rect l="l" t="t" r="r" b="b"/>
                  <a:pathLst>
                    <a:path w="4710" h="2682" extrusionOk="0">
                      <a:moveTo>
                        <a:pt x="1843" y="1"/>
                      </a:moveTo>
                      <a:cubicBezTo>
                        <a:pt x="1775" y="1"/>
                        <a:pt x="1707" y="19"/>
                        <a:pt x="1646" y="53"/>
                      </a:cubicBezTo>
                      <a:lnTo>
                        <a:pt x="118" y="935"/>
                      </a:lnTo>
                      <a:cubicBezTo>
                        <a:pt x="8" y="998"/>
                        <a:pt x="0" y="1093"/>
                        <a:pt x="95" y="1148"/>
                      </a:cubicBezTo>
                      <a:lnTo>
                        <a:pt x="2694" y="2644"/>
                      </a:lnTo>
                      <a:cubicBezTo>
                        <a:pt x="2749" y="2670"/>
                        <a:pt x="2807" y="2682"/>
                        <a:pt x="2865" y="2682"/>
                      </a:cubicBezTo>
                      <a:cubicBezTo>
                        <a:pt x="2933" y="2682"/>
                        <a:pt x="3001" y="2666"/>
                        <a:pt x="3064" y="2636"/>
                      </a:cubicBezTo>
                      <a:lnTo>
                        <a:pt x="4584" y="1754"/>
                      </a:lnTo>
                      <a:cubicBezTo>
                        <a:pt x="4694" y="1691"/>
                        <a:pt x="4710" y="1597"/>
                        <a:pt x="4615" y="1542"/>
                      </a:cubicBezTo>
                      <a:lnTo>
                        <a:pt x="2009" y="37"/>
                      </a:lnTo>
                      <a:cubicBezTo>
                        <a:pt x="1955" y="13"/>
                        <a:pt x="1899" y="1"/>
                        <a:pt x="1843"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26"/>
                <p:cNvSpPr/>
                <p:nvPr/>
              </p:nvSpPr>
              <p:spPr>
                <a:xfrm>
                  <a:off x="4260775" y="2161525"/>
                  <a:ext cx="117750" cy="67075"/>
                </a:xfrm>
                <a:custGeom>
                  <a:avLst/>
                  <a:gdLst/>
                  <a:ahLst/>
                  <a:cxnLst/>
                  <a:rect l="l" t="t" r="r" b="b"/>
                  <a:pathLst>
                    <a:path w="4710" h="2683" extrusionOk="0">
                      <a:moveTo>
                        <a:pt x="1838" y="1"/>
                      </a:moveTo>
                      <a:cubicBezTo>
                        <a:pt x="1771" y="1"/>
                        <a:pt x="1705" y="16"/>
                        <a:pt x="1646" y="50"/>
                      </a:cubicBezTo>
                      <a:lnTo>
                        <a:pt x="118" y="932"/>
                      </a:lnTo>
                      <a:cubicBezTo>
                        <a:pt x="16" y="995"/>
                        <a:pt x="0" y="1090"/>
                        <a:pt x="95" y="1145"/>
                      </a:cubicBezTo>
                      <a:lnTo>
                        <a:pt x="2701" y="2649"/>
                      </a:lnTo>
                      <a:cubicBezTo>
                        <a:pt x="2756" y="2671"/>
                        <a:pt x="2815" y="2683"/>
                        <a:pt x="2872" y="2683"/>
                      </a:cubicBezTo>
                      <a:cubicBezTo>
                        <a:pt x="2939" y="2683"/>
                        <a:pt x="3005" y="2667"/>
                        <a:pt x="3064" y="2633"/>
                      </a:cubicBezTo>
                      <a:lnTo>
                        <a:pt x="4592" y="1751"/>
                      </a:lnTo>
                      <a:cubicBezTo>
                        <a:pt x="4694" y="1688"/>
                        <a:pt x="4710" y="1594"/>
                        <a:pt x="4615" y="1538"/>
                      </a:cubicBezTo>
                      <a:lnTo>
                        <a:pt x="2008" y="34"/>
                      </a:lnTo>
                      <a:cubicBezTo>
                        <a:pt x="1954" y="12"/>
                        <a:pt x="1895" y="1"/>
                        <a:pt x="1838"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 name="Google Shape;235;p26"/>
                <p:cNvSpPr/>
                <p:nvPr/>
              </p:nvSpPr>
              <p:spPr>
                <a:xfrm>
                  <a:off x="4346425" y="2211075"/>
                  <a:ext cx="117750" cy="67025"/>
                </a:xfrm>
                <a:custGeom>
                  <a:avLst/>
                  <a:gdLst/>
                  <a:ahLst/>
                  <a:cxnLst/>
                  <a:rect l="l" t="t" r="r" b="b"/>
                  <a:pathLst>
                    <a:path w="4710" h="2681" extrusionOk="0">
                      <a:moveTo>
                        <a:pt x="1850" y="0"/>
                      </a:moveTo>
                      <a:cubicBezTo>
                        <a:pt x="1781" y="0"/>
                        <a:pt x="1711" y="18"/>
                        <a:pt x="1646" y="53"/>
                      </a:cubicBezTo>
                      <a:lnTo>
                        <a:pt x="126" y="927"/>
                      </a:lnTo>
                      <a:cubicBezTo>
                        <a:pt x="16" y="990"/>
                        <a:pt x="0" y="1084"/>
                        <a:pt x="95" y="1139"/>
                      </a:cubicBezTo>
                      <a:lnTo>
                        <a:pt x="2701" y="2644"/>
                      </a:lnTo>
                      <a:cubicBezTo>
                        <a:pt x="2755" y="2669"/>
                        <a:pt x="2811" y="2681"/>
                        <a:pt x="2867" y="2681"/>
                      </a:cubicBezTo>
                      <a:cubicBezTo>
                        <a:pt x="2935" y="2681"/>
                        <a:pt x="3003" y="2663"/>
                        <a:pt x="3064" y="2628"/>
                      </a:cubicBezTo>
                      <a:lnTo>
                        <a:pt x="4592" y="1746"/>
                      </a:lnTo>
                      <a:cubicBezTo>
                        <a:pt x="4702" y="1691"/>
                        <a:pt x="4710" y="1588"/>
                        <a:pt x="4615" y="1541"/>
                      </a:cubicBezTo>
                      <a:lnTo>
                        <a:pt x="2016" y="37"/>
                      </a:lnTo>
                      <a:cubicBezTo>
                        <a:pt x="1963" y="12"/>
                        <a:pt x="1907" y="0"/>
                        <a:pt x="1850"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 name="Google Shape;236;p26"/>
                <p:cNvSpPr/>
                <p:nvPr/>
              </p:nvSpPr>
              <p:spPr>
                <a:xfrm>
                  <a:off x="4390725" y="2160750"/>
                  <a:ext cx="97675" cy="55225"/>
                </a:xfrm>
                <a:custGeom>
                  <a:avLst/>
                  <a:gdLst/>
                  <a:ahLst/>
                  <a:cxnLst/>
                  <a:rect l="l" t="t" r="r" b="b"/>
                  <a:pathLst>
                    <a:path w="3907" h="2209" extrusionOk="0">
                      <a:moveTo>
                        <a:pt x="1817" y="1"/>
                      </a:moveTo>
                      <a:cubicBezTo>
                        <a:pt x="1729" y="1"/>
                        <a:pt x="1644" y="23"/>
                        <a:pt x="1567" y="65"/>
                      </a:cubicBezTo>
                      <a:lnTo>
                        <a:pt x="158" y="876"/>
                      </a:lnTo>
                      <a:cubicBezTo>
                        <a:pt x="16" y="955"/>
                        <a:pt x="0" y="1081"/>
                        <a:pt x="126" y="1152"/>
                      </a:cubicBezTo>
                      <a:lnTo>
                        <a:pt x="1867" y="2160"/>
                      </a:lnTo>
                      <a:cubicBezTo>
                        <a:pt x="1939" y="2193"/>
                        <a:pt x="2015" y="2209"/>
                        <a:pt x="2090" y="2209"/>
                      </a:cubicBezTo>
                      <a:cubicBezTo>
                        <a:pt x="2177" y="2209"/>
                        <a:pt x="2263" y="2187"/>
                        <a:pt x="2339" y="2144"/>
                      </a:cubicBezTo>
                      <a:lnTo>
                        <a:pt x="3749" y="1325"/>
                      </a:lnTo>
                      <a:cubicBezTo>
                        <a:pt x="3891" y="1254"/>
                        <a:pt x="3906" y="1128"/>
                        <a:pt x="3780" y="1058"/>
                      </a:cubicBezTo>
                      <a:lnTo>
                        <a:pt x="2040" y="50"/>
                      </a:lnTo>
                      <a:cubicBezTo>
                        <a:pt x="1967" y="17"/>
                        <a:pt x="1891" y="1"/>
                        <a:pt x="1817"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 name="Google Shape;237;p26"/>
                <p:cNvSpPr/>
                <p:nvPr/>
              </p:nvSpPr>
              <p:spPr>
                <a:xfrm>
                  <a:off x="4459225" y="2200325"/>
                  <a:ext cx="97700" cy="55200"/>
                </a:xfrm>
                <a:custGeom>
                  <a:avLst/>
                  <a:gdLst/>
                  <a:ahLst/>
                  <a:cxnLst/>
                  <a:rect l="l" t="t" r="r" b="b"/>
                  <a:pathLst>
                    <a:path w="3908" h="2208" extrusionOk="0">
                      <a:moveTo>
                        <a:pt x="1815" y="1"/>
                      </a:moveTo>
                      <a:cubicBezTo>
                        <a:pt x="1728" y="1"/>
                        <a:pt x="1641" y="23"/>
                        <a:pt x="1560" y="65"/>
                      </a:cubicBezTo>
                      <a:lnTo>
                        <a:pt x="158" y="876"/>
                      </a:lnTo>
                      <a:cubicBezTo>
                        <a:pt x="17" y="955"/>
                        <a:pt x="1" y="1081"/>
                        <a:pt x="119" y="1152"/>
                      </a:cubicBezTo>
                      <a:lnTo>
                        <a:pt x="1867" y="2160"/>
                      </a:lnTo>
                      <a:cubicBezTo>
                        <a:pt x="1935" y="2192"/>
                        <a:pt x="2008" y="2208"/>
                        <a:pt x="2082" y="2208"/>
                      </a:cubicBezTo>
                      <a:cubicBezTo>
                        <a:pt x="2172" y="2208"/>
                        <a:pt x="2262" y="2184"/>
                        <a:pt x="2340" y="2137"/>
                      </a:cubicBezTo>
                      <a:lnTo>
                        <a:pt x="3750" y="1325"/>
                      </a:lnTo>
                      <a:cubicBezTo>
                        <a:pt x="3891" y="1254"/>
                        <a:pt x="3907" y="1121"/>
                        <a:pt x="3781" y="1058"/>
                      </a:cubicBezTo>
                      <a:lnTo>
                        <a:pt x="2033" y="49"/>
                      </a:lnTo>
                      <a:cubicBezTo>
                        <a:pt x="1964" y="17"/>
                        <a:pt x="1890" y="1"/>
                        <a:pt x="1815"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 name="Google Shape;238;p26"/>
                <p:cNvSpPr/>
                <p:nvPr/>
              </p:nvSpPr>
              <p:spPr>
                <a:xfrm>
                  <a:off x="4527750" y="2239800"/>
                  <a:ext cx="97475" cy="55175"/>
                </a:xfrm>
                <a:custGeom>
                  <a:avLst/>
                  <a:gdLst/>
                  <a:ahLst/>
                  <a:cxnLst/>
                  <a:rect l="l" t="t" r="r" b="b"/>
                  <a:pathLst>
                    <a:path w="3899" h="2207" extrusionOk="0">
                      <a:moveTo>
                        <a:pt x="1815" y="1"/>
                      </a:moveTo>
                      <a:cubicBezTo>
                        <a:pt x="1728" y="1"/>
                        <a:pt x="1641" y="22"/>
                        <a:pt x="1560" y="69"/>
                      </a:cubicBezTo>
                      <a:lnTo>
                        <a:pt x="150" y="880"/>
                      </a:lnTo>
                      <a:cubicBezTo>
                        <a:pt x="16" y="959"/>
                        <a:pt x="0" y="1085"/>
                        <a:pt x="119" y="1156"/>
                      </a:cubicBezTo>
                      <a:lnTo>
                        <a:pt x="1867" y="2164"/>
                      </a:lnTo>
                      <a:cubicBezTo>
                        <a:pt x="1933" y="2192"/>
                        <a:pt x="2005" y="2206"/>
                        <a:pt x="2076" y="2206"/>
                      </a:cubicBezTo>
                      <a:cubicBezTo>
                        <a:pt x="2166" y="2206"/>
                        <a:pt x="2256" y="2184"/>
                        <a:pt x="2340" y="2141"/>
                      </a:cubicBezTo>
                      <a:lnTo>
                        <a:pt x="3749" y="1329"/>
                      </a:lnTo>
                      <a:cubicBezTo>
                        <a:pt x="3883" y="1251"/>
                        <a:pt x="3899" y="1125"/>
                        <a:pt x="3781" y="1054"/>
                      </a:cubicBezTo>
                      <a:lnTo>
                        <a:pt x="2032" y="46"/>
                      </a:lnTo>
                      <a:cubicBezTo>
                        <a:pt x="1963" y="17"/>
                        <a:pt x="1890" y="1"/>
                        <a:pt x="1815"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 name="Google Shape;239;p26"/>
                <p:cNvSpPr/>
                <p:nvPr/>
              </p:nvSpPr>
              <p:spPr>
                <a:xfrm>
                  <a:off x="4596275" y="2279300"/>
                  <a:ext cx="97475" cy="55200"/>
                </a:xfrm>
                <a:custGeom>
                  <a:avLst/>
                  <a:gdLst/>
                  <a:ahLst/>
                  <a:cxnLst/>
                  <a:rect l="l" t="t" r="r" b="b"/>
                  <a:pathLst>
                    <a:path w="3899" h="2208" extrusionOk="0">
                      <a:moveTo>
                        <a:pt x="1820" y="1"/>
                      </a:moveTo>
                      <a:cubicBezTo>
                        <a:pt x="1731" y="1"/>
                        <a:pt x="1642" y="25"/>
                        <a:pt x="1560" y="72"/>
                      </a:cubicBezTo>
                      <a:lnTo>
                        <a:pt x="150" y="883"/>
                      </a:lnTo>
                      <a:cubicBezTo>
                        <a:pt x="16" y="962"/>
                        <a:pt x="0" y="1088"/>
                        <a:pt x="118" y="1159"/>
                      </a:cubicBezTo>
                      <a:lnTo>
                        <a:pt x="1867" y="2159"/>
                      </a:lnTo>
                      <a:cubicBezTo>
                        <a:pt x="1936" y="2192"/>
                        <a:pt x="2010" y="2208"/>
                        <a:pt x="2084" y="2208"/>
                      </a:cubicBezTo>
                      <a:cubicBezTo>
                        <a:pt x="2171" y="2208"/>
                        <a:pt x="2259" y="2186"/>
                        <a:pt x="2339" y="2144"/>
                      </a:cubicBezTo>
                      <a:lnTo>
                        <a:pt x="3749" y="1332"/>
                      </a:lnTo>
                      <a:cubicBezTo>
                        <a:pt x="3883" y="1254"/>
                        <a:pt x="3899" y="1128"/>
                        <a:pt x="3780" y="1057"/>
                      </a:cubicBezTo>
                      <a:lnTo>
                        <a:pt x="2032" y="49"/>
                      </a:lnTo>
                      <a:cubicBezTo>
                        <a:pt x="1965" y="17"/>
                        <a:pt x="1893" y="1"/>
                        <a:pt x="1820"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26"/>
                <p:cNvSpPr/>
                <p:nvPr/>
              </p:nvSpPr>
              <p:spPr>
                <a:xfrm>
                  <a:off x="4664600" y="2318875"/>
                  <a:ext cx="97675" cy="55200"/>
                </a:xfrm>
                <a:custGeom>
                  <a:avLst/>
                  <a:gdLst/>
                  <a:ahLst/>
                  <a:cxnLst/>
                  <a:rect l="l" t="t" r="r" b="b"/>
                  <a:pathLst>
                    <a:path w="3907" h="2208" extrusionOk="0">
                      <a:moveTo>
                        <a:pt x="1820" y="0"/>
                      </a:moveTo>
                      <a:cubicBezTo>
                        <a:pt x="1732" y="0"/>
                        <a:pt x="1644" y="22"/>
                        <a:pt x="1567" y="64"/>
                      </a:cubicBezTo>
                      <a:lnTo>
                        <a:pt x="158" y="883"/>
                      </a:lnTo>
                      <a:cubicBezTo>
                        <a:pt x="16" y="954"/>
                        <a:pt x="0" y="1080"/>
                        <a:pt x="126" y="1151"/>
                      </a:cubicBezTo>
                      <a:lnTo>
                        <a:pt x="1867" y="2159"/>
                      </a:lnTo>
                      <a:cubicBezTo>
                        <a:pt x="1939" y="2192"/>
                        <a:pt x="2015" y="2208"/>
                        <a:pt x="2090" y="2208"/>
                      </a:cubicBezTo>
                      <a:cubicBezTo>
                        <a:pt x="2177" y="2208"/>
                        <a:pt x="2263" y="2186"/>
                        <a:pt x="2339" y="2144"/>
                      </a:cubicBezTo>
                      <a:lnTo>
                        <a:pt x="3749" y="1332"/>
                      </a:lnTo>
                      <a:cubicBezTo>
                        <a:pt x="3891" y="1254"/>
                        <a:pt x="3906" y="1128"/>
                        <a:pt x="3788" y="1057"/>
                      </a:cubicBezTo>
                      <a:lnTo>
                        <a:pt x="2040" y="49"/>
                      </a:lnTo>
                      <a:cubicBezTo>
                        <a:pt x="1971" y="16"/>
                        <a:pt x="1895" y="0"/>
                        <a:pt x="1820"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 name="Google Shape;241;p26"/>
                <p:cNvSpPr/>
                <p:nvPr/>
              </p:nvSpPr>
              <p:spPr>
                <a:xfrm>
                  <a:off x="4733100" y="2358450"/>
                  <a:ext cx="97675" cy="55200"/>
                </a:xfrm>
                <a:custGeom>
                  <a:avLst/>
                  <a:gdLst/>
                  <a:ahLst/>
                  <a:cxnLst/>
                  <a:rect l="l" t="t" r="r" b="b"/>
                  <a:pathLst>
                    <a:path w="3907" h="2208" extrusionOk="0">
                      <a:moveTo>
                        <a:pt x="1817" y="0"/>
                      </a:moveTo>
                      <a:cubicBezTo>
                        <a:pt x="1728" y="0"/>
                        <a:pt x="1641" y="22"/>
                        <a:pt x="1560" y="64"/>
                      </a:cubicBezTo>
                      <a:lnTo>
                        <a:pt x="158" y="876"/>
                      </a:lnTo>
                      <a:cubicBezTo>
                        <a:pt x="16" y="954"/>
                        <a:pt x="1" y="1080"/>
                        <a:pt x="119" y="1151"/>
                      </a:cubicBezTo>
                      <a:lnTo>
                        <a:pt x="1867" y="2159"/>
                      </a:lnTo>
                      <a:cubicBezTo>
                        <a:pt x="1936" y="2192"/>
                        <a:pt x="2012" y="2208"/>
                        <a:pt x="2087" y="2208"/>
                      </a:cubicBezTo>
                      <a:cubicBezTo>
                        <a:pt x="2175" y="2208"/>
                        <a:pt x="2263" y="2186"/>
                        <a:pt x="2340" y="2143"/>
                      </a:cubicBezTo>
                      <a:lnTo>
                        <a:pt x="3749" y="1324"/>
                      </a:lnTo>
                      <a:cubicBezTo>
                        <a:pt x="3891" y="1254"/>
                        <a:pt x="3907" y="1128"/>
                        <a:pt x="3781" y="1057"/>
                      </a:cubicBezTo>
                      <a:lnTo>
                        <a:pt x="2040" y="49"/>
                      </a:lnTo>
                      <a:cubicBezTo>
                        <a:pt x="1968" y="16"/>
                        <a:pt x="1892" y="0"/>
                        <a:pt x="1817"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 name="Google Shape;242;p26"/>
                <p:cNvSpPr/>
                <p:nvPr/>
              </p:nvSpPr>
              <p:spPr>
                <a:xfrm>
                  <a:off x="4801625" y="2397975"/>
                  <a:ext cx="97475" cy="55150"/>
                </a:xfrm>
                <a:custGeom>
                  <a:avLst/>
                  <a:gdLst/>
                  <a:ahLst/>
                  <a:cxnLst/>
                  <a:rect l="l" t="t" r="r" b="b"/>
                  <a:pathLst>
                    <a:path w="3899" h="2206" extrusionOk="0">
                      <a:moveTo>
                        <a:pt x="1823" y="1"/>
                      </a:moveTo>
                      <a:cubicBezTo>
                        <a:pt x="1733" y="1"/>
                        <a:pt x="1643" y="23"/>
                        <a:pt x="1560" y="66"/>
                      </a:cubicBezTo>
                      <a:lnTo>
                        <a:pt x="158" y="878"/>
                      </a:lnTo>
                      <a:cubicBezTo>
                        <a:pt x="16" y="956"/>
                        <a:pt x="0" y="1082"/>
                        <a:pt x="119" y="1153"/>
                      </a:cubicBezTo>
                      <a:lnTo>
                        <a:pt x="1867" y="2161"/>
                      </a:lnTo>
                      <a:cubicBezTo>
                        <a:pt x="1936" y="2190"/>
                        <a:pt x="2010" y="2206"/>
                        <a:pt x="2084" y="2206"/>
                      </a:cubicBezTo>
                      <a:cubicBezTo>
                        <a:pt x="2171" y="2206"/>
                        <a:pt x="2259" y="2184"/>
                        <a:pt x="2339" y="2138"/>
                      </a:cubicBezTo>
                      <a:lnTo>
                        <a:pt x="3749" y="1326"/>
                      </a:lnTo>
                      <a:cubicBezTo>
                        <a:pt x="3883" y="1248"/>
                        <a:pt x="3899" y="1122"/>
                        <a:pt x="3781" y="1051"/>
                      </a:cubicBezTo>
                      <a:lnTo>
                        <a:pt x="2032" y="43"/>
                      </a:lnTo>
                      <a:cubicBezTo>
                        <a:pt x="1966" y="15"/>
                        <a:pt x="1895" y="1"/>
                        <a:pt x="1823"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 name="Google Shape;243;p26"/>
                <p:cNvSpPr/>
                <p:nvPr/>
              </p:nvSpPr>
              <p:spPr>
                <a:xfrm>
                  <a:off x="4869950" y="2437400"/>
                  <a:ext cx="97675" cy="55250"/>
                </a:xfrm>
                <a:custGeom>
                  <a:avLst/>
                  <a:gdLst/>
                  <a:ahLst/>
                  <a:cxnLst/>
                  <a:rect l="l" t="t" r="r" b="b"/>
                  <a:pathLst>
                    <a:path w="3907" h="2210" extrusionOk="0">
                      <a:moveTo>
                        <a:pt x="1825" y="1"/>
                      </a:moveTo>
                      <a:cubicBezTo>
                        <a:pt x="1735" y="1"/>
                        <a:pt x="1645" y="25"/>
                        <a:pt x="1567" y="72"/>
                      </a:cubicBezTo>
                      <a:lnTo>
                        <a:pt x="158" y="884"/>
                      </a:lnTo>
                      <a:cubicBezTo>
                        <a:pt x="16" y="962"/>
                        <a:pt x="0" y="1088"/>
                        <a:pt x="126" y="1159"/>
                      </a:cubicBezTo>
                      <a:lnTo>
                        <a:pt x="1875" y="2167"/>
                      </a:lnTo>
                      <a:cubicBezTo>
                        <a:pt x="1941" y="2195"/>
                        <a:pt x="2012" y="2209"/>
                        <a:pt x="2084" y="2209"/>
                      </a:cubicBezTo>
                      <a:cubicBezTo>
                        <a:pt x="2174" y="2209"/>
                        <a:pt x="2264" y="2187"/>
                        <a:pt x="2347" y="2144"/>
                      </a:cubicBezTo>
                      <a:lnTo>
                        <a:pt x="3749" y="1332"/>
                      </a:lnTo>
                      <a:cubicBezTo>
                        <a:pt x="3891" y="1254"/>
                        <a:pt x="3907" y="1128"/>
                        <a:pt x="3788" y="1057"/>
                      </a:cubicBezTo>
                      <a:lnTo>
                        <a:pt x="2040" y="49"/>
                      </a:lnTo>
                      <a:cubicBezTo>
                        <a:pt x="1973" y="17"/>
                        <a:pt x="1899" y="1"/>
                        <a:pt x="1825"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 name="Google Shape;244;p26"/>
                <p:cNvSpPr/>
                <p:nvPr/>
              </p:nvSpPr>
              <p:spPr>
                <a:xfrm>
                  <a:off x="4938450" y="2476975"/>
                  <a:ext cx="97700" cy="55200"/>
                </a:xfrm>
                <a:custGeom>
                  <a:avLst/>
                  <a:gdLst/>
                  <a:ahLst/>
                  <a:cxnLst/>
                  <a:rect l="l" t="t" r="r" b="b"/>
                  <a:pathLst>
                    <a:path w="3908" h="2208" extrusionOk="0">
                      <a:moveTo>
                        <a:pt x="1826" y="1"/>
                      </a:moveTo>
                      <a:cubicBezTo>
                        <a:pt x="1736" y="1"/>
                        <a:pt x="1646" y="25"/>
                        <a:pt x="1568" y="72"/>
                      </a:cubicBezTo>
                      <a:lnTo>
                        <a:pt x="158" y="884"/>
                      </a:lnTo>
                      <a:cubicBezTo>
                        <a:pt x="17" y="954"/>
                        <a:pt x="1" y="1080"/>
                        <a:pt x="127" y="1151"/>
                      </a:cubicBezTo>
                      <a:lnTo>
                        <a:pt x="1867" y="2159"/>
                      </a:lnTo>
                      <a:cubicBezTo>
                        <a:pt x="1940" y="2192"/>
                        <a:pt x="2016" y="2208"/>
                        <a:pt x="2091" y="2208"/>
                      </a:cubicBezTo>
                      <a:cubicBezTo>
                        <a:pt x="2180" y="2208"/>
                        <a:pt x="2267" y="2186"/>
                        <a:pt x="2348" y="2144"/>
                      </a:cubicBezTo>
                      <a:lnTo>
                        <a:pt x="3750" y="1332"/>
                      </a:lnTo>
                      <a:cubicBezTo>
                        <a:pt x="3891" y="1254"/>
                        <a:pt x="3907" y="1128"/>
                        <a:pt x="3781" y="1057"/>
                      </a:cubicBezTo>
                      <a:lnTo>
                        <a:pt x="2041" y="49"/>
                      </a:lnTo>
                      <a:cubicBezTo>
                        <a:pt x="1973" y="17"/>
                        <a:pt x="1900" y="1"/>
                        <a:pt x="1826"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 name="Google Shape;245;p26"/>
                <p:cNvSpPr/>
                <p:nvPr/>
              </p:nvSpPr>
              <p:spPr>
                <a:xfrm>
                  <a:off x="5006975" y="2516550"/>
                  <a:ext cx="97675" cy="55200"/>
                </a:xfrm>
                <a:custGeom>
                  <a:avLst/>
                  <a:gdLst/>
                  <a:ahLst/>
                  <a:cxnLst/>
                  <a:rect l="l" t="t" r="r" b="b"/>
                  <a:pathLst>
                    <a:path w="3907" h="2208" extrusionOk="0">
                      <a:moveTo>
                        <a:pt x="1817" y="0"/>
                      </a:moveTo>
                      <a:cubicBezTo>
                        <a:pt x="1730" y="0"/>
                        <a:pt x="1644" y="22"/>
                        <a:pt x="1568" y="64"/>
                      </a:cubicBezTo>
                      <a:lnTo>
                        <a:pt x="158" y="876"/>
                      </a:lnTo>
                      <a:cubicBezTo>
                        <a:pt x="16" y="954"/>
                        <a:pt x="1" y="1080"/>
                        <a:pt x="127" y="1151"/>
                      </a:cubicBezTo>
                      <a:lnTo>
                        <a:pt x="1867" y="2159"/>
                      </a:lnTo>
                      <a:cubicBezTo>
                        <a:pt x="1936" y="2192"/>
                        <a:pt x="2012" y="2208"/>
                        <a:pt x="2087" y="2208"/>
                      </a:cubicBezTo>
                      <a:cubicBezTo>
                        <a:pt x="2175" y="2208"/>
                        <a:pt x="2263" y="2186"/>
                        <a:pt x="2340" y="2144"/>
                      </a:cubicBezTo>
                      <a:lnTo>
                        <a:pt x="3749" y="1325"/>
                      </a:lnTo>
                      <a:cubicBezTo>
                        <a:pt x="3891" y="1254"/>
                        <a:pt x="3907" y="1128"/>
                        <a:pt x="3781" y="1057"/>
                      </a:cubicBezTo>
                      <a:lnTo>
                        <a:pt x="2040" y="49"/>
                      </a:lnTo>
                      <a:cubicBezTo>
                        <a:pt x="1968" y="16"/>
                        <a:pt x="1892" y="0"/>
                        <a:pt x="1817"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 name="Google Shape;246;p26"/>
                <p:cNvSpPr/>
                <p:nvPr/>
              </p:nvSpPr>
              <p:spPr>
                <a:xfrm>
                  <a:off x="5075500" y="2556125"/>
                  <a:ext cx="97675" cy="55200"/>
                </a:xfrm>
                <a:custGeom>
                  <a:avLst/>
                  <a:gdLst/>
                  <a:ahLst/>
                  <a:cxnLst/>
                  <a:rect l="l" t="t" r="r" b="b"/>
                  <a:pathLst>
                    <a:path w="3907" h="2208" extrusionOk="0">
                      <a:moveTo>
                        <a:pt x="1815" y="0"/>
                      </a:moveTo>
                      <a:cubicBezTo>
                        <a:pt x="1728" y="0"/>
                        <a:pt x="1640" y="22"/>
                        <a:pt x="1560" y="64"/>
                      </a:cubicBezTo>
                      <a:lnTo>
                        <a:pt x="158" y="876"/>
                      </a:lnTo>
                      <a:cubicBezTo>
                        <a:pt x="16" y="954"/>
                        <a:pt x="0" y="1080"/>
                        <a:pt x="118" y="1151"/>
                      </a:cubicBezTo>
                      <a:lnTo>
                        <a:pt x="1867" y="2159"/>
                      </a:lnTo>
                      <a:cubicBezTo>
                        <a:pt x="1934" y="2191"/>
                        <a:pt x="2006" y="2207"/>
                        <a:pt x="2079" y="2207"/>
                      </a:cubicBezTo>
                      <a:cubicBezTo>
                        <a:pt x="2168" y="2207"/>
                        <a:pt x="2257" y="2183"/>
                        <a:pt x="2339" y="2136"/>
                      </a:cubicBezTo>
                      <a:lnTo>
                        <a:pt x="3749" y="1325"/>
                      </a:lnTo>
                      <a:cubicBezTo>
                        <a:pt x="3883" y="1254"/>
                        <a:pt x="3907" y="1120"/>
                        <a:pt x="3781" y="1057"/>
                      </a:cubicBezTo>
                      <a:lnTo>
                        <a:pt x="2032" y="49"/>
                      </a:lnTo>
                      <a:cubicBezTo>
                        <a:pt x="1963" y="16"/>
                        <a:pt x="1889" y="0"/>
                        <a:pt x="1815"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 name="Google Shape;247;p26"/>
                <p:cNvSpPr/>
                <p:nvPr/>
              </p:nvSpPr>
              <p:spPr>
                <a:xfrm>
                  <a:off x="4444850" y="2116025"/>
                  <a:ext cx="99475" cy="56275"/>
                </a:xfrm>
                <a:custGeom>
                  <a:avLst/>
                  <a:gdLst/>
                  <a:ahLst/>
                  <a:cxnLst/>
                  <a:rect l="l" t="t" r="r" b="b"/>
                  <a:pathLst>
                    <a:path w="3979" h="2251" extrusionOk="0">
                      <a:moveTo>
                        <a:pt x="1824" y="1"/>
                      </a:moveTo>
                      <a:cubicBezTo>
                        <a:pt x="1735" y="1"/>
                        <a:pt x="1647" y="23"/>
                        <a:pt x="1568" y="67"/>
                      </a:cubicBezTo>
                      <a:lnTo>
                        <a:pt x="150" y="886"/>
                      </a:lnTo>
                      <a:cubicBezTo>
                        <a:pt x="17" y="964"/>
                        <a:pt x="1" y="1082"/>
                        <a:pt x="111" y="1153"/>
                      </a:cubicBezTo>
                      <a:lnTo>
                        <a:pt x="1946" y="2209"/>
                      </a:lnTo>
                      <a:cubicBezTo>
                        <a:pt x="2009" y="2237"/>
                        <a:pt x="2078" y="2251"/>
                        <a:pt x="2148" y="2251"/>
                      </a:cubicBezTo>
                      <a:cubicBezTo>
                        <a:pt x="2236" y="2251"/>
                        <a:pt x="2324" y="2229"/>
                        <a:pt x="2403" y="2185"/>
                      </a:cubicBezTo>
                      <a:lnTo>
                        <a:pt x="3828" y="1366"/>
                      </a:lnTo>
                      <a:cubicBezTo>
                        <a:pt x="3954" y="1287"/>
                        <a:pt x="3978" y="1169"/>
                        <a:pt x="3860" y="1098"/>
                      </a:cubicBezTo>
                      <a:lnTo>
                        <a:pt x="2033" y="43"/>
                      </a:lnTo>
                      <a:cubicBezTo>
                        <a:pt x="1966" y="15"/>
                        <a:pt x="1895" y="1"/>
                        <a:pt x="1824"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 name="Google Shape;248;p26"/>
                <p:cNvSpPr/>
                <p:nvPr/>
              </p:nvSpPr>
              <p:spPr>
                <a:xfrm>
                  <a:off x="4515550" y="2156800"/>
                  <a:ext cx="99450" cy="56350"/>
                </a:xfrm>
                <a:custGeom>
                  <a:avLst/>
                  <a:gdLst/>
                  <a:ahLst/>
                  <a:cxnLst/>
                  <a:rect l="l" t="t" r="r" b="b"/>
                  <a:pathLst>
                    <a:path w="3978" h="2254" extrusionOk="0">
                      <a:moveTo>
                        <a:pt x="1824" y="0"/>
                      </a:moveTo>
                      <a:cubicBezTo>
                        <a:pt x="1736" y="0"/>
                        <a:pt x="1650" y="22"/>
                        <a:pt x="1575" y="66"/>
                      </a:cubicBezTo>
                      <a:lnTo>
                        <a:pt x="150" y="885"/>
                      </a:lnTo>
                      <a:cubicBezTo>
                        <a:pt x="16" y="964"/>
                        <a:pt x="0" y="1082"/>
                        <a:pt x="118" y="1153"/>
                      </a:cubicBezTo>
                      <a:lnTo>
                        <a:pt x="1945" y="2208"/>
                      </a:lnTo>
                      <a:cubicBezTo>
                        <a:pt x="2012" y="2238"/>
                        <a:pt x="2086" y="2253"/>
                        <a:pt x="2161" y="2253"/>
                      </a:cubicBezTo>
                      <a:cubicBezTo>
                        <a:pt x="2244" y="2253"/>
                        <a:pt x="2327" y="2234"/>
                        <a:pt x="2402" y="2192"/>
                      </a:cubicBezTo>
                      <a:lnTo>
                        <a:pt x="3828" y="1365"/>
                      </a:lnTo>
                      <a:cubicBezTo>
                        <a:pt x="3954" y="1286"/>
                        <a:pt x="3977" y="1168"/>
                        <a:pt x="3859" y="1097"/>
                      </a:cubicBezTo>
                      <a:lnTo>
                        <a:pt x="2032" y="42"/>
                      </a:lnTo>
                      <a:cubicBezTo>
                        <a:pt x="1966" y="14"/>
                        <a:pt x="1894" y="0"/>
                        <a:pt x="1824"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26"/>
                <p:cNvSpPr/>
                <p:nvPr/>
              </p:nvSpPr>
              <p:spPr>
                <a:xfrm>
                  <a:off x="4586025" y="2197575"/>
                  <a:ext cx="99650" cy="56325"/>
                </a:xfrm>
                <a:custGeom>
                  <a:avLst/>
                  <a:gdLst/>
                  <a:ahLst/>
                  <a:cxnLst/>
                  <a:rect l="l" t="t" r="r" b="b"/>
                  <a:pathLst>
                    <a:path w="3986" h="2253" extrusionOk="0">
                      <a:moveTo>
                        <a:pt x="1824" y="1"/>
                      </a:moveTo>
                      <a:cubicBezTo>
                        <a:pt x="1738" y="1"/>
                        <a:pt x="1652" y="23"/>
                        <a:pt x="1576" y="65"/>
                      </a:cubicBezTo>
                      <a:lnTo>
                        <a:pt x="150" y="884"/>
                      </a:lnTo>
                      <a:cubicBezTo>
                        <a:pt x="24" y="963"/>
                        <a:pt x="1" y="1081"/>
                        <a:pt x="119" y="1152"/>
                      </a:cubicBezTo>
                      <a:lnTo>
                        <a:pt x="1946" y="2207"/>
                      </a:lnTo>
                      <a:cubicBezTo>
                        <a:pt x="2017" y="2237"/>
                        <a:pt x="2092" y="2253"/>
                        <a:pt x="2168" y="2253"/>
                      </a:cubicBezTo>
                      <a:cubicBezTo>
                        <a:pt x="2252" y="2253"/>
                        <a:pt x="2336" y="2233"/>
                        <a:pt x="2411" y="2191"/>
                      </a:cubicBezTo>
                      <a:lnTo>
                        <a:pt x="3828" y="1364"/>
                      </a:lnTo>
                      <a:cubicBezTo>
                        <a:pt x="3962" y="1286"/>
                        <a:pt x="3986" y="1168"/>
                        <a:pt x="3868" y="1105"/>
                      </a:cubicBezTo>
                      <a:lnTo>
                        <a:pt x="2040" y="49"/>
                      </a:lnTo>
                      <a:cubicBezTo>
                        <a:pt x="1971" y="17"/>
                        <a:pt x="1898" y="1"/>
                        <a:pt x="1824"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26"/>
                <p:cNvSpPr/>
                <p:nvPr/>
              </p:nvSpPr>
              <p:spPr>
                <a:xfrm>
                  <a:off x="4656700" y="2238300"/>
                  <a:ext cx="99475" cy="56275"/>
                </a:xfrm>
                <a:custGeom>
                  <a:avLst/>
                  <a:gdLst/>
                  <a:ahLst/>
                  <a:cxnLst/>
                  <a:rect l="l" t="t" r="r" b="b"/>
                  <a:pathLst>
                    <a:path w="3979" h="2251" extrusionOk="0">
                      <a:moveTo>
                        <a:pt x="1827" y="1"/>
                      </a:moveTo>
                      <a:cubicBezTo>
                        <a:pt x="1741" y="1"/>
                        <a:pt x="1655" y="22"/>
                        <a:pt x="1576" y="66"/>
                      </a:cubicBezTo>
                      <a:lnTo>
                        <a:pt x="151" y="885"/>
                      </a:lnTo>
                      <a:cubicBezTo>
                        <a:pt x="25" y="964"/>
                        <a:pt x="1" y="1082"/>
                        <a:pt x="119" y="1153"/>
                      </a:cubicBezTo>
                      <a:lnTo>
                        <a:pt x="1946" y="2208"/>
                      </a:lnTo>
                      <a:cubicBezTo>
                        <a:pt x="2013" y="2236"/>
                        <a:pt x="2082" y="2250"/>
                        <a:pt x="2152" y="2250"/>
                      </a:cubicBezTo>
                      <a:cubicBezTo>
                        <a:pt x="2238" y="2250"/>
                        <a:pt x="2324" y="2229"/>
                        <a:pt x="2403" y="2185"/>
                      </a:cubicBezTo>
                      <a:lnTo>
                        <a:pt x="3829" y="1366"/>
                      </a:lnTo>
                      <a:cubicBezTo>
                        <a:pt x="3962" y="1287"/>
                        <a:pt x="3978" y="1169"/>
                        <a:pt x="3860" y="1098"/>
                      </a:cubicBezTo>
                      <a:lnTo>
                        <a:pt x="2033" y="43"/>
                      </a:lnTo>
                      <a:cubicBezTo>
                        <a:pt x="1966" y="15"/>
                        <a:pt x="1897" y="1"/>
                        <a:pt x="1827"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 name="Google Shape;251;p26"/>
                <p:cNvSpPr/>
                <p:nvPr/>
              </p:nvSpPr>
              <p:spPr>
                <a:xfrm>
                  <a:off x="4727400" y="2279100"/>
                  <a:ext cx="99450" cy="56400"/>
                </a:xfrm>
                <a:custGeom>
                  <a:avLst/>
                  <a:gdLst/>
                  <a:ahLst/>
                  <a:cxnLst/>
                  <a:rect l="l" t="t" r="r" b="b"/>
                  <a:pathLst>
                    <a:path w="3978" h="2256" extrusionOk="0">
                      <a:moveTo>
                        <a:pt x="1817" y="0"/>
                      </a:moveTo>
                      <a:cubicBezTo>
                        <a:pt x="1731" y="0"/>
                        <a:pt x="1648" y="22"/>
                        <a:pt x="1575" y="64"/>
                      </a:cubicBezTo>
                      <a:lnTo>
                        <a:pt x="150" y="884"/>
                      </a:lnTo>
                      <a:cubicBezTo>
                        <a:pt x="16" y="962"/>
                        <a:pt x="0" y="1080"/>
                        <a:pt x="118" y="1151"/>
                      </a:cubicBezTo>
                      <a:lnTo>
                        <a:pt x="1946" y="2207"/>
                      </a:lnTo>
                      <a:cubicBezTo>
                        <a:pt x="2011" y="2239"/>
                        <a:pt x="2083" y="2255"/>
                        <a:pt x="2155" y="2255"/>
                      </a:cubicBezTo>
                      <a:cubicBezTo>
                        <a:pt x="2240" y="2255"/>
                        <a:pt x="2326" y="2233"/>
                        <a:pt x="2402" y="2191"/>
                      </a:cubicBezTo>
                      <a:lnTo>
                        <a:pt x="3828" y="1364"/>
                      </a:lnTo>
                      <a:cubicBezTo>
                        <a:pt x="3954" y="1285"/>
                        <a:pt x="3977" y="1167"/>
                        <a:pt x="3859" y="1104"/>
                      </a:cubicBezTo>
                      <a:lnTo>
                        <a:pt x="2032" y="49"/>
                      </a:lnTo>
                      <a:cubicBezTo>
                        <a:pt x="1963" y="16"/>
                        <a:pt x="1889" y="0"/>
                        <a:pt x="1817"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252;p26"/>
                <p:cNvSpPr/>
                <p:nvPr/>
              </p:nvSpPr>
              <p:spPr>
                <a:xfrm>
                  <a:off x="4797875" y="2319850"/>
                  <a:ext cx="99650" cy="56400"/>
                </a:xfrm>
                <a:custGeom>
                  <a:avLst/>
                  <a:gdLst/>
                  <a:ahLst/>
                  <a:cxnLst/>
                  <a:rect l="l" t="t" r="r" b="b"/>
                  <a:pathLst>
                    <a:path w="3986" h="2256" extrusionOk="0">
                      <a:moveTo>
                        <a:pt x="1824" y="0"/>
                      </a:moveTo>
                      <a:cubicBezTo>
                        <a:pt x="1738" y="0"/>
                        <a:pt x="1652" y="22"/>
                        <a:pt x="1576" y="65"/>
                      </a:cubicBezTo>
                      <a:lnTo>
                        <a:pt x="158" y="884"/>
                      </a:lnTo>
                      <a:cubicBezTo>
                        <a:pt x="24" y="963"/>
                        <a:pt x="1" y="1081"/>
                        <a:pt x="119" y="1152"/>
                      </a:cubicBezTo>
                      <a:lnTo>
                        <a:pt x="1946" y="2207"/>
                      </a:lnTo>
                      <a:cubicBezTo>
                        <a:pt x="2015" y="2240"/>
                        <a:pt x="2089" y="2255"/>
                        <a:pt x="2162" y="2255"/>
                      </a:cubicBezTo>
                      <a:cubicBezTo>
                        <a:pt x="2249" y="2255"/>
                        <a:pt x="2334" y="2234"/>
                        <a:pt x="2411" y="2191"/>
                      </a:cubicBezTo>
                      <a:lnTo>
                        <a:pt x="3836" y="1364"/>
                      </a:lnTo>
                      <a:cubicBezTo>
                        <a:pt x="3970" y="1285"/>
                        <a:pt x="3986" y="1167"/>
                        <a:pt x="3868" y="1104"/>
                      </a:cubicBezTo>
                      <a:lnTo>
                        <a:pt x="2041" y="49"/>
                      </a:lnTo>
                      <a:cubicBezTo>
                        <a:pt x="1972" y="16"/>
                        <a:pt x="1898" y="0"/>
                        <a:pt x="1824"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 name="Google Shape;253;p26"/>
                <p:cNvSpPr/>
                <p:nvPr/>
              </p:nvSpPr>
              <p:spPr>
                <a:xfrm>
                  <a:off x="4868575" y="2360775"/>
                  <a:ext cx="99450" cy="56275"/>
                </a:xfrm>
                <a:custGeom>
                  <a:avLst/>
                  <a:gdLst/>
                  <a:ahLst/>
                  <a:cxnLst/>
                  <a:rect l="l" t="t" r="r" b="b"/>
                  <a:pathLst>
                    <a:path w="3978" h="2251" extrusionOk="0">
                      <a:moveTo>
                        <a:pt x="1827" y="0"/>
                      </a:moveTo>
                      <a:cubicBezTo>
                        <a:pt x="1740" y="0"/>
                        <a:pt x="1654" y="22"/>
                        <a:pt x="1575" y="66"/>
                      </a:cubicBezTo>
                      <a:lnTo>
                        <a:pt x="150" y="885"/>
                      </a:lnTo>
                      <a:cubicBezTo>
                        <a:pt x="16" y="964"/>
                        <a:pt x="0" y="1082"/>
                        <a:pt x="118" y="1153"/>
                      </a:cubicBezTo>
                      <a:lnTo>
                        <a:pt x="1945" y="2208"/>
                      </a:lnTo>
                      <a:cubicBezTo>
                        <a:pt x="2012" y="2236"/>
                        <a:pt x="2082" y="2250"/>
                        <a:pt x="2151" y="2250"/>
                      </a:cubicBezTo>
                      <a:cubicBezTo>
                        <a:pt x="2237" y="2250"/>
                        <a:pt x="2323" y="2228"/>
                        <a:pt x="2402" y="2184"/>
                      </a:cubicBezTo>
                      <a:lnTo>
                        <a:pt x="3828" y="1365"/>
                      </a:lnTo>
                      <a:cubicBezTo>
                        <a:pt x="3962" y="1287"/>
                        <a:pt x="3977" y="1168"/>
                        <a:pt x="3859" y="1098"/>
                      </a:cubicBezTo>
                      <a:lnTo>
                        <a:pt x="2032" y="42"/>
                      </a:lnTo>
                      <a:cubicBezTo>
                        <a:pt x="1966" y="14"/>
                        <a:pt x="1896" y="0"/>
                        <a:pt x="1827"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 name="Google Shape;254;p26"/>
                <p:cNvSpPr/>
                <p:nvPr/>
              </p:nvSpPr>
              <p:spPr>
                <a:xfrm>
                  <a:off x="4939250" y="2401350"/>
                  <a:ext cx="99450" cy="56400"/>
                </a:xfrm>
                <a:custGeom>
                  <a:avLst/>
                  <a:gdLst/>
                  <a:ahLst/>
                  <a:cxnLst/>
                  <a:rect l="l" t="t" r="r" b="b"/>
                  <a:pathLst>
                    <a:path w="3978" h="2256" extrusionOk="0">
                      <a:moveTo>
                        <a:pt x="1817" y="1"/>
                      </a:moveTo>
                      <a:cubicBezTo>
                        <a:pt x="1731" y="1"/>
                        <a:pt x="1648" y="23"/>
                        <a:pt x="1576" y="65"/>
                      </a:cubicBezTo>
                      <a:lnTo>
                        <a:pt x="150" y="892"/>
                      </a:lnTo>
                      <a:cubicBezTo>
                        <a:pt x="16" y="971"/>
                        <a:pt x="0" y="1089"/>
                        <a:pt x="119" y="1152"/>
                      </a:cubicBezTo>
                      <a:lnTo>
                        <a:pt x="1946" y="2207"/>
                      </a:lnTo>
                      <a:cubicBezTo>
                        <a:pt x="2011" y="2240"/>
                        <a:pt x="2083" y="2256"/>
                        <a:pt x="2156" y="2256"/>
                      </a:cubicBezTo>
                      <a:cubicBezTo>
                        <a:pt x="2240" y="2256"/>
                        <a:pt x="2326" y="2234"/>
                        <a:pt x="2403" y="2192"/>
                      </a:cubicBezTo>
                      <a:lnTo>
                        <a:pt x="3828" y="1365"/>
                      </a:lnTo>
                      <a:cubicBezTo>
                        <a:pt x="3962" y="1286"/>
                        <a:pt x="3978" y="1168"/>
                        <a:pt x="3859" y="1105"/>
                      </a:cubicBezTo>
                      <a:lnTo>
                        <a:pt x="2032" y="49"/>
                      </a:lnTo>
                      <a:cubicBezTo>
                        <a:pt x="1963" y="17"/>
                        <a:pt x="1889" y="1"/>
                        <a:pt x="1817"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55;p26"/>
                <p:cNvSpPr/>
                <p:nvPr/>
              </p:nvSpPr>
              <p:spPr>
                <a:xfrm>
                  <a:off x="5009725" y="2442125"/>
                  <a:ext cx="99475" cy="56400"/>
                </a:xfrm>
                <a:custGeom>
                  <a:avLst/>
                  <a:gdLst/>
                  <a:ahLst/>
                  <a:cxnLst/>
                  <a:rect l="l" t="t" r="r" b="b"/>
                  <a:pathLst>
                    <a:path w="3979" h="2256" extrusionOk="0">
                      <a:moveTo>
                        <a:pt x="1820" y="0"/>
                      </a:moveTo>
                      <a:cubicBezTo>
                        <a:pt x="1736" y="0"/>
                        <a:pt x="1652" y="22"/>
                        <a:pt x="1576" y="64"/>
                      </a:cubicBezTo>
                      <a:lnTo>
                        <a:pt x="151" y="891"/>
                      </a:lnTo>
                      <a:cubicBezTo>
                        <a:pt x="25" y="970"/>
                        <a:pt x="1" y="1088"/>
                        <a:pt x="119" y="1151"/>
                      </a:cubicBezTo>
                      <a:lnTo>
                        <a:pt x="1946" y="2207"/>
                      </a:lnTo>
                      <a:cubicBezTo>
                        <a:pt x="2015" y="2239"/>
                        <a:pt x="2089" y="2255"/>
                        <a:pt x="2162" y="2255"/>
                      </a:cubicBezTo>
                      <a:cubicBezTo>
                        <a:pt x="2247" y="2255"/>
                        <a:pt x="2331" y="2233"/>
                        <a:pt x="2403" y="2191"/>
                      </a:cubicBezTo>
                      <a:lnTo>
                        <a:pt x="3828" y="1372"/>
                      </a:lnTo>
                      <a:cubicBezTo>
                        <a:pt x="3962" y="1293"/>
                        <a:pt x="3978" y="1175"/>
                        <a:pt x="3860" y="1104"/>
                      </a:cubicBezTo>
                      <a:lnTo>
                        <a:pt x="2033" y="49"/>
                      </a:lnTo>
                      <a:cubicBezTo>
                        <a:pt x="1964" y="16"/>
                        <a:pt x="1892" y="0"/>
                        <a:pt x="1820"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26"/>
                <p:cNvSpPr/>
                <p:nvPr/>
              </p:nvSpPr>
              <p:spPr>
                <a:xfrm>
                  <a:off x="5080425" y="2483025"/>
                  <a:ext cx="99450" cy="56250"/>
                </a:xfrm>
                <a:custGeom>
                  <a:avLst/>
                  <a:gdLst/>
                  <a:ahLst/>
                  <a:cxnLst/>
                  <a:rect l="l" t="t" r="r" b="b"/>
                  <a:pathLst>
                    <a:path w="3978" h="2250" extrusionOk="0">
                      <a:moveTo>
                        <a:pt x="1827" y="1"/>
                      </a:moveTo>
                      <a:cubicBezTo>
                        <a:pt x="1740" y="1"/>
                        <a:pt x="1654" y="23"/>
                        <a:pt x="1575" y="67"/>
                      </a:cubicBezTo>
                      <a:lnTo>
                        <a:pt x="150" y="886"/>
                      </a:lnTo>
                      <a:cubicBezTo>
                        <a:pt x="24" y="964"/>
                        <a:pt x="0" y="1083"/>
                        <a:pt x="118" y="1153"/>
                      </a:cubicBezTo>
                      <a:lnTo>
                        <a:pt x="1946" y="2201"/>
                      </a:lnTo>
                      <a:cubicBezTo>
                        <a:pt x="2014" y="2234"/>
                        <a:pt x="2088" y="2249"/>
                        <a:pt x="2162" y="2249"/>
                      </a:cubicBezTo>
                      <a:cubicBezTo>
                        <a:pt x="2248" y="2249"/>
                        <a:pt x="2334" y="2228"/>
                        <a:pt x="2410" y="2185"/>
                      </a:cubicBezTo>
                      <a:lnTo>
                        <a:pt x="3828" y="1366"/>
                      </a:lnTo>
                      <a:cubicBezTo>
                        <a:pt x="3962" y="1287"/>
                        <a:pt x="3977" y="1169"/>
                        <a:pt x="3859" y="1098"/>
                      </a:cubicBezTo>
                      <a:lnTo>
                        <a:pt x="2032" y="43"/>
                      </a:lnTo>
                      <a:cubicBezTo>
                        <a:pt x="1966" y="15"/>
                        <a:pt x="1896" y="1"/>
                        <a:pt x="1827"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26"/>
                <p:cNvSpPr/>
                <p:nvPr/>
              </p:nvSpPr>
              <p:spPr>
                <a:xfrm>
                  <a:off x="5151100" y="2523775"/>
                  <a:ext cx="99450" cy="56275"/>
                </a:xfrm>
                <a:custGeom>
                  <a:avLst/>
                  <a:gdLst/>
                  <a:ahLst/>
                  <a:cxnLst/>
                  <a:rect l="l" t="t" r="r" b="b"/>
                  <a:pathLst>
                    <a:path w="3978" h="2251" extrusionOk="0">
                      <a:moveTo>
                        <a:pt x="1822" y="0"/>
                      </a:moveTo>
                      <a:cubicBezTo>
                        <a:pt x="1737" y="0"/>
                        <a:pt x="1653" y="20"/>
                        <a:pt x="1576" y="59"/>
                      </a:cubicBezTo>
                      <a:lnTo>
                        <a:pt x="150" y="886"/>
                      </a:lnTo>
                      <a:cubicBezTo>
                        <a:pt x="16" y="965"/>
                        <a:pt x="1" y="1083"/>
                        <a:pt x="119" y="1154"/>
                      </a:cubicBezTo>
                      <a:lnTo>
                        <a:pt x="1946" y="2209"/>
                      </a:lnTo>
                      <a:cubicBezTo>
                        <a:pt x="2012" y="2237"/>
                        <a:pt x="2082" y="2251"/>
                        <a:pt x="2151" y="2251"/>
                      </a:cubicBezTo>
                      <a:cubicBezTo>
                        <a:pt x="2238" y="2251"/>
                        <a:pt x="2324" y="2229"/>
                        <a:pt x="2403" y="2185"/>
                      </a:cubicBezTo>
                      <a:lnTo>
                        <a:pt x="3828" y="1366"/>
                      </a:lnTo>
                      <a:cubicBezTo>
                        <a:pt x="3954" y="1288"/>
                        <a:pt x="3978" y="1169"/>
                        <a:pt x="3860" y="1099"/>
                      </a:cubicBezTo>
                      <a:lnTo>
                        <a:pt x="2032" y="43"/>
                      </a:lnTo>
                      <a:cubicBezTo>
                        <a:pt x="1964" y="14"/>
                        <a:pt x="1893" y="0"/>
                        <a:pt x="1822"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258;p26"/>
                <p:cNvSpPr/>
                <p:nvPr/>
              </p:nvSpPr>
              <p:spPr>
                <a:xfrm>
                  <a:off x="4463375" y="2050725"/>
                  <a:ext cx="107125" cy="61000"/>
                </a:xfrm>
                <a:custGeom>
                  <a:avLst/>
                  <a:gdLst/>
                  <a:ahLst/>
                  <a:cxnLst/>
                  <a:rect l="l" t="t" r="r" b="b"/>
                  <a:pathLst>
                    <a:path w="4285" h="2440" extrusionOk="0">
                      <a:moveTo>
                        <a:pt x="1825" y="1"/>
                      </a:moveTo>
                      <a:cubicBezTo>
                        <a:pt x="1755" y="1"/>
                        <a:pt x="1685" y="18"/>
                        <a:pt x="1623" y="56"/>
                      </a:cubicBezTo>
                      <a:lnTo>
                        <a:pt x="126" y="922"/>
                      </a:lnTo>
                      <a:cubicBezTo>
                        <a:pt x="8" y="985"/>
                        <a:pt x="0" y="1088"/>
                        <a:pt x="95" y="1143"/>
                      </a:cubicBezTo>
                      <a:lnTo>
                        <a:pt x="2268" y="2403"/>
                      </a:lnTo>
                      <a:cubicBezTo>
                        <a:pt x="2323" y="2427"/>
                        <a:pt x="2382" y="2439"/>
                        <a:pt x="2439" y="2439"/>
                      </a:cubicBezTo>
                      <a:cubicBezTo>
                        <a:pt x="2514" y="2439"/>
                        <a:pt x="2588" y="2419"/>
                        <a:pt x="2654" y="2379"/>
                      </a:cubicBezTo>
                      <a:lnTo>
                        <a:pt x="4158" y="1513"/>
                      </a:lnTo>
                      <a:cubicBezTo>
                        <a:pt x="4269" y="1450"/>
                        <a:pt x="4284" y="1348"/>
                        <a:pt x="4182" y="1292"/>
                      </a:cubicBezTo>
                      <a:lnTo>
                        <a:pt x="2008" y="40"/>
                      </a:lnTo>
                      <a:cubicBezTo>
                        <a:pt x="1949" y="14"/>
                        <a:pt x="1887" y="1"/>
                        <a:pt x="1825"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 name="Google Shape;259;p26"/>
                <p:cNvSpPr/>
                <p:nvPr/>
              </p:nvSpPr>
              <p:spPr>
                <a:xfrm>
                  <a:off x="4542725" y="2096400"/>
                  <a:ext cx="107125" cy="60950"/>
                </a:xfrm>
                <a:custGeom>
                  <a:avLst/>
                  <a:gdLst/>
                  <a:ahLst/>
                  <a:cxnLst/>
                  <a:rect l="l" t="t" r="r" b="b"/>
                  <a:pathLst>
                    <a:path w="4285" h="2438" extrusionOk="0">
                      <a:moveTo>
                        <a:pt x="1825" y="1"/>
                      </a:moveTo>
                      <a:cubicBezTo>
                        <a:pt x="1755" y="1"/>
                        <a:pt x="1685" y="18"/>
                        <a:pt x="1622" y="56"/>
                      </a:cubicBezTo>
                      <a:lnTo>
                        <a:pt x="126" y="922"/>
                      </a:lnTo>
                      <a:cubicBezTo>
                        <a:pt x="8" y="985"/>
                        <a:pt x="0" y="1088"/>
                        <a:pt x="95" y="1143"/>
                      </a:cubicBezTo>
                      <a:lnTo>
                        <a:pt x="2268" y="2395"/>
                      </a:lnTo>
                      <a:cubicBezTo>
                        <a:pt x="2326" y="2424"/>
                        <a:pt x="2386" y="2438"/>
                        <a:pt x="2447" y="2438"/>
                      </a:cubicBezTo>
                      <a:cubicBezTo>
                        <a:pt x="2519" y="2438"/>
                        <a:pt x="2590" y="2418"/>
                        <a:pt x="2654" y="2379"/>
                      </a:cubicBezTo>
                      <a:lnTo>
                        <a:pt x="4158" y="1513"/>
                      </a:lnTo>
                      <a:cubicBezTo>
                        <a:pt x="4269" y="1450"/>
                        <a:pt x="4284" y="1348"/>
                        <a:pt x="4182" y="1293"/>
                      </a:cubicBezTo>
                      <a:lnTo>
                        <a:pt x="2008" y="40"/>
                      </a:lnTo>
                      <a:cubicBezTo>
                        <a:pt x="1949" y="14"/>
                        <a:pt x="1887" y="1"/>
                        <a:pt x="1825"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26"/>
                <p:cNvSpPr/>
                <p:nvPr/>
              </p:nvSpPr>
              <p:spPr>
                <a:xfrm>
                  <a:off x="4621850" y="2142150"/>
                  <a:ext cx="107150" cy="60925"/>
                </a:xfrm>
                <a:custGeom>
                  <a:avLst/>
                  <a:gdLst/>
                  <a:ahLst/>
                  <a:cxnLst/>
                  <a:rect l="l" t="t" r="r" b="b"/>
                  <a:pathLst>
                    <a:path w="4286" h="2437" extrusionOk="0">
                      <a:moveTo>
                        <a:pt x="1841" y="1"/>
                      </a:moveTo>
                      <a:cubicBezTo>
                        <a:pt x="1768" y="1"/>
                        <a:pt x="1696" y="19"/>
                        <a:pt x="1631" y="53"/>
                      </a:cubicBezTo>
                      <a:lnTo>
                        <a:pt x="127" y="920"/>
                      </a:lnTo>
                      <a:cubicBezTo>
                        <a:pt x="17" y="990"/>
                        <a:pt x="1" y="1085"/>
                        <a:pt x="103" y="1148"/>
                      </a:cubicBezTo>
                      <a:lnTo>
                        <a:pt x="2277" y="2400"/>
                      </a:lnTo>
                      <a:cubicBezTo>
                        <a:pt x="2334" y="2425"/>
                        <a:pt x="2394" y="2437"/>
                        <a:pt x="2453" y="2437"/>
                      </a:cubicBezTo>
                      <a:cubicBezTo>
                        <a:pt x="2526" y="2437"/>
                        <a:pt x="2598" y="2419"/>
                        <a:pt x="2663" y="2384"/>
                      </a:cubicBezTo>
                      <a:lnTo>
                        <a:pt x="4159" y="1518"/>
                      </a:lnTo>
                      <a:cubicBezTo>
                        <a:pt x="4277" y="1455"/>
                        <a:pt x="4285" y="1353"/>
                        <a:pt x="4191" y="1298"/>
                      </a:cubicBezTo>
                      <a:lnTo>
                        <a:pt x="2017" y="37"/>
                      </a:lnTo>
                      <a:cubicBezTo>
                        <a:pt x="1960" y="13"/>
                        <a:pt x="1901" y="1"/>
                        <a:pt x="1841"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26"/>
                <p:cNvSpPr/>
                <p:nvPr/>
              </p:nvSpPr>
              <p:spPr>
                <a:xfrm>
                  <a:off x="4701200" y="2188075"/>
                  <a:ext cx="107350" cy="60875"/>
                </a:xfrm>
                <a:custGeom>
                  <a:avLst/>
                  <a:gdLst/>
                  <a:ahLst/>
                  <a:cxnLst/>
                  <a:rect l="l" t="t" r="r" b="b"/>
                  <a:pathLst>
                    <a:path w="4294" h="2435" extrusionOk="0">
                      <a:moveTo>
                        <a:pt x="1839" y="1"/>
                      </a:moveTo>
                      <a:cubicBezTo>
                        <a:pt x="1767" y="1"/>
                        <a:pt x="1695" y="21"/>
                        <a:pt x="1631" y="59"/>
                      </a:cubicBezTo>
                      <a:lnTo>
                        <a:pt x="127" y="918"/>
                      </a:lnTo>
                      <a:cubicBezTo>
                        <a:pt x="17" y="981"/>
                        <a:pt x="1" y="1083"/>
                        <a:pt x="103" y="1138"/>
                      </a:cubicBezTo>
                      <a:lnTo>
                        <a:pt x="2277" y="2398"/>
                      </a:lnTo>
                      <a:cubicBezTo>
                        <a:pt x="2330" y="2423"/>
                        <a:pt x="2390" y="2435"/>
                        <a:pt x="2450" y="2435"/>
                      </a:cubicBezTo>
                      <a:cubicBezTo>
                        <a:pt x="2523" y="2435"/>
                        <a:pt x="2598" y="2417"/>
                        <a:pt x="2663" y="2382"/>
                      </a:cubicBezTo>
                      <a:lnTo>
                        <a:pt x="4167" y="1516"/>
                      </a:lnTo>
                      <a:cubicBezTo>
                        <a:pt x="4277" y="1445"/>
                        <a:pt x="4293" y="1351"/>
                        <a:pt x="4191" y="1288"/>
                      </a:cubicBezTo>
                      <a:lnTo>
                        <a:pt x="2017" y="43"/>
                      </a:lnTo>
                      <a:cubicBezTo>
                        <a:pt x="1960" y="15"/>
                        <a:pt x="1899" y="1"/>
                        <a:pt x="1839"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26"/>
                <p:cNvSpPr/>
                <p:nvPr/>
              </p:nvSpPr>
              <p:spPr>
                <a:xfrm>
                  <a:off x="4780550" y="2233750"/>
                  <a:ext cx="107150" cy="60950"/>
                </a:xfrm>
                <a:custGeom>
                  <a:avLst/>
                  <a:gdLst/>
                  <a:ahLst/>
                  <a:cxnLst/>
                  <a:rect l="l" t="t" r="r" b="b"/>
                  <a:pathLst>
                    <a:path w="4286" h="2438" extrusionOk="0">
                      <a:moveTo>
                        <a:pt x="1838" y="1"/>
                      </a:moveTo>
                      <a:cubicBezTo>
                        <a:pt x="1766" y="1"/>
                        <a:pt x="1695" y="21"/>
                        <a:pt x="1631" y="59"/>
                      </a:cubicBezTo>
                      <a:lnTo>
                        <a:pt x="127" y="926"/>
                      </a:lnTo>
                      <a:cubicBezTo>
                        <a:pt x="16" y="989"/>
                        <a:pt x="1" y="1091"/>
                        <a:pt x="103" y="1146"/>
                      </a:cubicBezTo>
                      <a:lnTo>
                        <a:pt x="2277" y="2398"/>
                      </a:lnTo>
                      <a:cubicBezTo>
                        <a:pt x="2332" y="2424"/>
                        <a:pt x="2393" y="2438"/>
                        <a:pt x="2454" y="2438"/>
                      </a:cubicBezTo>
                      <a:cubicBezTo>
                        <a:pt x="2524" y="2438"/>
                        <a:pt x="2596" y="2420"/>
                        <a:pt x="2663" y="2383"/>
                      </a:cubicBezTo>
                      <a:lnTo>
                        <a:pt x="4159" y="1516"/>
                      </a:lnTo>
                      <a:cubicBezTo>
                        <a:pt x="4277" y="1453"/>
                        <a:pt x="4285" y="1351"/>
                        <a:pt x="4191" y="1296"/>
                      </a:cubicBezTo>
                      <a:lnTo>
                        <a:pt x="2017" y="43"/>
                      </a:lnTo>
                      <a:cubicBezTo>
                        <a:pt x="1959" y="15"/>
                        <a:pt x="1899" y="1"/>
                        <a:pt x="1838"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 name="Google Shape;263;p26"/>
                <p:cNvSpPr/>
                <p:nvPr/>
              </p:nvSpPr>
              <p:spPr>
                <a:xfrm>
                  <a:off x="4859900" y="2279575"/>
                  <a:ext cx="107125" cy="60950"/>
                </a:xfrm>
                <a:custGeom>
                  <a:avLst/>
                  <a:gdLst/>
                  <a:ahLst/>
                  <a:cxnLst/>
                  <a:rect l="l" t="t" r="r" b="b"/>
                  <a:pathLst>
                    <a:path w="4285" h="2438" extrusionOk="0">
                      <a:moveTo>
                        <a:pt x="1841" y="1"/>
                      </a:moveTo>
                      <a:cubicBezTo>
                        <a:pt x="1768" y="1"/>
                        <a:pt x="1696" y="19"/>
                        <a:pt x="1631" y="53"/>
                      </a:cubicBezTo>
                      <a:lnTo>
                        <a:pt x="127" y="920"/>
                      </a:lnTo>
                      <a:cubicBezTo>
                        <a:pt x="16" y="991"/>
                        <a:pt x="1" y="1085"/>
                        <a:pt x="103" y="1148"/>
                      </a:cubicBezTo>
                      <a:lnTo>
                        <a:pt x="2277" y="2400"/>
                      </a:lnTo>
                      <a:cubicBezTo>
                        <a:pt x="2330" y="2425"/>
                        <a:pt x="2388" y="2437"/>
                        <a:pt x="2447" y="2437"/>
                      </a:cubicBezTo>
                      <a:cubicBezTo>
                        <a:pt x="2519" y="2437"/>
                        <a:pt x="2593" y="2419"/>
                        <a:pt x="2663" y="2385"/>
                      </a:cubicBezTo>
                      <a:lnTo>
                        <a:pt x="4159" y="1518"/>
                      </a:lnTo>
                      <a:cubicBezTo>
                        <a:pt x="4277" y="1455"/>
                        <a:pt x="4285" y="1353"/>
                        <a:pt x="4190" y="1298"/>
                      </a:cubicBezTo>
                      <a:lnTo>
                        <a:pt x="2017" y="38"/>
                      </a:lnTo>
                      <a:cubicBezTo>
                        <a:pt x="1960" y="13"/>
                        <a:pt x="1900" y="1"/>
                        <a:pt x="1841"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 name="Google Shape;264;p26"/>
                <p:cNvSpPr/>
                <p:nvPr/>
              </p:nvSpPr>
              <p:spPr>
                <a:xfrm>
                  <a:off x="4939250" y="2325400"/>
                  <a:ext cx="107125" cy="60975"/>
                </a:xfrm>
                <a:custGeom>
                  <a:avLst/>
                  <a:gdLst/>
                  <a:ahLst/>
                  <a:cxnLst/>
                  <a:rect l="l" t="t" r="r" b="b"/>
                  <a:pathLst>
                    <a:path w="4285" h="2439" extrusionOk="0">
                      <a:moveTo>
                        <a:pt x="1833" y="0"/>
                      </a:moveTo>
                      <a:cubicBezTo>
                        <a:pt x="1763" y="0"/>
                        <a:pt x="1693" y="18"/>
                        <a:pt x="1631" y="55"/>
                      </a:cubicBezTo>
                      <a:lnTo>
                        <a:pt x="126" y="922"/>
                      </a:lnTo>
                      <a:cubicBezTo>
                        <a:pt x="8" y="985"/>
                        <a:pt x="0" y="1087"/>
                        <a:pt x="95" y="1142"/>
                      </a:cubicBezTo>
                      <a:lnTo>
                        <a:pt x="2269" y="2402"/>
                      </a:lnTo>
                      <a:cubicBezTo>
                        <a:pt x="2324" y="2426"/>
                        <a:pt x="2382" y="2438"/>
                        <a:pt x="2440" y="2438"/>
                      </a:cubicBezTo>
                      <a:cubicBezTo>
                        <a:pt x="2514" y="2438"/>
                        <a:pt x="2588" y="2419"/>
                        <a:pt x="2655" y="2379"/>
                      </a:cubicBezTo>
                      <a:lnTo>
                        <a:pt x="4159" y="1512"/>
                      </a:lnTo>
                      <a:cubicBezTo>
                        <a:pt x="4277" y="1449"/>
                        <a:pt x="4285" y="1347"/>
                        <a:pt x="4182" y="1292"/>
                      </a:cubicBezTo>
                      <a:lnTo>
                        <a:pt x="2017" y="40"/>
                      </a:lnTo>
                      <a:cubicBezTo>
                        <a:pt x="1958" y="14"/>
                        <a:pt x="1895" y="0"/>
                        <a:pt x="1833"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 name="Google Shape;265;p26"/>
                <p:cNvSpPr/>
                <p:nvPr/>
              </p:nvSpPr>
              <p:spPr>
                <a:xfrm>
                  <a:off x="5018600" y="2371125"/>
                  <a:ext cx="107125" cy="61000"/>
                </a:xfrm>
                <a:custGeom>
                  <a:avLst/>
                  <a:gdLst/>
                  <a:ahLst/>
                  <a:cxnLst/>
                  <a:rect l="l" t="t" r="r" b="b"/>
                  <a:pathLst>
                    <a:path w="4285" h="2440" extrusionOk="0">
                      <a:moveTo>
                        <a:pt x="1840" y="1"/>
                      </a:moveTo>
                      <a:cubicBezTo>
                        <a:pt x="1766" y="1"/>
                        <a:pt x="1692" y="19"/>
                        <a:pt x="1623" y="54"/>
                      </a:cubicBezTo>
                      <a:lnTo>
                        <a:pt x="126" y="920"/>
                      </a:lnTo>
                      <a:cubicBezTo>
                        <a:pt x="8" y="991"/>
                        <a:pt x="0" y="1093"/>
                        <a:pt x="95" y="1148"/>
                      </a:cubicBezTo>
                      <a:lnTo>
                        <a:pt x="2268" y="2400"/>
                      </a:lnTo>
                      <a:cubicBezTo>
                        <a:pt x="2328" y="2426"/>
                        <a:pt x="2390" y="2440"/>
                        <a:pt x="2452" y="2440"/>
                      </a:cubicBezTo>
                      <a:cubicBezTo>
                        <a:pt x="2522" y="2440"/>
                        <a:pt x="2592" y="2422"/>
                        <a:pt x="2654" y="2385"/>
                      </a:cubicBezTo>
                      <a:lnTo>
                        <a:pt x="4159" y="1518"/>
                      </a:lnTo>
                      <a:cubicBezTo>
                        <a:pt x="4269" y="1455"/>
                        <a:pt x="4285" y="1353"/>
                        <a:pt x="4182" y="1298"/>
                      </a:cubicBezTo>
                      <a:lnTo>
                        <a:pt x="2016" y="38"/>
                      </a:lnTo>
                      <a:cubicBezTo>
                        <a:pt x="1960" y="13"/>
                        <a:pt x="1900" y="1"/>
                        <a:pt x="1840"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26"/>
                <p:cNvSpPr/>
                <p:nvPr/>
              </p:nvSpPr>
              <p:spPr>
                <a:xfrm>
                  <a:off x="5097950" y="2417000"/>
                  <a:ext cx="107125" cy="60950"/>
                </a:xfrm>
                <a:custGeom>
                  <a:avLst/>
                  <a:gdLst/>
                  <a:ahLst/>
                  <a:cxnLst/>
                  <a:rect l="l" t="t" r="r" b="b"/>
                  <a:pathLst>
                    <a:path w="4285" h="2438" extrusionOk="0">
                      <a:moveTo>
                        <a:pt x="1836" y="1"/>
                      </a:moveTo>
                      <a:cubicBezTo>
                        <a:pt x="1762" y="1"/>
                        <a:pt x="1687" y="19"/>
                        <a:pt x="1623" y="54"/>
                      </a:cubicBezTo>
                      <a:lnTo>
                        <a:pt x="126" y="920"/>
                      </a:lnTo>
                      <a:cubicBezTo>
                        <a:pt x="8" y="983"/>
                        <a:pt x="0" y="1085"/>
                        <a:pt x="95" y="1140"/>
                      </a:cubicBezTo>
                      <a:lnTo>
                        <a:pt x="2268" y="2400"/>
                      </a:lnTo>
                      <a:cubicBezTo>
                        <a:pt x="2325" y="2425"/>
                        <a:pt x="2385" y="2437"/>
                        <a:pt x="2445" y="2437"/>
                      </a:cubicBezTo>
                      <a:cubicBezTo>
                        <a:pt x="2517" y="2437"/>
                        <a:pt x="2589" y="2419"/>
                        <a:pt x="2654" y="2385"/>
                      </a:cubicBezTo>
                      <a:lnTo>
                        <a:pt x="4158" y="1518"/>
                      </a:lnTo>
                      <a:cubicBezTo>
                        <a:pt x="4269" y="1447"/>
                        <a:pt x="4284" y="1353"/>
                        <a:pt x="4182" y="1290"/>
                      </a:cubicBezTo>
                      <a:lnTo>
                        <a:pt x="2008" y="38"/>
                      </a:lnTo>
                      <a:cubicBezTo>
                        <a:pt x="1955" y="13"/>
                        <a:pt x="1896" y="1"/>
                        <a:pt x="1836"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26"/>
                <p:cNvSpPr/>
                <p:nvPr/>
              </p:nvSpPr>
              <p:spPr>
                <a:xfrm>
                  <a:off x="5177300" y="2462750"/>
                  <a:ext cx="107125" cy="60950"/>
                </a:xfrm>
                <a:custGeom>
                  <a:avLst/>
                  <a:gdLst/>
                  <a:ahLst/>
                  <a:cxnLst/>
                  <a:rect l="l" t="t" r="r" b="b"/>
                  <a:pathLst>
                    <a:path w="4285" h="2438" extrusionOk="0">
                      <a:moveTo>
                        <a:pt x="1830" y="0"/>
                      </a:moveTo>
                      <a:cubicBezTo>
                        <a:pt x="1758" y="0"/>
                        <a:pt x="1687" y="20"/>
                        <a:pt x="1622" y="59"/>
                      </a:cubicBezTo>
                      <a:lnTo>
                        <a:pt x="126" y="925"/>
                      </a:lnTo>
                      <a:cubicBezTo>
                        <a:pt x="8" y="988"/>
                        <a:pt x="0" y="1090"/>
                        <a:pt x="95" y="1145"/>
                      </a:cubicBezTo>
                      <a:lnTo>
                        <a:pt x="2268" y="2398"/>
                      </a:lnTo>
                      <a:cubicBezTo>
                        <a:pt x="2327" y="2423"/>
                        <a:pt x="2390" y="2437"/>
                        <a:pt x="2452" y="2437"/>
                      </a:cubicBezTo>
                      <a:cubicBezTo>
                        <a:pt x="2522" y="2437"/>
                        <a:pt x="2591" y="2419"/>
                        <a:pt x="2654" y="2382"/>
                      </a:cubicBezTo>
                      <a:lnTo>
                        <a:pt x="4158" y="1516"/>
                      </a:lnTo>
                      <a:cubicBezTo>
                        <a:pt x="4269" y="1453"/>
                        <a:pt x="4284" y="1350"/>
                        <a:pt x="4182" y="1295"/>
                      </a:cubicBezTo>
                      <a:lnTo>
                        <a:pt x="2008" y="43"/>
                      </a:lnTo>
                      <a:cubicBezTo>
                        <a:pt x="1951" y="14"/>
                        <a:pt x="1890" y="0"/>
                        <a:pt x="1830"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p26"/>
                <p:cNvSpPr/>
                <p:nvPr/>
              </p:nvSpPr>
              <p:spPr>
                <a:xfrm>
                  <a:off x="5256450" y="2508500"/>
                  <a:ext cx="107325" cy="61000"/>
                </a:xfrm>
                <a:custGeom>
                  <a:avLst/>
                  <a:gdLst/>
                  <a:ahLst/>
                  <a:cxnLst/>
                  <a:rect l="l" t="t" r="r" b="b"/>
                  <a:pathLst>
                    <a:path w="4293" h="2440" extrusionOk="0">
                      <a:moveTo>
                        <a:pt x="1833" y="0"/>
                      </a:moveTo>
                      <a:cubicBezTo>
                        <a:pt x="1762" y="0"/>
                        <a:pt x="1693" y="18"/>
                        <a:pt x="1630" y="56"/>
                      </a:cubicBezTo>
                      <a:lnTo>
                        <a:pt x="126" y="922"/>
                      </a:lnTo>
                      <a:cubicBezTo>
                        <a:pt x="16" y="985"/>
                        <a:pt x="0" y="1087"/>
                        <a:pt x="102" y="1142"/>
                      </a:cubicBezTo>
                      <a:lnTo>
                        <a:pt x="2276" y="2403"/>
                      </a:lnTo>
                      <a:cubicBezTo>
                        <a:pt x="2333" y="2427"/>
                        <a:pt x="2393" y="2439"/>
                        <a:pt x="2452" y="2439"/>
                      </a:cubicBezTo>
                      <a:cubicBezTo>
                        <a:pt x="2525" y="2439"/>
                        <a:pt x="2597" y="2421"/>
                        <a:pt x="2662" y="2387"/>
                      </a:cubicBezTo>
                      <a:lnTo>
                        <a:pt x="4158" y="1513"/>
                      </a:lnTo>
                      <a:cubicBezTo>
                        <a:pt x="4276" y="1450"/>
                        <a:pt x="4292" y="1347"/>
                        <a:pt x="4190" y="1292"/>
                      </a:cubicBezTo>
                      <a:lnTo>
                        <a:pt x="2016" y="40"/>
                      </a:lnTo>
                      <a:cubicBezTo>
                        <a:pt x="1957" y="14"/>
                        <a:pt x="1895" y="0"/>
                        <a:pt x="1833"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 name="Google Shape;269;p26"/>
                <p:cNvSpPr/>
                <p:nvPr/>
              </p:nvSpPr>
              <p:spPr>
                <a:xfrm>
                  <a:off x="5136725" y="2667250"/>
                  <a:ext cx="117775" cy="67050"/>
                </a:xfrm>
                <a:custGeom>
                  <a:avLst/>
                  <a:gdLst/>
                  <a:ahLst/>
                  <a:cxnLst/>
                  <a:rect l="l" t="t" r="r" b="b"/>
                  <a:pathLst>
                    <a:path w="4711" h="2682" extrusionOk="0">
                      <a:moveTo>
                        <a:pt x="1843" y="1"/>
                      </a:moveTo>
                      <a:cubicBezTo>
                        <a:pt x="1775" y="1"/>
                        <a:pt x="1707" y="19"/>
                        <a:pt x="1647" y="53"/>
                      </a:cubicBezTo>
                      <a:lnTo>
                        <a:pt x="119" y="928"/>
                      </a:lnTo>
                      <a:cubicBezTo>
                        <a:pt x="16" y="998"/>
                        <a:pt x="1" y="1093"/>
                        <a:pt x="95" y="1140"/>
                      </a:cubicBezTo>
                      <a:lnTo>
                        <a:pt x="2702" y="2644"/>
                      </a:lnTo>
                      <a:cubicBezTo>
                        <a:pt x="2752" y="2669"/>
                        <a:pt x="2808" y="2681"/>
                        <a:pt x="2864" y="2681"/>
                      </a:cubicBezTo>
                      <a:cubicBezTo>
                        <a:pt x="2933" y="2681"/>
                        <a:pt x="3004" y="2663"/>
                        <a:pt x="3064" y="2629"/>
                      </a:cubicBezTo>
                      <a:lnTo>
                        <a:pt x="4584" y="1747"/>
                      </a:lnTo>
                      <a:cubicBezTo>
                        <a:pt x="4695" y="1684"/>
                        <a:pt x="4710" y="1589"/>
                        <a:pt x="4616" y="1542"/>
                      </a:cubicBezTo>
                      <a:lnTo>
                        <a:pt x="2009" y="38"/>
                      </a:lnTo>
                      <a:cubicBezTo>
                        <a:pt x="1956" y="13"/>
                        <a:pt x="1899" y="1"/>
                        <a:pt x="1843"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26"/>
                <p:cNvSpPr/>
                <p:nvPr/>
              </p:nvSpPr>
              <p:spPr>
                <a:xfrm>
                  <a:off x="5051075" y="2617825"/>
                  <a:ext cx="117775" cy="67050"/>
                </a:xfrm>
                <a:custGeom>
                  <a:avLst/>
                  <a:gdLst/>
                  <a:ahLst/>
                  <a:cxnLst/>
                  <a:rect l="l" t="t" r="r" b="b"/>
                  <a:pathLst>
                    <a:path w="4711" h="2682" extrusionOk="0">
                      <a:moveTo>
                        <a:pt x="1844" y="1"/>
                      </a:moveTo>
                      <a:cubicBezTo>
                        <a:pt x="1775" y="1"/>
                        <a:pt x="1707" y="19"/>
                        <a:pt x="1647" y="54"/>
                      </a:cubicBezTo>
                      <a:lnTo>
                        <a:pt x="119" y="928"/>
                      </a:lnTo>
                      <a:cubicBezTo>
                        <a:pt x="9" y="991"/>
                        <a:pt x="1" y="1085"/>
                        <a:pt x="95" y="1140"/>
                      </a:cubicBezTo>
                      <a:lnTo>
                        <a:pt x="2702" y="2645"/>
                      </a:lnTo>
                      <a:cubicBezTo>
                        <a:pt x="2752" y="2669"/>
                        <a:pt x="2808" y="2682"/>
                        <a:pt x="2864" y="2682"/>
                      </a:cubicBezTo>
                      <a:cubicBezTo>
                        <a:pt x="2934" y="2682"/>
                        <a:pt x="3004" y="2664"/>
                        <a:pt x="3064" y="2629"/>
                      </a:cubicBezTo>
                      <a:lnTo>
                        <a:pt x="4584" y="1747"/>
                      </a:lnTo>
                      <a:cubicBezTo>
                        <a:pt x="4695" y="1684"/>
                        <a:pt x="4710" y="1589"/>
                        <a:pt x="4616" y="1542"/>
                      </a:cubicBezTo>
                      <a:lnTo>
                        <a:pt x="2009" y="38"/>
                      </a:lnTo>
                      <a:cubicBezTo>
                        <a:pt x="1956" y="13"/>
                        <a:pt x="1900" y="1"/>
                        <a:pt x="1844"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271;p26"/>
                <p:cNvSpPr/>
                <p:nvPr/>
              </p:nvSpPr>
              <p:spPr>
                <a:xfrm>
                  <a:off x="4965250" y="2568300"/>
                  <a:ext cx="117750" cy="67075"/>
                </a:xfrm>
                <a:custGeom>
                  <a:avLst/>
                  <a:gdLst/>
                  <a:ahLst/>
                  <a:cxnLst/>
                  <a:rect l="l" t="t" r="r" b="b"/>
                  <a:pathLst>
                    <a:path w="4710" h="2683" extrusionOk="0">
                      <a:moveTo>
                        <a:pt x="1842" y="1"/>
                      </a:moveTo>
                      <a:cubicBezTo>
                        <a:pt x="1773" y="1"/>
                        <a:pt x="1705" y="16"/>
                        <a:pt x="1646" y="50"/>
                      </a:cubicBezTo>
                      <a:lnTo>
                        <a:pt x="126" y="932"/>
                      </a:lnTo>
                      <a:cubicBezTo>
                        <a:pt x="16" y="995"/>
                        <a:pt x="0" y="1090"/>
                        <a:pt x="95" y="1145"/>
                      </a:cubicBezTo>
                      <a:lnTo>
                        <a:pt x="2701" y="2649"/>
                      </a:lnTo>
                      <a:cubicBezTo>
                        <a:pt x="2756" y="2671"/>
                        <a:pt x="2814" y="2683"/>
                        <a:pt x="2872" y="2683"/>
                      </a:cubicBezTo>
                      <a:cubicBezTo>
                        <a:pt x="2939" y="2683"/>
                        <a:pt x="3005" y="2667"/>
                        <a:pt x="3064" y="2633"/>
                      </a:cubicBezTo>
                      <a:lnTo>
                        <a:pt x="4591" y="1751"/>
                      </a:lnTo>
                      <a:cubicBezTo>
                        <a:pt x="4702" y="1688"/>
                        <a:pt x="4710" y="1594"/>
                        <a:pt x="4615" y="1538"/>
                      </a:cubicBezTo>
                      <a:lnTo>
                        <a:pt x="2016" y="34"/>
                      </a:lnTo>
                      <a:cubicBezTo>
                        <a:pt x="1961" y="12"/>
                        <a:pt x="1901" y="1"/>
                        <a:pt x="1842"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 name="Google Shape;272;p26"/>
                <p:cNvSpPr/>
                <p:nvPr/>
              </p:nvSpPr>
              <p:spPr>
                <a:xfrm>
                  <a:off x="4432250" y="2260475"/>
                  <a:ext cx="565100" cy="325375"/>
                </a:xfrm>
                <a:custGeom>
                  <a:avLst/>
                  <a:gdLst/>
                  <a:ahLst/>
                  <a:cxnLst/>
                  <a:rect l="l" t="t" r="r" b="b"/>
                  <a:pathLst>
                    <a:path w="22604" h="13015" extrusionOk="0">
                      <a:moveTo>
                        <a:pt x="1844" y="1"/>
                      </a:moveTo>
                      <a:cubicBezTo>
                        <a:pt x="1775" y="1"/>
                        <a:pt x="1707" y="19"/>
                        <a:pt x="1647" y="53"/>
                      </a:cubicBezTo>
                      <a:lnTo>
                        <a:pt x="119" y="935"/>
                      </a:lnTo>
                      <a:cubicBezTo>
                        <a:pt x="9" y="998"/>
                        <a:pt x="1" y="1093"/>
                        <a:pt x="95" y="1148"/>
                      </a:cubicBezTo>
                      <a:lnTo>
                        <a:pt x="20595" y="12977"/>
                      </a:lnTo>
                      <a:cubicBezTo>
                        <a:pt x="20645" y="13002"/>
                        <a:pt x="20700" y="13014"/>
                        <a:pt x="20755" y="13014"/>
                      </a:cubicBezTo>
                      <a:cubicBezTo>
                        <a:pt x="20823" y="13014"/>
                        <a:pt x="20893" y="12996"/>
                        <a:pt x="20958" y="12962"/>
                      </a:cubicBezTo>
                      <a:lnTo>
                        <a:pt x="22486" y="12087"/>
                      </a:lnTo>
                      <a:cubicBezTo>
                        <a:pt x="22588" y="12024"/>
                        <a:pt x="22604" y="11930"/>
                        <a:pt x="22509" y="11875"/>
                      </a:cubicBezTo>
                      <a:lnTo>
                        <a:pt x="2009" y="38"/>
                      </a:lnTo>
                      <a:cubicBezTo>
                        <a:pt x="1956" y="13"/>
                        <a:pt x="1900" y="1"/>
                        <a:pt x="1844"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26"/>
                <p:cNvSpPr/>
                <p:nvPr/>
              </p:nvSpPr>
              <p:spPr>
                <a:xfrm>
                  <a:off x="4840800" y="1848525"/>
                  <a:ext cx="676350" cy="390475"/>
                </a:xfrm>
                <a:custGeom>
                  <a:avLst/>
                  <a:gdLst/>
                  <a:ahLst/>
                  <a:cxnLst/>
                  <a:rect l="l" t="t" r="r" b="b"/>
                  <a:pathLst>
                    <a:path w="27054" h="15619" extrusionOk="0">
                      <a:moveTo>
                        <a:pt x="7022" y="1"/>
                      </a:moveTo>
                      <a:cubicBezTo>
                        <a:pt x="6706" y="1"/>
                        <a:pt x="6374" y="79"/>
                        <a:pt x="6112" y="229"/>
                      </a:cubicBezTo>
                      <a:lnTo>
                        <a:pt x="552" y="3442"/>
                      </a:lnTo>
                      <a:lnTo>
                        <a:pt x="1" y="3316"/>
                      </a:lnTo>
                      <a:lnTo>
                        <a:pt x="1" y="4057"/>
                      </a:lnTo>
                      <a:cubicBezTo>
                        <a:pt x="1" y="4206"/>
                        <a:pt x="95" y="4348"/>
                        <a:pt x="276" y="4458"/>
                      </a:cubicBezTo>
                      <a:lnTo>
                        <a:pt x="19327" y="15460"/>
                      </a:lnTo>
                      <a:cubicBezTo>
                        <a:pt x="19512" y="15567"/>
                        <a:pt x="19760" y="15619"/>
                        <a:pt x="20021" y="15619"/>
                      </a:cubicBezTo>
                      <a:cubicBezTo>
                        <a:pt x="20340" y="15619"/>
                        <a:pt x="20678" y="15541"/>
                        <a:pt x="20942" y="15389"/>
                      </a:cubicBezTo>
                      <a:lnTo>
                        <a:pt x="26660" y="12090"/>
                      </a:lnTo>
                      <a:cubicBezTo>
                        <a:pt x="26919" y="11940"/>
                        <a:pt x="27053" y="11743"/>
                        <a:pt x="27053" y="11562"/>
                      </a:cubicBezTo>
                      <a:lnTo>
                        <a:pt x="27053" y="10822"/>
                      </a:lnTo>
                      <a:lnTo>
                        <a:pt x="26195" y="10822"/>
                      </a:lnTo>
                      <a:lnTo>
                        <a:pt x="7727" y="166"/>
                      </a:lnTo>
                      <a:cubicBezTo>
                        <a:pt x="7537" y="55"/>
                        <a:pt x="7285" y="1"/>
                        <a:pt x="7022"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26"/>
                <p:cNvSpPr/>
                <p:nvPr/>
              </p:nvSpPr>
              <p:spPr>
                <a:xfrm>
                  <a:off x="4840800" y="1830025"/>
                  <a:ext cx="676350" cy="390550"/>
                </a:xfrm>
                <a:custGeom>
                  <a:avLst/>
                  <a:gdLst/>
                  <a:ahLst/>
                  <a:cxnLst/>
                  <a:rect l="l" t="t" r="r" b="b"/>
                  <a:pathLst>
                    <a:path w="27054" h="15622" extrusionOk="0">
                      <a:moveTo>
                        <a:pt x="7022" y="1"/>
                      </a:moveTo>
                      <a:cubicBezTo>
                        <a:pt x="6706" y="1"/>
                        <a:pt x="6374" y="78"/>
                        <a:pt x="6112" y="229"/>
                      </a:cubicBezTo>
                      <a:lnTo>
                        <a:pt x="394" y="3529"/>
                      </a:lnTo>
                      <a:cubicBezTo>
                        <a:pt x="135" y="3686"/>
                        <a:pt x="1" y="3875"/>
                        <a:pt x="1" y="4056"/>
                      </a:cubicBezTo>
                      <a:cubicBezTo>
                        <a:pt x="1" y="4214"/>
                        <a:pt x="95" y="4355"/>
                        <a:pt x="284" y="4466"/>
                      </a:cubicBezTo>
                      <a:lnTo>
                        <a:pt x="19327" y="15460"/>
                      </a:lnTo>
                      <a:cubicBezTo>
                        <a:pt x="19515" y="15568"/>
                        <a:pt x="19768" y="15622"/>
                        <a:pt x="20034" y="15622"/>
                      </a:cubicBezTo>
                      <a:cubicBezTo>
                        <a:pt x="20349" y="15622"/>
                        <a:pt x="20681" y="15547"/>
                        <a:pt x="20942" y="15397"/>
                      </a:cubicBezTo>
                      <a:lnTo>
                        <a:pt x="26660" y="12089"/>
                      </a:lnTo>
                      <a:cubicBezTo>
                        <a:pt x="26919" y="11940"/>
                        <a:pt x="27053" y="11751"/>
                        <a:pt x="27053" y="11562"/>
                      </a:cubicBezTo>
                      <a:cubicBezTo>
                        <a:pt x="27053" y="11412"/>
                        <a:pt x="26959" y="11270"/>
                        <a:pt x="26770" y="11160"/>
                      </a:cubicBezTo>
                      <a:lnTo>
                        <a:pt x="7727" y="166"/>
                      </a:lnTo>
                      <a:cubicBezTo>
                        <a:pt x="7537" y="55"/>
                        <a:pt x="7285" y="1"/>
                        <a:pt x="7022"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 name="Google Shape;275;p26"/>
                <p:cNvSpPr/>
                <p:nvPr/>
              </p:nvSpPr>
              <p:spPr>
                <a:xfrm>
                  <a:off x="5011900" y="1763875"/>
                  <a:ext cx="334350" cy="358025"/>
                </a:xfrm>
                <a:custGeom>
                  <a:avLst/>
                  <a:gdLst/>
                  <a:ahLst/>
                  <a:cxnLst/>
                  <a:rect l="l" t="t" r="r" b="b"/>
                  <a:pathLst>
                    <a:path w="13374" h="14321" extrusionOk="0">
                      <a:moveTo>
                        <a:pt x="1" y="0"/>
                      </a:moveTo>
                      <a:lnTo>
                        <a:pt x="1" y="6994"/>
                      </a:lnTo>
                      <a:cubicBezTo>
                        <a:pt x="1" y="7033"/>
                        <a:pt x="24" y="7072"/>
                        <a:pt x="64" y="7088"/>
                      </a:cubicBezTo>
                      <a:lnTo>
                        <a:pt x="12523" y="14286"/>
                      </a:lnTo>
                      <a:cubicBezTo>
                        <a:pt x="12578" y="14308"/>
                        <a:pt x="12636" y="14320"/>
                        <a:pt x="12693" y="14320"/>
                      </a:cubicBezTo>
                      <a:cubicBezTo>
                        <a:pt x="12760" y="14320"/>
                        <a:pt x="12826" y="14304"/>
                        <a:pt x="12885" y="14271"/>
                      </a:cubicBezTo>
                      <a:lnTo>
                        <a:pt x="13287" y="14034"/>
                      </a:lnTo>
                      <a:cubicBezTo>
                        <a:pt x="13334" y="14019"/>
                        <a:pt x="13365" y="13971"/>
                        <a:pt x="13373" y="13916"/>
                      </a:cubicBezTo>
                      <a:lnTo>
                        <a:pt x="13373" y="6923"/>
                      </a:lnTo>
                      <a:lnTo>
                        <a:pt x="11554" y="6513"/>
                      </a:lnTo>
                      <a:lnTo>
                        <a:pt x="1" y="0"/>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 name="Google Shape;276;p26"/>
                <p:cNvSpPr/>
                <p:nvPr/>
              </p:nvSpPr>
              <p:spPr>
                <a:xfrm>
                  <a:off x="5010925" y="1753875"/>
                  <a:ext cx="335325" cy="192975"/>
                </a:xfrm>
                <a:custGeom>
                  <a:avLst/>
                  <a:gdLst/>
                  <a:ahLst/>
                  <a:cxnLst/>
                  <a:rect l="l" t="t" r="r" b="b"/>
                  <a:pathLst>
                    <a:path w="13413" h="7719" extrusionOk="0">
                      <a:moveTo>
                        <a:pt x="717" y="1"/>
                      </a:moveTo>
                      <a:cubicBezTo>
                        <a:pt x="648" y="1"/>
                        <a:pt x="581" y="19"/>
                        <a:pt x="520" y="54"/>
                      </a:cubicBezTo>
                      <a:lnTo>
                        <a:pt x="126" y="282"/>
                      </a:lnTo>
                      <a:cubicBezTo>
                        <a:pt x="16" y="345"/>
                        <a:pt x="0" y="439"/>
                        <a:pt x="95" y="495"/>
                      </a:cubicBezTo>
                      <a:lnTo>
                        <a:pt x="12562" y="7685"/>
                      </a:lnTo>
                      <a:cubicBezTo>
                        <a:pt x="12613" y="7707"/>
                        <a:pt x="12669" y="7719"/>
                        <a:pt x="12726" y="7719"/>
                      </a:cubicBezTo>
                      <a:cubicBezTo>
                        <a:pt x="12791" y="7719"/>
                        <a:pt x="12857" y="7703"/>
                        <a:pt x="12916" y="7669"/>
                      </a:cubicBezTo>
                      <a:lnTo>
                        <a:pt x="13318" y="7441"/>
                      </a:lnTo>
                      <a:cubicBezTo>
                        <a:pt x="13365" y="7417"/>
                        <a:pt x="13404" y="7378"/>
                        <a:pt x="13412" y="7323"/>
                      </a:cubicBezTo>
                      <a:cubicBezTo>
                        <a:pt x="13404" y="7283"/>
                        <a:pt x="13381" y="7244"/>
                        <a:pt x="13349" y="7228"/>
                      </a:cubicBezTo>
                      <a:lnTo>
                        <a:pt x="882" y="38"/>
                      </a:lnTo>
                      <a:cubicBezTo>
                        <a:pt x="829" y="13"/>
                        <a:pt x="773" y="1"/>
                        <a:pt x="717" y="1"/>
                      </a:cubicBez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 name="Google Shape;277;p26"/>
                <p:cNvSpPr/>
                <p:nvPr/>
              </p:nvSpPr>
              <p:spPr>
                <a:xfrm>
                  <a:off x="4598625" y="650375"/>
                  <a:ext cx="1169750" cy="1525025"/>
                </a:xfrm>
                <a:custGeom>
                  <a:avLst/>
                  <a:gdLst/>
                  <a:ahLst/>
                  <a:cxnLst/>
                  <a:rect l="l" t="t" r="r" b="b"/>
                  <a:pathLst>
                    <a:path w="46790" h="61001" extrusionOk="0">
                      <a:moveTo>
                        <a:pt x="1993" y="0"/>
                      </a:moveTo>
                      <a:cubicBezTo>
                        <a:pt x="1893" y="0"/>
                        <a:pt x="1801" y="26"/>
                        <a:pt x="1718" y="75"/>
                      </a:cubicBezTo>
                      <a:lnTo>
                        <a:pt x="1" y="1067"/>
                      </a:lnTo>
                      <a:lnTo>
                        <a:pt x="1355" y="2028"/>
                      </a:lnTo>
                      <a:lnTo>
                        <a:pt x="1355" y="32939"/>
                      </a:lnTo>
                      <a:cubicBezTo>
                        <a:pt x="1355" y="33711"/>
                        <a:pt x="1820" y="34609"/>
                        <a:pt x="2403" y="34940"/>
                      </a:cubicBezTo>
                      <a:lnTo>
                        <a:pt x="44647" y="59330"/>
                      </a:lnTo>
                      <a:lnTo>
                        <a:pt x="44710" y="61000"/>
                      </a:lnTo>
                      <a:lnTo>
                        <a:pt x="46427" y="60008"/>
                      </a:lnTo>
                      <a:cubicBezTo>
                        <a:pt x="46648" y="59882"/>
                        <a:pt x="46790" y="59582"/>
                        <a:pt x="46790" y="59157"/>
                      </a:cubicBezTo>
                      <a:lnTo>
                        <a:pt x="46790" y="27151"/>
                      </a:lnTo>
                      <a:cubicBezTo>
                        <a:pt x="46790" y="26379"/>
                        <a:pt x="46317" y="25481"/>
                        <a:pt x="45742" y="25143"/>
                      </a:cubicBezTo>
                      <a:lnTo>
                        <a:pt x="2403" y="130"/>
                      </a:lnTo>
                      <a:cubicBezTo>
                        <a:pt x="2257" y="42"/>
                        <a:pt x="2119" y="0"/>
                        <a:pt x="199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26"/>
                <p:cNvSpPr/>
                <p:nvPr/>
              </p:nvSpPr>
              <p:spPr>
                <a:xfrm>
                  <a:off x="4589575" y="675175"/>
                  <a:ext cx="1135875" cy="1502075"/>
                </a:xfrm>
                <a:custGeom>
                  <a:avLst/>
                  <a:gdLst/>
                  <a:ahLst/>
                  <a:cxnLst/>
                  <a:rect l="l" t="t" r="r" b="b"/>
                  <a:pathLst>
                    <a:path w="45435" h="60083" extrusionOk="0">
                      <a:moveTo>
                        <a:pt x="635" y="1"/>
                      </a:moveTo>
                      <a:cubicBezTo>
                        <a:pt x="535" y="1"/>
                        <a:pt x="443" y="26"/>
                        <a:pt x="363" y="75"/>
                      </a:cubicBezTo>
                      <a:cubicBezTo>
                        <a:pt x="142" y="201"/>
                        <a:pt x="0" y="500"/>
                        <a:pt x="0" y="918"/>
                      </a:cubicBezTo>
                      <a:lnTo>
                        <a:pt x="0" y="32932"/>
                      </a:lnTo>
                      <a:cubicBezTo>
                        <a:pt x="0" y="33704"/>
                        <a:pt x="465" y="34609"/>
                        <a:pt x="1048" y="34940"/>
                      </a:cubicBezTo>
                      <a:lnTo>
                        <a:pt x="44379" y="59953"/>
                      </a:lnTo>
                      <a:cubicBezTo>
                        <a:pt x="44525" y="60041"/>
                        <a:pt x="44665" y="60082"/>
                        <a:pt x="44794" y="60082"/>
                      </a:cubicBezTo>
                      <a:cubicBezTo>
                        <a:pt x="44895" y="60082"/>
                        <a:pt x="44989" y="60057"/>
                        <a:pt x="45072" y="60008"/>
                      </a:cubicBezTo>
                      <a:cubicBezTo>
                        <a:pt x="45293" y="59882"/>
                        <a:pt x="45435" y="59583"/>
                        <a:pt x="45435" y="59165"/>
                      </a:cubicBezTo>
                      <a:lnTo>
                        <a:pt x="45435" y="27151"/>
                      </a:lnTo>
                      <a:cubicBezTo>
                        <a:pt x="45435" y="26379"/>
                        <a:pt x="44962" y="25481"/>
                        <a:pt x="44379" y="25143"/>
                      </a:cubicBezTo>
                      <a:lnTo>
                        <a:pt x="1048" y="130"/>
                      </a:lnTo>
                      <a:cubicBezTo>
                        <a:pt x="903" y="42"/>
                        <a:pt x="762" y="1"/>
                        <a:pt x="635"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26"/>
                <p:cNvSpPr/>
                <p:nvPr/>
              </p:nvSpPr>
              <p:spPr>
                <a:xfrm>
                  <a:off x="4613600" y="708750"/>
                  <a:ext cx="1087825" cy="1434925"/>
                </a:xfrm>
                <a:custGeom>
                  <a:avLst/>
                  <a:gdLst/>
                  <a:ahLst/>
                  <a:cxnLst/>
                  <a:rect l="l" t="t" r="r" b="b"/>
                  <a:pathLst>
                    <a:path w="43513" h="57397" extrusionOk="0">
                      <a:moveTo>
                        <a:pt x="379" y="1"/>
                      </a:moveTo>
                      <a:cubicBezTo>
                        <a:pt x="156" y="1"/>
                        <a:pt x="0" y="208"/>
                        <a:pt x="0" y="559"/>
                      </a:cubicBezTo>
                      <a:lnTo>
                        <a:pt x="0" y="31715"/>
                      </a:lnTo>
                      <a:cubicBezTo>
                        <a:pt x="0" y="32187"/>
                        <a:pt x="284" y="32731"/>
                        <a:pt x="630" y="32936"/>
                      </a:cubicBezTo>
                      <a:lnTo>
                        <a:pt x="42875" y="57318"/>
                      </a:lnTo>
                      <a:cubicBezTo>
                        <a:pt x="42966" y="57371"/>
                        <a:pt x="43053" y="57396"/>
                        <a:pt x="43131" y="57396"/>
                      </a:cubicBezTo>
                      <a:cubicBezTo>
                        <a:pt x="43357" y="57396"/>
                        <a:pt x="43513" y="57189"/>
                        <a:pt x="43513" y="56838"/>
                      </a:cubicBezTo>
                      <a:lnTo>
                        <a:pt x="43513" y="25682"/>
                      </a:lnTo>
                      <a:cubicBezTo>
                        <a:pt x="43513" y="25210"/>
                        <a:pt x="43229" y="24666"/>
                        <a:pt x="42875" y="24461"/>
                      </a:cubicBezTo>
                      <a:lnTo>
                        <a:pt x="630" y="79"/>
                      </a:lnTo>
                      <a:cubicBezTo>
                        <a:pt x="541" y="26"/>
                        <a:pt x="456" y="1"/>
                        <a:pt x="379" y="1"/>
                      </a:cubicBezTo>
                      <a:close/>
                    </a:path>
                  </a:pathLst>
                </a:custGeom>
                <a:solidFill>
                  <a:srgbClr val="B32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26"/>
                <p:cNvSpPr/>
                <p:nvPr/>
              </p:nvSpPr>
              <p:spPr>
                <a:xfrm>
                  <a:off x="760650" y="984575"/>
                  <a:ext cx="1073075" cy="1225850"/>
                </a:xfrm>
                <a:custGeom>
                  <a:avLst/>
                  <a:gdLst/>
                  <a:ahLst/>
                  <a:cxnLst/>
                  <a:rect l="l" t="t" r="r" b="b"/>
                  <a:pathLst>
                    <a:path w="42923" h="49034" extrusionOk="0">
                      <a:moveTo>
                        <a:pt x="37525" y="1"/>
                      </a:moveTo>
                      <a:cubicBezTo>
                        <a:pt x="37406" y="1"/>
                        <a:pt x="37288" y="32"/>
                        <a:pt x="37181" y="95"/>
                      </a:cubicBezTo>
                      <a:lnTo>
                        <a:pt x="387" y="21343"/>
                      </a:lnTo>
                      <a:cubicBezTo>
                        <a:pt x="135" y="21485"/>
                        <a:pt x="1" y="21769"/>
                        <a:pt x="56" y="22052"/>
                      </a:cubicBezTo>
                      <a:lnTo>
                        <a:pt x="4726" y="48160"/>
                      </a:lnTo>
                      <a:cubicBezTo>
                        <a:pt x="4758" y="48357"/>
                        <a:pt x="4884" y="48530"/>
                        <a:pt x="5057" y="48632"/>
                      </a:cubicBezTo>
                      <a:lnTo>
                        <a:pt x="5758" y="49034"/>
                      </a:lnTo>
                      <a:lnTo>
                        <a:pt x="5986" y="48490"/>
                      </a:lnTo>
                      <a:lnTo>
                        <a:pt x="42537" y="27392"/>
                      </a:lnTo>
                      <a:cubicBezTo>
                        <a:pt x="42789" y="27242"/>
                        <a:pt x="42923" y="26959"/>
                        <a:pt x="42868" y="26675"/>
                      </a:cubicBezTo>
                      <a:lnTo>
                        <a:pt x="38245" y="820"/>
                      </a:lnTo>
                      <a:lnTo>
                        <a:pt x="38568" y="497"/>
                      </a:lnTo>
                      <a:lnTo>
                        <a:pt x="37875" y="95"/>
                      </a:lnTo>
                      <a:cubicBezTo>
                        <a:pt x="37764" y="32"/>
                        <a:pt x="37644" y="1"/>
                        <a:pt x="37525"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26"/>
                <p:cNvSpPr/>
                <p:nvPr/>
              </p:nvSpPr>
              <p:spPr>
                <a:xfrm>
                  <a:off x="907350" y="1701225"/>
                  <a:ext cx="1423325" cy="821700"/>
                </a:xfrm>
                <a:custGeom>
                  <a:avLst/>
                  <a:gdLst/>
                  <a:ahLst/>
                  <a:cxnLst/>
                  <a:rect l="l" t="t" r="r" b="b"/>
                  <a:pathLst>
                    <a:path w="56933" h="32868" extrusionOk="0">
                      <a:moveTo>
                        <a:pt x="37775" y="0"/>
                      </a:moveTo>
                      <a:cubicBezTo>
                        <a:pt x="37673" y="0"/>
                        <a:pt x="37578" y="24"/>
                        <a:pt x="37488" y="73"/>
                      </a:cubicBezTo>
                      <a:lnTo>
                        <a:pt x="819" y="21242"/>
                      </a:lnTo>
                      <a:lnTo>
                        <a:pt x="0" y="20833"/>
                      </a:lnTo>
                      <a:lnTo>
                        <a:pt x="0" y="21825"/>
                      </a:lnTo>
                      <a:cubicBezTo>
                        <a:pt x="16" y="21935"/>
                        <a:pt x="87" y="22030"/>
                        <a:pt x="189" y="22077"/>
                      </a:cubicBezTo>
                      <a:lnTo>
                        <a:pt x="18689" y="32764"/>
                      </a:lnTo>
                      <a:cubicBezTo>
                        <a:pt x="18823" y="32835"/>
                        <a:pt x="18972" y="32866"/>
                        <a:pt x="19122" y="32866"/>
                      </a:cubicBezTo>
                      <a:cubicBezTo>
                        <a:pt x="19133" y="32867"/>
                        <a:pt x="19145" y="32868"/>
                        <a:pt x="19156" y="32868"/>
                      </a:cubicBezTo>
                      <a:cubicBezTo>
                        <a:pt x="19257" y="32868"/>
                        <a:pt x="19361" y="32838"/>
                        <a:pt x="19453" y="32796"/>
                      </a:cubicBezTo>
                      <a:lnTo>
                        <a:pt x="56799" y="11224"/>
                      </a:lnTo>
                      <a:cubicBezTo>
                        <a:pt x="56878" y="11193"/>
                        <a:pt x="56925" y="11122"/>
                        <a:pt x="56933" y="11035"/>
                      </a:cubicBezTo>
                      <a:lnTo>
                        <a:pt x="56933" y="10043"/>
                      </a:lnTo>
                      <a:lnTo>
                        <a:pt x="56145" y="10445"/>
                      </a:lnTo>
                      <a:lnTo>
                        <a:pt x="38244" y="104"/>
                      </a:lnTo>
                      <a:cubicBezTo>
                        <a:pt x="38121" y="39"/>
                        <a:pt x="37992" y="1"/>
                        <a:pt x="37856" y="1"/>
                      </a:cubicBezTo>
                      <a:cubicBezTo>
                        <a:pt x="37844" y="1"/>
                        <a:pt x="37831" y="1"/>
                        <a:pt x="37819" y="2"/>
                      </a:cubicBezTo>
                      <a:cubicBezTo>
                        <a:pt x="37804" y="1"/>
                        <a:pt x="37789" y="0"/>
                        <a:pt x="37775"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26"/>
                <p:cNvSpPr/>
                <p:nvPr/>
              </p:nvSpPr>
              <p:spPr>
                <a:xfrm>
                  <a:off x="907350" y="1676250"/>
                  <a:ext cx="1423325" cy="821850"/>
                </a:xfrm>
                <a:custGeom>
                  <a:avLst/>
                  <a:gdLst/>
                  <a:ahLst/>
                  <a:cxnLst/>
                  <a:rect l="l" t="t" r="r" b="b"/>
                  <a:pathLst>
                    <a:path w="56933" h="32874" extrusionOk="0">
                      <a:moveTo>
                        <a:pt x="37819" y="0"/>
                      </a:moveTo>
                      <a:cubicBezTo>
                        <a:pt x="37701" y="0"/>
                        <a:pt x="37590" y="24"/>
                        <a:pt x="37488" y="79"/>
                      </a:cubicBezTo>
                      <a:lnTo>
                        <a:pt x="134" y="21643"/>
                      </a:lnTo>
                      <a:cubicBezTo>
                        <a:pt x="55" y="21674"/>
                        <a:pt x="8" y="21753"/>
                        <a:pt x="0" y="21832"/>
                      </a:cubicBezTo>
                      <a:cubicBezTo>
                        <a:pt x="16" y="21942"/>
                        <a:pt x="87" y="22036"/>
                        <a:pt x="189" y="22084"/>
                      </a:cubicBezTo>
                      <a:lnTo>
                        <a:pt x="18689" y="32763"/>
                      </a:lnTo>
                      <a:cubicBezTo>
                        <a:pt x="18823" y="32834"/>
                        <a:pt x="18972" y="32873"/>
                        <a:pt x="19122" y="32873"/>
                      </a:cubicBezTo>
                      <a:cubicBezTo>
                        <a:pt x="19232" y="32873"/>
                        <a:pt x="19350" y="32850"/>
                        <a:pt x="19453" y="32794"/>
                      </a:cubicBezTo>
                      <a:lnTo>
                        <a:pt x="56799" y="11231"/>
                      </a:lnTo>
                      <a:cubicBezTo>
                        <a:pt x="56878" y="11192"/>
                        <a:pt x="56925" y="11121"/>
                        <a:pt x="56933" y="11042"/>
                      </a:cubicBezTo>
                      <a:cubicBezTo>
                        <a:pt x="56917" y="10932"/>
                        <a:pt x="56846" y="10837"/>
                        <a:pt x="56744" y="10790"/>
                      </a:cubicBezTo>
                      <a:lnTo>
                        <a:pt x="38244" y="111"/>
                      </a:lnTo>
                      <a:cubicBezTo>
                        <a:pt x="38110" y="40"/>
                        <a:pt x="37968" y="0"/>
                        <a:pt x="37819"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26"/>
                <p:cNvSpPr/>
                <p:nvPr/>
              </p:nvSpPr>
              <p:spPr>
                <a:xfrm>
                  <a:off x="922300" y="1683250"/>
                  <a:ext cx="1393425" cy="803550"/>
                </a:xfrm>
                <a:custGeom>
                  <a:avLst/>
                  <a:gdLst/>
                  <a:ahLst/>
                  <a:cxnLst/>
                  <a:rect l="l" t="t" r="r" b="b"/>
                  <a:pathLst>
                    <a:path w="55737" h="32142" extrusionOk="0">
                      <a:moveTo>
                        <a:pt x="37223" y="1"/>
                      </a:moveTo>
                      <a:cubicBezTo>
                        <a:pt x="37162" y="1"/>
                        <a:pt x="37101" y="15"/>
                        <a:pt x="37047" y="43"/>
                      </a:cubicBezTo>
                      <a:lnTo>
                        <a:pt x="95" y="21370"/>
                      </a:lnTo>
                      <a:cubicBezTo>
                        <a:pt x="1" y="21426"/>
                        <a:pt x="9" y="21528"/>
                        <a:pt x="127" y="21591"/>
                      </a:cubicBezTo>
                      <a:lnTo>
                        <a:pt x="18304" y="32089"/>
                      </a:lnTo>
                      <a:cubicBezTo>
                        <a:pt x="18368" y="32124"/>
                        <a:pt x="18441" y="32142"/>
                        <a:pt x="18513" y="32142"/>
                      </a:cubicBezTo>
                      <a:cubicBezTo>
                        <a:pt x="18573" y="32142"/>
                        <a:pt x="18633" y="32130"/>
                        <a:pt x="18689" y="32105"/>
                      </a:cubicBezTo>
                      <a:lnTo>
                        <a:pt x="55634" y="10770"/>
                      </a:lnTo>
                      <a:cubicBezTo>
                        <a:pt x="55736" y="10715"/>
                        <a:pt x="55720" y="10612"/>
                        <a:pt x="55610" y="10549"/>
                      </a:cubicBezTo>
                      <a:lnTo>
                        <a:pt x="37433" y="59"/>
                      </a:lnTo>
                      <a:cubicBezTo>
                        <a:pt x="37369" y="21"/>
                        <a:pt x="37295" y="1"/>
                        <a:pt x="37223" y="1"/>
                      </a:cubicBez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26"/>
                <p:cNvSpPr/>
                <p:nvPr/>
              </p:nvSpPr>
              <p:spPr>
                <a:xfrm>
                  <a:off x="983150" y="2187125"/>
                  <a:ext cx="95325" cy="53550"/>
                </a:xfrm>
                <a:custGeom>
                  <a:avLst/>
                  <a:gdLst/>
                  <a:ahLst/>
                  <a:cxnLst/>
                  <a:rect l="l" t="t" r="r" b="b"/>
                  <a:pathLst>
                    <a:path w="3813" h="2142" extrusionOk="0">
                      <a:moveTo>
                        <a:pt x="2337" y="0"/>
                      </a:moveTo>
                      <a:cubicBezTo>
                        <a:pt x="2238" y="0"/>
                        <a:pt x="2139" y="22"/>
                        <a:pt x="2048" y="66"/>
                      </a:cubicBezTo>
                      <a:lnTo>
                        <a:pt x="166" y="1152"/>
                      </a:lnTo>
                      <a:cubicBezTo>
                        <a:pt x="0" y="1247"/>
                        <a:pt x="24" y="1404"/>
                        <a:pt x="205" y="1515"/>
                      </a:cubicBezTo>
                      <a:lnTo>
                        <a:pt x="1142" y="2058"/>
                      </a:lnTo>
                      <a:cubicBezTo>
                        <a:pt x="1245" y="2114"/>
                        <a:pt x="1361" y="2141"/>
                        <a:pt x="1477" y="2141"/>
                      </a:cubicBezTo>
                      <a:cubicBezTo>
                        <a:pt x="1576" y="2141"/>
                        <a:pt x="1674" y="2121"/>
                        <a:pt x="1764" y="2082"/>
                      </a:cubicBezTo>
                      <a:lnTo>
                        <a:pt x="3655" y="995"/>
                      </a:lnTo>
                      <a:cubicBezTo>
                        <a:pt x="3812" y="900"/>
                        <a:pt x="3796" y="735"/>
                        <a:pt x="3607" y="633"/>
                      </a:cubicBezTo>
                      <a:lnTo>
                        <a:pt x="2670" y="89"/>
                      </a:lnTo>
                      <a:cubicBezTo>
                        <a:pt x="2568" y="30"/>
                        <a:pt x="2453" y="0"/>
                        <a:pt x="2337"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 name="Google Shape;285;p26"/>
                <p:cNvSpPr/>
                <p:nvPr/>
              </p:nvSpPr>
              <p:spPr>
                <a:xfrm>
                  <a:off x="1072725" y="2135500"/>
                  <a:ext cx="95325" cy="53525"/>
                </a:xfrm>
                <a:custGeom>
                  <a:avLst/>
                  <a:gdLst/>
                  <a:ahLst/>
                  <a:cxnLst/>
                  <a:rect l="l" t="t" r="r" b="b"/>
                  <a:pathLst>
                    <a:path w="3813" h="2141" extrusionOk="0">
                      <a:moveTo>
                        <a:pt x="2326" y="0"/>
                      </a:moveTo>
                      <a:cubicBezTo>
                        <a:pt x="2229" y="0"/>
                        <a:pt x="2133" y="20"/>
                        <a:pt x="2040" y="59"/>
                      </a:cubicBezTo>
                      <a:lnTo>
                        <a:pt x="158" y="1154"/>
                      </a:lnTo>
                      <a:cubicBezTo>
                        <a:pt x="1" y="1249"/>
                        <a:pt x="16" y="1406"/>
                        <a:pt x="205" y="1508"/>
                      </a:cubicBezTo>
                      <a:lnTo>
                        <a:pt x="1135" y="2052"/>
                      </a:lnTo>
                      <a:cubicBezTo>
                        <a:pt x="1241" y="2111"/>
                        <a:pt x="1356" y="2141"/>
                        <a:pt x="1472" y="2141"/>
                      </a:cubicBezTo>
                      <a:cubicBezTo>
                        <a:pt x="1571" y="2141"/>
                        <a:pt x="1670" y="2119"/>
                        <a:pt x="1765" y="2075"/>
                      </a:cubicBezTo>
                      <a:lnTo>
                        <a:pt x="3647" y="989"/>
                      </a:lnTo>
                      <a:cubicBezTo>
                        <a:pt x="3812" y="894"/>
                        <a:pt x="3789" y="737"/>
                        <a:pt x="3600" y="626"/>
                      </a:cubicBezTo>
                      <a:lnTo>
                        <a:pt x="2670" y="91"/>
                      </a:lnTo>
                      <a:cubicBezTo>
                        <a:pt x="2562" y="30"/>
                        <a:pt x="2444" y="0"/>
                        <a:pt x="2326"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 name="Google Shape;286;p26"/>
                <p:cNvSpPr/>
                <p:nvPr/>
              </p:nvSpPr>
              <p:spPr>
                <a:xfrm>
                  <a:off x="1162125" y="2083825"/>
                  <a:ext cx="95300" cy="53475"/>
                </a:xfrm>
                <a:custGeom>
                  <a:avLst/>
                  <a:gdLst/>
                  <a:ahLst/>
                  <a:cxnLst/>
                  <a:rect l="l" t="t" r="r" b="b"/>
                  <a:pathLst>
                    <a:path w="3812" h="2139" extrusionOk="0">
                      <a:moveTo>
                        <a:pt x="2333" y="0"/>
                      </a:moveTo>
                      <a:cubicBezTo>
                        <a:pt x="2237" y="0"/>
                        <a:pt x="2140" y="20"/>
                        <a:pt x="2048" y="63"/>
                      </a:cubicBezTo>
                      <a:lnTo>
                        <a:pt x="166" y="1150"/>
                      </a:lnTo>
                      <a:cubicBezTo>
                        <a:pt x="0" y="1244"/>
                        <a:pt x="24" y="1402"/>
                        <a:pt x="205" y="1512"/>
                      </a:cubicBezTo>
                      <a:lnTo>
                        <a:pt x="1142" y="2055"/>
                      </a:lnTo>
                      <a:cubicBezTo>
                        <a:pt x="1249" y="2111"/>
                        <a:pt x="1365" y="2139"/>
                        <a:pt x="1480" y="2139"/>
                      </a:cubicBezTo>
                      <a:cubicBezTo>
                        <a:pt x="1577" y="2139"/>
                        <a:pt x="1674" y="2119"/>
                        <a:pt x="1764" y="2079"/>
                      </a:cubicBezTo>
                      <a:lnTo>
                        <a:pt x="3654" y="992"/>
                      </a:lnTo>
                      <a:cubicBezTo>
                        <a:pt x="3812" y="898"/>
                        <a:pt x="3796" y="732"/>
                        <a:pt x="3607" y="630"/>
                      </a:cubicBezTo>
                      <a:lnTo>
                        <a:pt x="2670" y="87"/>
                      </a:lnTo>
                      <a:cubicBezTo>
                        <a:pt x="2566" y="30"/>
                        <a:pt x="2450" y="0"/>
                        <a:pt x="2333"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26"/>
                <p:cNvSpPr/>
                <p:nvPr/>
              </p:nvSpPr>
              <p:spPr>
                <a:xfrm>
                  <a:off x="1251700" y="2032125"/>
                  <a:ext cx="95325" cy="53550"/>
                </a:xfrm>
                <a:custGeom>
                  <a:avLst/>
                  <a:gdLst/>
                  <a:ahLst/>
                  <a:cxnLst/>
                  <a:rect l="l" t="t" r="r" b="b"/>
                  <a:pathLst>
                    <a:path w="3813" h="2142" extrusionOk="0">
                      <a:moveTo>
                        <a:pt x="2331" y="1"/>
                      </a:moveTo>
                      <a:cubicBezTo>
                        <a:pt x="2233" y="1"/>
                        <a:pt x="2137" y="21"/>
                        <a:pt x="2048" y="60"/>
                      </a:cubicBezTo>
                      <a:lnTo>
                        <a:pt x="158" y="1154"/>
                      </a:lnTo>
                      <a:cubicBezTo>
                        <a:pt x="1" y="1241"/>
                        <a:pt x="24" y="1406"/>
                        <a:pt x="205" y="1517"/>
                      </a:cubicBezTo>
                      <a:lnTo>
                        <a:pt x="1142" y="2052"/>
                      </a:lnTo>
                      <a:cubicBezTo>
                        <a:pt x="1244" y="2112"/>
                        <a:pt x="1360" y="2141"/>
                        <a:pt x="1475" y="2141"/>
                      </a:cubicBezTo>
                      <a:cubicBezTo>
                        <a:pt x="1575" y="2141"/>
                        <a:pt x="1674" y="2119"/>
                        <a:pt x="1765" y="2076"/>
                      </a:cubicBezTo>
                      <a:lnTo>
                        <a:pt x="3655" y="989"/>
                      </a:lnTo>
                      <a:cubicBezTo>
                        <a:pt x="3812" y="894"/>
                        <a:pt x="3789" y="737"/>
                        <a:pt x="3615" y="635"/>
                      </a:cubicBezTo>
                      <a:lnTo>
                        <a:pt x="2678" y="91"/>
                      </a:lnTo>
                      <a:cubicBezTo>
                        <a:pt x="2570" y="30"/>
                        <a:pt x="2450" y="1"/>
                        <a:pt x="2331"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 name="Google Shape;288;p26"/>
                <p:cNvSpPr/>
                <p:nvPr/>
              </p:nvSpPr>
              <p:spPr>
                <a:xfrm>
                  <a:off x="1341275" y="1980525"/>
                  <a:ext cx="95125" cy="53500"/>
                </a:xfrm>
                <a:custGeom>
                  <a:avLst/>
                  <a:gdLst/>
                  <a:ahLst/>
                  <a:cxnLst/>
                  <a:rect l="l" t="t" r="r" b="b"/>
                  <a:pathLst>
                    <a:path w="3805" h="2140" extrusionOk="0">
                      <a:moveTo>
                        <a:pt x="2333" y="1"/>
                      </a:moveTo>
                      <a:cubicBezTo>
                        <a:pt x="2236" y="1"/>
                        <a:pt x="2139" y="21"/>
                        <a:pt x="2049" y="60"/>
                      </a:cubicBezTo>
                      <a:lnTo>
                        <a:pt x="158" y="1147"/>
                      </a:lnTo>
                      <a:cubicBezTo>
                        <a:pt x="1" y="1242"/>
                        <a:pt x="17" y="1407"/>
                        <a:pt x="206" y="1509"/>
                      </a:cubicBezTo>
                      <a:lnTo>
                        <a:pt x="1135" y="2053"/>
                      </a:lnTo>
                      <a:cubicBezTo>
                        <a:pt x="1243" y="2109"/>
                        <a:pt x="1361" y="2139"/>
                        <a:pt x="1479" y="2139"/>
                      </a:cubicBezTo>
                      <a:cubicBezTo>
                        <a:pt x="1576" y="2139"/>
                        <a:pt x="1673" y="2119"/>
                        <a:pt x="1765" y="2076"/>
                      </a:cubicBezTo>
                      <a:lnTo>
                        <a:pt x="3647" y="990"/>
                      </a:lnTo>
                      <a:cubicBezTo>
                        <a:pt x="3805" y="895"/>
                        <a:pt x="3789" y="738"/>
                        <a:pt x="3608" y="627"/>
                      </a:cubicBezTo>
                      <a:lnTo>
                        <a:pt x="2671" y="84"/>
                      </a:lnTo>
                      <a:cubicBezTo>
                        <a:pt x="2564" y="28"/>
                        <a:pt x="2448" y="1"/>
                        <a:pt x="2333"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 name="Google Shape;289;p26"/>
                <p:cNvSpPr/>
                <p:nvPr/>
              </p:nvSpPr>
              <p:spPr>
                <a:xfrm>
                  <a:off x="1430675" y="1928800"/>
                  <a:ext cx="95325" cy="53525"/>
                </a:xfrm>
                <a:custGeom>
                  <a:avLst/>
                  <a:gdLst/>
                  <a:ahLst/>
                  <a:cxnLst/>
                  <a:rect l="l" t="t" r="r" b="b"/>
                  <a:pathLst>
                    <a:path w="3813" h="2141" extrusionOk="0">
                      <a:moveTo>
                        <a:pt x="2337" y="0"/>
                      </a:moveTo>
                      <a:cubicBezTo>
                        <a:pt x="2238" y="0"/>
                        <a:pt x="2139" y="22"/>
                        <a:pt x="2048" y="66"/>
                      </a:cubicBezTo>
                      <a:lnTo>
                        <a:pt x="158" y="1153"/>
                      </a:lnTo>
                      <a:cubicBezTo>
                        <a:pt x="0" y="1247"/>
                        <a:pt x="24" y="1405"/>
                        <a:pt x="205" y="1515"/>
                      </a:cubicBezTo>
                      <a:lnTo>
                        <a:pt x="1142" y="2050"/>
                      </a:lnTo>
                      <a:cubicBezTo>
                        <a:pt x="1246" y="2111"/>
                        <a:pt x="1365" y="2141"/>
                        <a:pt x="1483" y="2141"/>
                      </a:cubicBezTo>
                      <a:cubicBezTo>
                        <a:pt x="1579" y="2141"/>
                        <a:pt x="1676" y="2121"/>
                        <a:pt x="1765" y="2082"/>
                      </a:cubicBezTo>
                      <a:lnTo>
                        <a:pt x="3655" y="987"/>
                      </a:lnTo>
                      <a:cubicBezTo>
                        <a:pt x="3812" y="901"/>
                        <a:pt x="3789" y="735"/>
                        <a:pt x="3607" y="633"/>
                      </a:cubicBezTo>
                      <a:lnTo>
                        <a:pt x="2670" y="89"/>
                      </a:lnTo>
                      <a:cubicBezTo>
                        <a:pt x="2568" y="30"/>
                        <a:pt x="2453" y="0"/>
                        <a:pt x="2337"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 name="Google Shape;290;p26"/>
                <p:cNvSpPr/>
                <p:nvPr/>
              </p:nvSpPr>
              <p:spPr>
                <a:xfrm>
                  <a:off x="1520250" y="1877150"/>
                  <a:ext cx="95325" cy="53500"/>
                </a:xfrm>
                <a:custGeom>
                  <a:avLst/>
                  <a:gdLst/>
                  <a:ahLst/>
                  <a:cxnLst/>
                  <a:rect l="l" t="t" r="r" b="b"/>
                  <a:pathLst>
                    <a:path w="3813" h="2140" extrusionOk="0">
                      <a:moveTo>
                        <a:pt x="2332" y="1"/>
                      </a:moveTo>
                      <a:cubicBezTo>
                        <a:pt x="2233" y="1"/>
                        <a:pt x="2134" y="21"/>
                        <a:pt x="2041" y="61"/>
                      </a:cubicBezTo>
                      <a:lnTo>
                        <a:pt x="158" y="1155"/>
                      </a:lnTo>
                      <a:cubicBezTo>
                        <a:pt x="1" y="1242"/>
                        <a:pt x="17" y="1407"/>
                        <a:pt x="206" y="1510"/>
                      </a:cubicBezTo>
                      <a:lnTo>
                        <a:pt x="1143" y="2053"/>
                      </a:lnTo>
                      <a:cubicBezTo>
                        <a:pt x="1247" y="2109"/>
                        <a:pt x="1363" y="2139"/>
                        <a:pt x="1480" y="2139"/>
                      </a:cubicBezTo>
                      <a:cubicBezTo>
                        <a:pt x="1576" y="2139"/>
                        <a:pt x="1673" y="2119"/>
                        <a:pt x="1765" y="2077"/>
                      </a:cubicBezTo>
                      <a:lnTo>
                        <a:pt x="3647" y="990"/>
                      </a:lnTo>
                      <a:cubicBezTo>
                        <a:pt x="3813" y="895"/>
                        <a:pt x="3789" y="738"/>
                        <a:pt x="3600" y="628"/>
                      </a:cubicBezTo>
                      <a:lnTo>
                        <a:pt x="2671" y="84"/>
                      </a:lnTo>
                      <a:cubicBezTo>
                        <a:pt x="2564" y="29"/>
                        <a:pt x="2448" y="1"/>
                        <a:pt x="2332"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 name="Google Shape;291;p26"/>
                <p:cNvSpPr/>
                <p:nvPr/>
              </p:nvSpPr>
              <p:spPr>
                <a:xfrm>
                  <a:off x="1609650" y="1825425"/>
                  <a:ext cx="95325" cy="53550"/>
                </a:xfrm>
                <a:custGeom>
                  <a:avLst/>
                  <a:gdLst/>
                  <a:ahLst/>
                  <a:cxnLst/>
                  <a:rect l="l" t="t" r="r" b="b"/>
                  <a:pathLst>
                    <a:path w="3813" h="2142" extrusionOk="0">
                      <a:moveTo>
                        <a:pt x="2340" y="1"/>
                      </a:moveTo>
                      <a:cubicBezTo>
                        <a:pt x="2242" y="1"/>
                        <a:pt x="2143" y="23"/>
                        <a:pt x="2048" y="66"/>
                      </a:cubicBezTo>
                      <a:lnTo>
                        <a:pt x="166" y="1153"/>
                      </a:lnTo>
                      <a:cubicBezTo>
                        <a:pt x="0" y="1247"/>
                        <a:pt x="24" y="1405"/>
                        <a:pt x="205" y="1515"/>
                      </a:cubicBezTo>
                      <a:lnTo>
                        <a:pt x="1142" y="2051"/>
                      </a:lnTo>
                      <a:cubicBezTo>
                        <a:pt x="1251" y="2111"/>
                        <a:pt x="1368" y="2141"/>
                        <a:pt x="1485" y="2141"/>
                      </a:cubicBezTo>
                      <a:cubicBezTo>
                        <a:pt x="1581" y="2141"/>
                        <a:pt x="1676" y="2121"/>
                        <a:pt x="1764" y="2082"/>
                      </a:cubicBezTo>
                      <a:lnTo>
                        <a:pt x="3655" y="988"/>
                      </a:lnTo>
                      <a:cubicBezTo>
                        <a:pt x="3812" y="901"/>
                        <a:pt x="3796" y="736"/>
                        <a:pt x="3607" y="633"/>
                      </a:cubicBezTo>
                      <a:lnTo>
                        <a:pt x="2670" y="90"/>
                      </a:lnTo>
                      <a:cubicBezTo>
                        <a:pt x="2568" y="30"/>
                        <a:pt x="2455" y="1"/>
                        <a:pt x="2340"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 name="Google Shape;292;p26"/>
                <p:cNvSpPr/>
                <p:nvPr/>
              </p:nvSpPr>
              <p:spPr>
                <a:xfrm>
                  <a:off x="1699225" y="1773825"/>
                  <a:ext cx="95325" cy="53525"/>
                </a:xfrm>
                <a:custGeom>
                  <a:avLst/>
                  <a:gdLst/>
                  <a:ahLst/>
                  <a:cxnLst/>
                  <a:rect l="l" t="t" r="r" b="b"/>
                  <a:pathLst>
                    <a:path w="3813" h="2141" extrusionOk="0">
                      <a:moveTo>
                        <a:pt x="2330" y="0"/>
                      </a:moveTo>
                      <a:cubicBezTo>
                        <a:pt x="2234" y="0"/>
                        <a:pt x="2137" y="20"/>
                        <a:pt x="2048" y="59"/>
                      </a:cubicBezTo>
                      <a:lnTo>
                        <a:pt x="158" y="1146"/>
                      </a:lnTo>
                      <a:cubicBezTo>
                        <a:pt x="1" y="1240"/>
                        <a:pt x="24" y="1406"/>
                        <a:pt x="206" y="1508"/>
                      </a:cubicBezTo>
                      <a:lnTo>
                        <a:pt x="1143" y="2051"/>
                      </a:lnTo>
                      <a:cubicBezTo>
                        <a:pt x="1244" y="2111"/>
                        <a:pt x="1358" y="2140"/>
                        <a:pt x="1472" y="2140"/>
                      </a:cubicBezTo>
                      <a:cubicBezTo>
                        <a:pt x="1571" y="2140"/>
                        <a:pt x="1670" y="2119"/>
                        <a:pt x="1765" y="2075"/>
                      </a:cubicBezTo>
                      <a:lnTo>
                        <a:pt x="3655" y="988"/>
                      </a:lnTo>
                      <a:cubicBezTo>
                        <a:pt x="3813" y="894"/>
                        <a:pt x="3789" y="736"/>
                        <a:pt x="3608" y="626"/>
                      </a:cubicBezTo>
                      <a:lnTo>
                        <a:pt x="2671" y="90"/>
                      </a:lnTo>
                      <a:cubicBezTo>
                        <a:pt x="2567" y="30"/>
                        <a:pt x="2448" y="0"/>
                        <a:pt x="2330"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 name="Google Shape;293;p26"/>
                <p:cNvSpPr/>
                <p:nvPr/>
              </p:nvSpPr>
              <p:spPr>
                <a:xfrm>
                  <a:off x="1788825" y="1722075"/>
                  <a:ext cx="95125" cy="53525"/>
                </a:xfrm>
                <a:custGeom>
                  <a:avLst/>
                  <a:gdLst/>
                  <a:ahLst/>
                  <a:cxnLst/>
                  <a:rect l="l" t="t" r="r" b="b"/>
                  <a:pathLst>
                    <a:path w="3805" h="2141" extrusionOk="0">
                      <a:moveTo>
                        <a:pt x="2337" y="0"/>
                      </a:moveTo>
                      <a:cubicBezTo>
                        <a:pt x="2238" y="0"/>
                        <a:pt x="2139" y="22"/>
                        <a:pt x="2048" y="65"/>
                      </a:cubicBezTo>
                      <a:lnTo>
                        <a:pt x="158" y="1152"/>
                      </a:lnTo>
                      <a:cubicBezTo>
                        <a:pt x="0" y="1247"/>
                        <a:pt x="24" y="1404"/>
                        <a:pt x="205" y="1515"/>
                      </a:cubicBezTo>
                      <a:lnTo>
                        <a:pt x="1142" y="2050"/>
                      </a:lnTo>
                      <a:cubicBezTo>
                        <a:pt x="1246" y="2111"/>
                        <a:pt x="1364" y="2140"/>
                        <a:pt x="1483" y="2140"/>
                      </a:cubicBezTo>
                      <a:cubicBezTo>
                        <a:pt x="1579" y="2140"/>
                        <a:pt x="1676" y="2121"/>
                        <a:pt x="1764" y="2082"/>
                      </a:cubicBezTo>
                      <a:lnTo>
                        <a:pt x="3647" y="987"/>
                      </a:lnTo>
                      <a:cubicBezTo>
                        <a:pt x="3804" y="900"/>
                        <a:pt x="3788" y="735"/>
                        <a:pt x="3607" y="633"/>
                      </a:cubicBezTo>
                      <a:lnTo>
                        <a:pt x="2670" y="89"/>
                      </a:lnTo>
                      <a:cubicBezTo>
                        <a:pt x="2568" y="30"/>
                        <a:pt x="2453" y="0"/>
                        <a:pt x="2337"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 name="Google Shape;294;p26"/>
                <p:cNvSpPr/>
                <p:nvPr/>
              </p:nvSpPr>
              <p:spPr>
                <a:xfrm>
                  <a:off x="1045750" y="2222925"/>
                  <a:ext cx="98475" cy="56025"/>
                </a:xfrm>
                <a:custGeom>
                  <a:avLst/>
                  <a:gdLst/>
                  <a:ahLst/>
                  <a:cxnLst/>
                  <a:rect l="l" t="t" r="r" b="b"/>
                  <a:pathLst>
                    <a:path w="3939" h="2241" extrusionOk="0">
                      <a:moveTo>
                        <a:pt x="2403" y="1"/>
                      </a:moveTo>
                      <a:cubicBezTo>
                        <a:pt x="2349" y="1"/>
                        <a:pt x="2294" y="13"/>
                        <a:pt x="2245" y="35"/>
                      </a:cubicBezTo>
                      <a:lnTo>
                        <a:pt x="79" y="1280"/>
                      </a:lnTo>
                      <a:cubicBezTo>
                        <a:pt x="1" y="1327"/>
                        <a:pt x="9" y="1414"/>
                        <a:pt x="103" y="1469"/>
                      </a:cubicBezTo>
                      <a:lnTo>
                        <a:pt x="1363" y="2193"/>
                      </a:lnTo>
                      <a:cubicBezTo>
                        <a:pt x="1416" y="2224"/>
                        <a:pt x="1478" y="2240"/>
                        <a:pt x="1541" y="2240"/>
                      </a:cubicBezTo>
                      <a:cubicBezTo>
                        <a:pt x="1591" y="2240"/>
                        <a:pt x="1641" y="2230"/>
                        <a:pt x="1686" y="2209"/>
                      </a:cubicBezTo>
                      <a:lnTo>
                        <a:pt x="3852" y="957"/>
                      </a:lnTo>
                      <a:cubicBezTo>
                        <a:pt x="3938" y="910"/>
                        <a:pt x="3923" y="831"/>
                        <a:pt x="3828" y="776"/>
                      </a:cubicBezTo>
                      <a:lnTo>
                        <a:pt x="2568" y="43"/>
                      </a:lnTo>
                      <a:cubicBezTo>
                        <a:pt x="2519" y="15"/>
                        <a:pt x="2461" y="1"/>
                        <a:pt x="2403"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 name="Google Shape;295;p26"/>
                <p:cNvSpPr/>
                <p:nvPr/>
              </p:nvSpPr>
              <p:spPr>
                <a:xfrm>
                  <a:off x="1101275" y="2233125"/>
                  <a:ext cx="135675" cy="77475"/>
                </a:xfrm>
                <a:custGeom>
                  <a:avLst/>
                  <a:gdLst/>
                  <a:ahLst/>
                  <a:cxnLst/>
                  <a:rect l="l" t="t" r="r" b="b"/>
                  <a:pathLst>
                    <a:path w="5427" h="3099" extrusionOk="0">
                      <a:moveTo>
                        <a:pt x="3899" y="0"/>
                      </a:moveTo>
                      <a:cubicBezTo>
                        <a:pt x="3838" y="0"/>
                        <a:pt x="3779" y="12"/>
                        <a:pt x="3726" y="37"/>
                      </a:cubicBezTo>
                      <a:lnTo>
                        <a:pt x="95" y="2132"/>
                      </a:lnTo>
                      <a:cubicBezTo>
                        <a:pt x="1" y="2187"/>
                        <a:pt x="8" y="2289"/>
                        <a:pt x="127" y="2352"/>
                      </a:cubicBezTo>
                      <a:lnTo>
                        <a:pt x="1316" y="3045"/>
                      </a:lnTo>
                      <a:cubicBezTo>
                        <a:pt x="1381" y="3080"/>
                        <a:pt x="1453" y="3098"/>
                        <a:pt x="1526" y="3098"/>
                      </a:cubicBezTo>
                      <a:cubicBezTo>
                        <a:pt x="1585" y="3098"/>
                        <a:pt x="1645" y="3086"/>
                        <a:pt x="1702" y="3061"/>
                      </a:cubicBezTo>
                      <a:lnTo>
                        <a:pt x="5324" y="966"/>
                      </a:lnTo>
                      <a:cubicBezTo>
                        <a:pt x="5427" y="911"/>
                        <a:pt x="5411" y="809"/>
                        <a:pt x="5301" y="746"/>
                      </a:cubicBezTo>
                      <a:lnTo>
                        <a:pt x="4112" y="53"/>
                      </a:lnTo>
                      <a:cubicBezTo>
                        <a:pt x="4047" y="18"/>
                        <a:pt x="3972" y="0"/>
                        <a:pt x="3899"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 name="Google Shape;296;p26"/>
                <p:cNvSpPr/>
                <p:nvPr/>
              </p:nvSpPr>
              <p:spPr>
                <a:xfrm>
                  <a:off x="1156400" y="2258525"/>
                  <a:ext cx="146725" cy="83775"/>
                </a:xfrm>
                <a:custGeom>
                  <a:avLst/>
                  <a:gdLst/>
                  <a:ahLst/>
                  <a:cxnLst/>
                  <a:rect l="l" t="t" r="r" b="b"/>
                  <a:pathLst>
                    <a:path w="5869" h="3351" extrusionOk="0">
                      <a:moveTo>
                        <a:pt x="4344" y="0"/>
                      </a:moveTo>
                      <a:cubicBezTo>
                        <a:pt x="4284" y="0"/>
                        <a:pt x="4224" y="12"/>
                        <a:pt x="4167" y="37"/>
                      </a:cubicBezTo>
                      <a:lnTo>
                        <a:pt x="95" y="2384"/>
                      </a:lnTo>
                      <a:cubicBezTo>
                        <a:pt x="1" y="2447"/>
                        <a:pt x="9" y="2549"/>
                        <a:pt x="127" y="2612"/>
                      </a:cubicBezTo>
                      <a:lnTo>
                        <a:pt x="1308" y="3297"/>
                      </a:lnTo>
                      <a:cubicBezTo>
                        <a:pt x="1377" y="3332"/>
                        <a:pt x="1451" y="3350"/>
                        <a:pt x="1525" y="3350"/>
                      </a:cubicBezTo>
                      <a:cubicBezTo>
                        <a:pt x="1585" y="3350"/>
                        <a:pt x="1645" y="3338"/>
                        <a:pt x="1702" y="3313"/>
                      </a:cubicBezTo>
                      <a:lnTo>
                        <a:pt x="5766" y="966"/>
                      </a:lnTo>
                      <a:cubicBezTo>
                        <a:pt x="5868" y="903"/>
                        <a:pt x="5860" y="801"/>
                        <a:pt x="5742" y="738"/>
                      </a:cubicBezTo>
                      <a:lnTo>
                        <a:pt x="4561" y="53"/>
                      </a:lnTo>
                      <a:cubicBezTo>
                        <a:pt x="4491" y="18"/>
                        <a:pt x="4417" y="0"/>
                        <a:pt x="4344"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 name="Google Shape;297;p26"/>
                <p:cNvSpPr/>
                <p:nvPr/>
              </p:nvSpPr>
              <p:spPr>
                <a:xfrm>
                  <a:off x="1851225" y="1757875"/>
                  <a:ext cx="98475" cy="56000"/>
                </a:xfrm>
                <a:custGeom>
                  <a:avLst/>
                  <a:gdLst/>
                  <a:ahLst/>
                  <a:cxnLst/>
                  <a:rect l="l" t="t" r="r" b="b"/>
                  <a:pathLst>
                    <a:path w="3939" h="2240" extrusionOk="0">
                      <a:moveTo>
                        <a:pt x="2408" y="1"/>
                      </a:moveTo>
                      <a:cubicBezTo>
                        <a:pt x="2355" y="1"/>
                        <a:pt x="2302" y="13"/>
                        <a:pt x="2253" y="35"/>
                      </a:cubicBezTo>
                      <a:lnTo>
                        <a:pt x="87" y="1280"/>
                      </a:lnTo>
                      <a:cubicBezTo>
                        <a:pt x="1" y="1327"/>
                        <a:pt x="16" y="1414"/>
                        <a:pt x="111" y="1469"/>
                      </a:cubicBezTo>
                      <a:lnTo>
                        <a:pt x="1363" y="2193"/>
                      </a:lnTo>
                      <a:cubicBezTo>
                        <a:pt x="1420" y="2224"/>
                        <a:pt x="1482" y="2240"/>
                        <a:pt x="1545" y="2240"/>
                      </a:cubicBezTo>
                      <a:cubicBezTo>
                        <a:pt x="1595" y="2240"/>
                        <a:pt x="1645" y="2230"/>
                        <a:pt x="1694" y="2209"/>
                      </a:cubicBezTo>
                      <a:lnTo>
                        <a:pt x="3860" y="957"/>
                      </a:lnTo>
                      <a:cubicBezTo>
                        <a:pt x="3939" y="910"/>
                        <a:pt x="3931" y="831"/>
                        <a:pt x="3836" y="768"/>
                      </a:cubicBezTo>
                      <a:lnTo>
                        <a:pt x="2576" y="43"/>
                      </a:lnTo>
                      <a:cubicBezTo>
                        <a:pt x="2523" y="15"/>
                        <a:pt x="2465" y="1"/>
                        <a:pt x="2408"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 name="Google Shape;298;p26"/>
                <p:cNvSpPr/>
                <p:nvPr/>
              </p:nvSpPr>
              <p:spPr>
                <a:xfrm>
                  <a:off x="1868750" y="1789925"/>
                  <a:ext cx="135675" cy="77475"/>
                </a:xfrm>
                <a:custGeom>
                  <a:avLst/>
                  <a:gdLst/>
                  <a:ahLst/>
                  <a:cxnLst/>
                  <a:rect l="l" t="t" r="r" b="b"/>
                  <a:pathLst>
                    <a:path w="5427" h="3099" extrusionOk="0">
                      <a:moveTo>
                        <a:pt x="3902" y="0"/>
                      </a:moveTo>
                      <a:cubicBezTo>
                        <a:pt x="3842" y="0"/>
                        <a:pt x="3783" y="12"/>
                        <a:pt x="3726" y="37"/>
                      </a:cubicBezTo>
                      <a:lnTo>
                        <a:pt x="95" y="2132"/>
                      </a:lnTo>
                      <a:cubicBezTo>
                        <a:pt x="1" y="2187"/>
                        <a:pt x="9" y="2289"/>
                        <a:pt x="127" y="2352"/>
                      </a:cubicBezTo>
                      <a:lnTo>
                        <a:pt x="1316" y="3046"/>
                      </a:lnTo>
                      <a:cubicBezTo>
                        <a:pt x="1381" y="3080"/>
                        <a:pt x="1453" y="3098"/>
                        <a:pt x="1526" y="3098"/>
                      </a:cubicBezTo>
                      <a:cubicBezTo>
                        <a:pt x="1585" y="3098"/>
                        <a:pt x="1645" y="3086"/>
                        <a:pt x="1702" y="3061"/>
                      </a:cubicBezTo>
                      <a:lnTo>
                        <a:pt x="5332" y="966"/>
                      </a:lnTo>
                      <a:cubicBezTo>
                        <a:pt x="5427" y="911"/>
                        <a:pt x="5419" y="809"/>
                        <a:pt x="5301" y="746"/>
                      </a:cubicBezTo>
                      <a:lnTo>
                        <a:pt x="4112" y="53"/>
                      </a:lnTo>
                      <a:cubicBezTo>
                        <a:pt x="4047" y="18"/>
                        <a:pt x="3975" y="0"/>
                        <a:pt x="3902"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 name="Google Shape;299;p26"/>
                <p:cNvSpPr/>
                <p:nvPr/>
              </p:nvSpPr>
              <p:spPr>
                <a:xfrm>
                  <a:off x="1912650" y="1821825"/>
                  <a:ext cx="146725" cy="83750"/>
                </a:xfrm>
                <a:custGeom>
                  <a:avLst/>
                  <a:gdLst/>
                  <a:ahLst/>
                  <a:cxnLst/>
                  <a:rect l="l" t="t" r="r" b="b"/>
                  <a:pathLst>
                    <a:path w="5869" h="3350" extrusionOk="0">
                      <a:moveTo>
                        <a:pt x="4344" y="0"/>
                      </a:moveTo>
                      <a:cubicBezTo>
                        <a:pt x="4284" y="0"/>
                        <a:pt x="4224" y="12"/>
                        <a:pt x="4167" y="37"/>
                      </a:cubicBezTo>
                      <a:lnTo>
                        <a:pt x="103" y="2384"/>
                      </a:lnTo>
                      <a:cubicBezTo>
                        <a:pt x="1" y="2447"/>
                        <a:pt x="9" y="2549"/>
                        <a:pt x="127" y="2612"/>
                      </a:cubicBezTo>
                      <a:lnTo>
                        <a:pt x="1308" y="3297"/>
                      </a:lnTo>
                      <a:cubicBezTo>
                        <a:pt x="1378" y="3332"/>
                        <a:pt x="1452" y="3350"/>
                        <a:pt x="1526" y="3350"/>
                      </a:cubicBezTo>
                      <a:cubicBezTo>
                        <a:pt x="1588" y="3350"/>
                        <a:pt x="1650" y="3338"/>
                        <a:pt x="1710" y="3313"/>
                      </a:cubicBezTo>
                      <a:lnTo>
                        <a:pt x="5774" y="966"/>
                      </a:lnTo>
                      <a:cubicBezTo>
                        <a:pt x="5868" y="903"/>
                        <a:pt x="5860" y="801"/>
                        <a:pt x="5742" y="738"/>
                      </a:cubicBezTo>
                      <a:lnTo>
                        <a:pt x="4561" y="53"/>
                      </a:lnTo>
                      <a:cubicBezTo>
                        <a:pt x="4492" y="18"/>
                        <a:pt x="4418" y="0"/>
                        <a:pt x="4344"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 name="Google Shape;300;p26"/>
                <p:cNvSpPr/>
                <p:nvPr/>
              </p:nvSpPr>
              <p:spPr>
                <a:xfrm>
                  <a:off x="1210950" y="2318325"/>
                  <a:ext cx="98650" cy="56125"/>
                </a:xfrm>
                <a:custGeom>
                  <a:avLst/>
                  <a:gdLst/>
                  <a:ahLst/>
                  <a:cxnLst/>
                  <a:rect l="l" t="t" r="r" b="b"/>
                  <a:pathLst>
                    <a:path w="3946" h="2245" extrusionOk="0">
                      <a:moveTo>
                        <a:pt x="2391" y="0"/>
                      </a:moveTo>
                      <a:cubicBezTo>
                        <a:pt x="2345" y="0"/>
                        <a:pt x="2298" y="10"/>
                        <a:pt x="2253" y="31"/>
                      </a:cubicBezTo>
                      <a:lnTo>
                        <a:pt x="79" y="1291"/>
                      </a:lnTo>
                      <a:cubicBezTo>
                        <a:pt x="0" y="1339"/>
                        <a:pt x="8" y="1417"/>
                        <a:pt x="95" y="1465"/>
                      </a:cubicBezTo>
                      <a:lnTo>
                        <a:pt x="1379" y="2205"/>
                      </a:lnTo>
                      <a:cubicBezTo>
                        <a:pt x="1430" y="2230"/>
                        <a:pt x="1485" y="2245"/>
                        <a:pt x="1542" y="2245"/>
                      </a:cubicBezTo>
                      <a:cubicBezTo>
                        <a:pt x="1590" y="2245"/>
                        <a:pt x="1639" y="2234"/>
                        <a:pt x="1686" y="2213"/>
                      </a:cubicBezTo>
                      <a:lnTo>
                        <a:pt x="3867" y="961"/>
                      </a:lnTo>
                      <a:cubicBezTo>
                        <a:pt x="3946" y="913"/>
                        <a:pt x="3930" y="835"/>
                        <a:pt x="3844" y="779"/>
                      </a:cubicBezTo>
                      <a:lnTo>
                        <a:pt x="2560" y="47"/>
                      </a:lnTo>
                      <a:cubicBezTo>
                        <a:pt x="2507" y="16"/>
                        <a:pt x="2450" y="0"/>
                        <a:pt x="2391"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 name="Google Shape;301;p26"/>
                <p:cNvSpPr/>
                <p:nvPr/>
              </p:nvSpPr>
              <p:spPr>
                <a:xfrm>
                  <a:off x="1282800" y="2276775"/>
                  <a:ext cx="98475" cy="56225"/>
                </a:xfrm>
                <a:custGeom>
                  <a:avLst/>
                  <a:gdLst/>
                  <a:ahLst/>
                  <a:cxnLst/>
                  <a:rect l="l" t="t" r="r" b="b"/>
                  <a:pathLst>
                    <a:path w="3939" h="2249" extrusionOk="0">
                      <a:moveTo>
                        <a:pt x="2392" y="0"/>
                      </a:moveTo>
                      <a:cubicBezTo>
                        <a:pt x="2345" y="0"/>
                        <a:pt x="2299" y="11"/>
                        <a:pt x="2253" y="31"/>
                      </a:cubicBezTo>
                      <a:lnTo>
                        <a:pt x="72" y="1292"/>
                      </a:lnTo>
                      <a:cubicBezTo>
                        <a:pt x="1" y="1339"/>
                        <a:pt x="9" y="1418"/>
                        <a:pt x="95" y="1465"/>
                      </a:cubicBezTo>
                      <a:lnTo>
                        <a:pt x="1379" y="2205"/>
                      </a:lnTo>
                      <a:cubicBezTo>
                        <a:pt x="1426" y="2235"/>
                        <a:pt x="1482" y="2249"/>
                        <a:pt x="1539" y="2249"/>
                      </a:cubicBezTo>
                      <a:cubicBezTo>
                        <a:pt x="1587" y="2249"/>
                        <a:pt x="1635" y="2239"/>
                        <a:pt x="1678" y="2221"/>
                      </a:cubicBezTo>
                      <a:lnTo>
                        <a:pt x="3860" y="961"/>
                      </a:lnTo>
                      <a:cubicBezTo>
                        <a:pt x="3939" y="914"/>
                        <a:pt x="3931" y="843"/>
                        <a:pt x="3836" y="780"/>
                      </a:cubicBezTo>
                      <a:lnTo>
                        <a:pt x="2560" y="47"/>
                      </a:lnTo>
                      <a:cubicBezTo>
                        <a:pt x="2508" y="16"/>
                        <a:pt x="2450" y="0"/>
                        <a:pt x="2392"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 name="Google Shape;302;p26"/>
                <p:cNvSpPr/>
                <p:nvPr/>
              </p:nvSpPr>
              <p:spPr>
                <a:xfrm>
                  <a:off x="1354475" y="2235425"/>
                  <a:ext cx="98675" cy="56125"/>
                </a:xfrm>
                <a:custGeom>
                  <a:avLst/>
                  <a:gdLst/>
                  <a:ahLst/>
                  <a:cxnLst/>
                  <a:rect l="l" t="t" r="r" b="b"/>
                  <a:pathLst>
                    <a:path w="3947" h="2245" extrusionOk="0">
                      <a:moveTo>
                        <a:pt x="2399" y="1"/>
                      </a:moveTo>
                      <a:cubicBezTo>
                        <a:pt x="2353" y="1"/>
                        <a:pt x="2306" y="11"/>
                        <a:pt x="2261" y="32"/>
                      </a:cubicBezTo>
                      <a:lnTo>
                        <a:pt x="79" y="1292"/>
                      </a:lnTo>
                      <a:cubicBezTo>
                        <a:pt x="1" y="1331"/>
                        <a:pt x="8" y="1418"/>
                        <a:pt x="103" y="1465"/>
                      </a:cubicBezTo>
                      <a:lnTo>
                        <a:pt x="1379" y="2205"/>
                      </a:lnTo>
                      <a:cubicBezTo>
                        <a:pt x="1430" y="2231"/>
                        <a:pt x="1488" y="2245"/>
                        <a:pt x="1546" y="2245"/>
                      </a:cubicBezTo>
                      <a:cubicBezTo>
                        <a:pt x="1594" y="2245"/>
                        <a:pt x="1643" y="2235"/>
                        <a:pt x="1686" y="2213"/>
                      </a:cubicBezTo>
                      <a:lnTo>
                        <a:pt x="3868" y="953"/>
                      </a:lnTo>
                      <a:cubicBezTo>
                        <a:pt x="3946" y="914"/>
                        <a:pt x="3938" y="835"/>
                        <a:pt x="3852" y="780"/>
                      </a:cubicBezTo>
                      <a:lnTo>
                        <a:pt x="2568" y="47"/>
                      </a:lnTo>
                      <a:cubicBezTo>
                        <a:pt x="2515" y="17"/>
                        <a:pt x="2458" y="1"/>
                        <a:pt x="2399"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 name="Google Shape;303;p26"/>
                <p:cNvSpPr/>
                <p:nvPr/>
              </p:nvSpPr>
              <p:spPr>
                <a:xfrm>
                  <a:off x="1281425" y="2223850"/>
                  <a:ext cx="81750" cy="46175"/>
                </a:xfrm>
                <a:custGeom>
                  <a:avLst/>
                  <a:gdLst/>
                  <a:ahLst/>
                  <a:cxnLst/>
                  <a:rect l="l" t="t" r="r" b="b"/>
                  <a:pathLst>
                    <a:path w="3270" h="1847" extrusionOk="0">
                      <a:moveTo>
                        <a:pt x="1743" y="1"/>
                      </a:moveTo>
                      <a:cubicBezTo>
                        <a:pt x="1682" y="1"/>
                        <a:pt x="1620" y="13"/>
                        <a:pt x="1560" y="38"/>
                      </a:cubicBezTo>
                      <a:lnTo>
                        <a:pt x="103" y="881"/>
                      </a:lnTo>
                      <a:cubicBezTo>
                        <a:pt x="1" y="944"/>
                        <a:pt x="16" y="1046"/>
                        <a:pt x="127" y="1109"/>
                      </a:cubicBezTo>
                      <a:lnTo>
                        <a:pt x="1308" y="1794"/>
                      </a:lnTo>
                      <a:cubicBezTo>
                        <a:pt x="1377" y="1829"/>
                        <a:pt x="1451" y="1847"/>
                        <a:pt x="1525" y="1847"/>
                      </a:cubicBezTo>
                      <a:cubicBezTo>
                        <a:pt x="1585" y="1847"/>
                        <a:pt x="1645" y="1835"/>
                        <a:pt x="1702" y="1810"/>
                      </a:cubicBezTo>
                      <a:lnTo>
                        <a:pt x="3167" y="967"/>
                      </a:lnTo>
                      <a:cubicBezTo>
                        <a:pt x="3269" y="904"/>
                        <a:pt x="3261" y="802"/>
                        <a:pt x="3135" y="739"/>
                      </a:cubicBezTo>
                      <a:lnTo>
                        <a:pt x="1954" y="54"/>
                      </a:lnTo>
                      <a:cubicBezTo>
                        <a:pt x="1889" y="19"/>
                        <a:pt x="1817" y="1"/>
                        <a:pt x="1743"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26"/>
                <p:cNvSpPr/>
                <p:nvPr/>
              </p:nvSpPr>
              <p:spPr>
                <a:xfrm>
                  <a:off x="1338725" y="2190775"/>
                  <a:ext cx="81725" cy="46175"/>
                </a:xfrm>
                <a:custGeom>
                  <a:avLst/>
                  <a:gdLst/>
                  <a:ahLst/>
                  <a:cxnLst/>
                  <a:rect l="l" t="t" r="r" b="b"/>
                  <a:pathLst>
                    <a:path w="3269" h="1847" extrusionOk="0">
                      <a:moveTo>
                        <a:pt x="1745" y="1"/>
                      </a:moveTo>
                      <a:cubicBezTo>
                        <a:pt x="1684" y="1"/>
                        <a:pt x="1625" y="13"/>
                        <a:pt x="1568" y="38"/>
                      </a:cubicBezTo>
                      <a:lnTo>
                        <a:pt x="103" y="880"/>
                      </a:lnTo>
                      <a:cubicBezTo>
                        <a:pt x="1" y="943"/>
                        <a:pt x="16" y="1046"/>
                        <a:pt x="134" y="1109"/>
                      </a:cubicBezTo>
                      <a:lnTo>
                        <a:pt x="1316" y="1794"/>
                      </a:lnTo>
                      <a:cubicBezTo>
                        <a:pt x="1381" y="1829"/>
                        <a:pt x="1455" y="1847"/>
                        <a:pt x="1530" y="1847"/>
                      </a:cubicBezTo>
                      <a:cubicBezTo>
                        <a:pt x="1591" y="1847"/>
                        <a:pt x="1653" y="1835"/>
                        <a:pt x="1710" y="1810"/>
                      </a:cubicBezTo>
                      <a:lnTo>
                        <a:pt x="3167" y="967"/>
                      </a:lnTo>
                      <a:cubicBezTo>
                        <a:pt x="3269" y="904"/>
                        <a:pt x="3261" y="802"/>
                        <a:pt x="3143" y="731"/>
                      </a:cubicBezTo>
                      <a:lnTo>
                        <a:pt x="1962" y="53"/>
                      </a:lnTo>
                      <a:cubicBezTo>
                        <a:pt x="1892" y="19"/>
                        <a:pt x="1818" y="1"/>
                        <a:pt x="1745"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 name="Google Shape;305;p26"/>
                <p:cNvSpPr/>
                <p:nvPr/>
              </p:nvSpPr>
              <p:spPr>
                <a:xfrm>
                  <a:off x="1396225" y="2157650"/>
                  <a:ext cx="81725" cy="46225"/>
                </a:xfrm>
                <a:custGeom>
                  <a:avLst/>
                  <a:gdLst/>
                  <a:ahLst/>
                  <a:cxnLst/>
                  <a:rect l="l" t="t" r="r" b="b"/>
                  <a:pathLst>
                    <a:path w="3269" h="1849" extrusionOk="0">
                      <a:moveTo>
                        <a:pt x="1747" y="0"/>
                      </a:moveTo>
                      <a:cubicBezTo>
                        <a:pt x="1683" y="0"/>
                        <a:pt x="1619" y="14"/>
                        <a:pt x="1560" y="40"/>
                      </a:cubicBezTo>
                      <a:lnTo>
                        <a:pt x="95" y="882"/>
                      </a:lnTo>
                      <a:cubicBezTo>
                        <a:pt x="0" y="937"/>
                        <a:pt x="8" y="1040"/>
                        <a:pt x="126" y="1111"/>
                      </a:cubicBezTo>
                      <a:lnTo>
                        <a:pt x="1308" y="1796"/>
                      </a:lnTo>
                      <a:cubicBezTo>
                        <a:pt x="1373" y="1831"/>
                        <a:pt x="1447" y="1848"/>
                        <a:pt x="1522" y="1848"/>
                      </a:cubicBezTo>
                      <a:cubicBezTo>
                        <a:pt x="1583" y="1848"/>
                        <a:pt x="1645" y="1836"/>
                        <a:pt x="1701" y="1812"/>
                      </a:cubicBezTo>
                      <a:lnTo>
                        <a:pt x="3166" y="961"/>
                      </a:lnTo>
                      <a:cubicBezTo>
                        <a:pt x="3269" y="906"/>
                        <a:pt x="3253" y="804"/>
                        <a:pt x="3135" y="733"/>
                      </a:cubicBezTo>
                      <a:lnTo>
                        <a:pt x="1953" y="55"/>
                      </a:lnTo>
                      <a:cubicBezTo>
                        <a:pt x="1891" y="18"/>
                        <a:pt x="1819" y="0"/>
                        <a:pt x="1747"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 name="Google Shape;306;p26"/>
                <p:cNvSpPr/>
                <p:nvPr/>
              </p:nvSpPr>
              <p:spPr>
                <a:xfrm>
                  <a:off x="1453525" y="2124475"/>
                  <a:ext cx="81725" cy="46300"/>
                </a:xfrm>
                <a:custGeom>
                  <a:avLst/>
                  <a:gdLst/>
                  <a:ahLst/>
                  <a:cxnLst/>
                  <a:rect l="l" t="t" r="r" b="b"/>
                  <a:pathLst>
                    <a:path w="3269" h="1852" extrusionOk="0">
                      <a:moveTo>
                        <a:pt x="1741" y="1"/>
                      </a:moveTo>
                      <a:cubicBezTo>
                        <a:pt x="1679" y="1"/>
                        <a:pt x="1617" y="15"/>
                        <a:pt x="1559" y="44"/>
                      </a:cubicBezTo>
                      <a:lnTo>
                        <a:pt x="102" y="886"/>
                      </a:lnTo>
                      <a:cubicBezTo>
                        <a:pt x="0" y="941"/>
                        <a:pt x="16" y="1044"/>
                        <a:pt x="126" y="1115"/>
                      </a:cubicBezTo>
                      <a:lnTo>
                        <a:pt x="1307" y="1792"/>
                      </a:lnTo>
                      <a:cubicBezTo>
                        <a:pt x="1378" y="1832"/>
                        <a:pt x="1454" y="1852"/>
                        <a:pt x="1529" y="1852"/>
                      </a:cubicBezTo>
                      <a:cubicBezTo>
                        <a:pt x="1588" y="1852"/>
                        <a:pt x="1646" y="1840"/>
                        <a:pt x="1701" y="1816"/>
                      </a:cubicBezTo>
                      <a:lnTo>
                        <a:pt x="3166" y="965"/>
                      </a:lnTo>
                      <a:cubicBezTo>
                        <a:pt x="3268" y="910"/>
                        <a:pt x="3253" y="807"/>
                        <a:pt x="3134" y="737"/>
                      </a:cubicBezTo>
                      <a:lnTo>
                        <a:pt x="1953" y="59"/>
                      </a:lnTo>
                      <a:cubicBezTo>
                        <a:pt x="1889" y="21"/>
                        <a:pt x="1815" y="1"/>
                        <a:pt x="1741"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 name="Google Shape;307;p26"/>
                <p:cNvSpPr/>
                <p:nvPr/>
              </p:nvSpPr>
              <p:spPr>
                <a:xfrm>
                  <a:off x="1510800" y="2091350"/>
                  <a:ext cx="81750" cy="46375"/>
                </a:xfrm>
                <a:custGeom>
                  <a:avLst/>
                  <a:gdLst/>
                  <a:ahLst/>
                  <a:cxnLst/>
                  <a:rect l="l" t="t" r="r" b="b"/>
                  <a:pathLst>
                    <a:path w="3270" h="1855" extrusionOk="0">
                      <a:moveTo>
                        <a:pt x="1745" y="1"/>
                      </a:moveTo>
                      <a:cubicBezTo>
                        <a:pt x="1685" y="1"/>
                        <a:pt x="1625" y="13"/>
                        <a:pt x="1568" y="38"/>
                      </a:cubicBezTo>
                      <a:lnTo>
                        <a:pt x="103" y="888"/>
                      </a:lnTo>
                      <a:cubicBezTo>
                        <a:pt x="1" y="951"/>
                        <a:pt x="17" y="1054"/>
                        <a:pt x="135" y="1117"/>
                      </a:cubicBezTo>
                      <a:lnTo>
                        <a:pt x="1316" y="1802"/>
                      </a:lnTo>
                      <a:cubicBezTo>
                        <a:pt x="1381" y="1836"/>
                        <a:pt x="1455" y="1854"/>
                        <a:pt x="1530" y="1854"/>
                      </a:cubicBezTo>
                      <a:cubicBezTo>
                        <a:pt x="1592" y="1854"/>
                        <a:pt x="1653" y="1842"/>
                        <a:pt x="1710" y="1817"/>
                      </a:cubicBezTo>
                      <a:lnTo>
                        <a:pt x="3167" y="975"/>
                      </a:lnTo>
                      <a:cubicBezTo>
                        <a:pt x="3269" y="912"/>
                        <a:pt x="3261" y="809"/>
                        <a:pt x="3143" y="738"/>
                      </a:cubicBezTo>
                      <a:lnTo>
                        <a:pt x="1962" y="53"/>
                      </a:lnTo>
                      <a:cubicBezTo>
                        <a:pt x="1893" y="19"/>
                        <a:pt x="1819" y="1"/>
                        <a:pt x="1745"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 name="Google Shape;308;p26"/>
                <p:cNvSpPr/>
                <p:nvPr/>
              </p:nvSpPr>
              <p:spPr>
                <a:xfrm>
                  <a:off x="1568100" y="2058275"/>
                  <a:ext cx="81925" cy="46175"/>
                </a:xfrm>
                <a:custGeom>
                  <a:avLst/>
                  <a:gdLst/>
                  <a:ahLst/>
                  <a:cxnLst/>
                  <a:rect l="l" t="t" r="r" b="b"/>
                  <a:pathLst>
                    <a:path w="3277" h="1847" extrusionOk="0">
                      <a:moveTo>
                        <a:pt x="1747" y="1"/>
                      </a:moveTo>
                      <a:cubicBezTo>
                        <a:pt x="1686" y="1"/>
                        <a:pt x="1625" y="13"/>
                        <a:pt x="1568" y="37"/>
                      </a:cubicBezTo>
                      <a:lnTo>
                        <a:pt x="103" y="880"/>
                      </a:lnTo>
                      <a:cubicBezTo>
                        <a:pt x="1" y="943"/>
                        <a:pt x="16" y="1046"/>
                        <a:pt x="134" y="1109"/>
                      </a:cubicBezTo>
                      <a:lnTo>
                        <a:pt x="1316" y="1794"/>
                      </a:lnTo>
                      <a:cubicBezTo>
                        <a:pt x="1381" y="1828"/>
                        <a:pt x="1455" y="1846"/>
                        <a:pt x="1530" y="1846"/>
                      </a:cubicBezTo>
                      <a:cubicBezTo>
                        <a:pt x="1591" y="1846"/>
                        <a:pt x="1653" y="1834"/>
                        <a:pt x="1710" y="1809"/>
                      </a:cubicBezTo>
                      <a:lnTo>
                        <a:pt x="3174" y="967"/>
                      </a:lnTo>
                      <a:cubicBezTo>
                        <a:pt x="3277" y="904"/>
                        <a:pt x="3261" y="801"/>
                        <a:pt x="3143" y="738"/>
                      </a:cubicBezTo>
                      <a:lnTo>
                        <a:pt x="1962" y="53"/>
                      </a:lnTo>
                      <a:cubicBezTo>
                        <a:pt x="1897" y="19"/>
                        <a:pt x="1822" y="1"/>
                        <a:pt x="1747"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 name="Google Shape;309;p26"/>
                <p:cNvSpPr/>
                <p:nvPr/>
              </p:nvSpPr>
              <p:spPr>
                <a:xfrm>
                  <a:off x="1625600" y="2025050"/>
                  <a:ext cx="81925" cy="46200"/>
                </a:xfrm>
                <a:custGeom>
                  <a:avLst/>
                  <a:gdLst/>
                  <a:ahLst/>
                  <a:cxnLst/>
                  <a:rect l="l" t="t" r="r" b="b"/>
                  <a:pathLst>
                    <a:path w="3277" h="1848" extrusionOk="0">
                      <a:moveTo>
                        <a:pt x="1742" y="1"/>
                      </a:moveTo>
                      <a:cubicBezTo>
                        <a:pt x="1679" y="1"/>
                        <a:pt x="1617" y="15"/>
                        <a:pt x="1560" y="43"/>
                      </a:cubicBezTo>
                      <a:lnTo>
                        <a:pt x="103" y="886"/>
                      </a:lnTo>
                      <a:cubicBezTo>
                        <a:pt x="0" y="941"/>
                        <a:pt x="8" y="1044"/>
                        <a:pt x="126" y="1114"/>
                      </a:cubicBezTo>
                      <a:lnTo>
                        <a:pt x="1308" y="1792"/>
                      </a:lnTo>
                      <a:cubicBezTo>
                        <a:pt x="1375" y="1829"/>
                        <a:pt x="1446" y="1847"/>
                        <a:pt x="1517" y="1847"/>
                      </a:cubicBezTo>
                      <a:cubicBezTo>
                        <a:pt x="1580" y="1847"/>
                        <a:pt x="1642" y="1833"/>
                        <a:pt x="1701" y="1807"/>
                      </a:cubicBezTo>
                      <a:lnTo>
                        <a:pt x="3166" y="965"/>
                      </a:lnTo>
                      <a:cubicBezTo>
                        <a:pt x="3277" y="910"/>
                        <a:pt x="3253" y="807"/>
                        <a:pt x="3135" y="736"/>
                      </a:cubicBezTo>
                      <a:lnTo>
                        <a:pt x="1953" y="59"/>
                      </a:lnTo>
                      <a:cubicBezTo>
                        <a:pt x="1889" y="21"/>
                        <a:pt x="1816" y="1"/>
                        <a:pt x="1742"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 name="Google Shape;310;p26"/>
                <p:cNvSpPr/>
                <p:nvPr/>
              </p:nvSpPr>
              <p:spPr>
                <a:xfrm>
                  <a:off x="1682900" y="1992050"/>
                  <a:ext cx="81725" cy="46250"/>
                </a:xfrm>
                <a:custGeom>
                  <a:avLst/>
                  <a:gdLst/>
                  <a:ahLst/>
                  <a:cxnLst/>
                  <a:rect l="l" t="t" r="r" b="b"/>
                  <a:pathLst>
                    <a:path w="3269" h="1850" extrusionOk="0">
                      <a:moveTo>
                        <a:pt x="1752" y="1"/>
                      </a:moveTo>
                      <a:cubicBezTo>
                        <a:pt x="1689" y="1"/>
                        <a:pt x="1626" y="14"/>
                        <a:pt x="1567" y="40"/>
                      </a:cubicBezTo>
                      <a:lnTo>
                        <a:pt x="102" y="883"/>
                      </a:lnTo>
                      <a:cubicBezTo>
                        <a:pt x="0" y="938"/>
                        <a:pt x="16" y="1040"/>
                        <a:pt x="134" y="1111"/>
                      </a:cubicBezTo>
                      <a:lnTo>
                        <a:pt x="1315" y="1797"/>
                      </a:lnTo>
                      <a:cubicBezTo>
                        <a:pt x="1380" y="1831"/>
                        <a:pt x="1455" y="1849"/>
                        <a:pt x="1530" y="1849"/>
                      </a:cubicBezTo>
                      <a:cubicBezTo>
                        <a:pt x="1591" y="1849"/>
                        <a:pt x="1652" y="1837"/>
                        <a:pt x="1709" y="1812"/>
                      </a:cubicBezTo>
                      <a:lnTo>
                        <a:pt x="3166" y="962"/>
                      </a:lnTo>
                      <a:cubicBezTo>
                        <a:pt x="3268" y="907"/>
                        <a:pt x="3261" y="812"/>
                        <a:pt x="3142" y="733"/>
                      </a:cubicBezTo>
                      <a:lnTo>
                        <a:pt x="1961" y="56"/>
                      </a:lnTo>
                      <a:cubicBezTo>
                        <a:pt x="1894" y="18"/>
                        <a:pt x="1823" y="1"/>
                        <a:pt x="1752"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26"/>
                <p:cNvSpPr/>
                <p:nvPr/>
              </p:nvSpPr>
              <p:spPr>
                <a:xfrm>
                  <a:off x="1740175" y="1958900"/>
                  <a:ext cx="81750" cy="46275"/>
                </a:xfrm>
                <a:custGeom>
                  <a:avLst/>
                  <a:gdLst/>
                  <a:ahLst/>
                  <a:cxnLst/>
                  <a:rect l="l" t="t" r="r" b="b"/>
                  <a:pathLst>
                    <a:path w="3270" h="1851" extrusionOk="0">
                      <a:moveTo>
                        <a:pt x="1750" y="0"/>
                      </a:moveTo>
                      <a:cubicBezTo>
                        <a:pt x="1688" y="0"/>
                        <a:pt x="1626" y="14"/>
                        <a:pt x="1568" y="43"/>
                      </a:cubicBezTo>
                      <a:lnTo>
                        <a:pt x="103" y="886"/>
                      </a:lnTo>
                      <a:cubicBezTo>
                        <a:pt x="1" y="941"/>
                        <a:pt x="17" y="1043"/>
                        <a:pt x="135" y="1114"/>
                      </a:cubicBezTo>
                      <a:lnTo>
                        <a:pt x="1316" y="1792"/>
                      </a:lnTo>
                      <a:cubicBezTo>
                        <a:pt x="1380" y="1830"/>
                        <a:pt x="1454" y="1850"/>
                        <a:pt x="1528" y="1850"/>
                      </a:cubicBezTo>
                      <a:cubicBezTo>
                        <a:pt x="1590" y="1850"/>
                        <a:pt x="1652" y="1836"/>
                        <a:pt x="1710" y="1807"/>
                      </a:cubicBezTo>
                      <a:lnTo>
                        <a:pt x="3175" y="965"/>
                      </a:lnTo>
                      <a:cubicBezTo>
                        <a:pt x="3269" y="909"/>
                        <a:pt x="3261" y="807"/>
                        <a:pt x="3143" y="736"/>
                      </a:cubicBezTo>
                      <a:lnTo>
                        <a:pt x="1962" y="59"/>
                      </a:lnTo>
                      <a:cubicBezTo>
                        <a:pt x="1898" y="20"/>
                        <a:pt x="1824" y="0"/>
                        <a:pt x="1750"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 name="Google Shape;312;p26"/>
                <p:cNvSpPr/>
                <p:nvPr/>
              </p:nvSpPr>
              <p:spPr>
                <a:xfrm>
                  <a:off x="1797675" y="1925775"/>
                  <a:ext cx="81725" cy="46225"/>
                </a:xfrm>
                <a:custGeom>
                  <a:avLst/>
                  <a:gdLst/>
                  <a:ahLst/>
                  <a:cxnLst/>
                  <a:rect l="l" t="t" r="r" b="b"/>
                  <a:pathLst>
                    <a:path w="3269" h="1849" extrusionOk="0">
                      <a:moveTo>
                        <a:pt x="1745" y="0"/>
                      </a:moveTo>
                      <a:cubicBezTo>
                        <a:pt x="1684" y="0"/>
                        <a:pt x="1625" y="12"/>
                        <a:pt x="1568" y="37"/>
                      </a:cubicBezTo>
                      <a:lnTo>
                        <a:pt x="103" y="888"/>
                      </a:lnTo>
                      <a:cubicBezTo>
                        <a:pt x="1" y="943"/>
                        <a:pt x="16" y="1045"/>
                        <a:pt x="134" y="1116"/>
                      </a:cubicBezTo>
                      <a:lnTo>
                        <a:pt x="1316" y="1793"/>
                      </a:lnTo>
                      <a:cubicBezTo>
                        <a:pt x="1379" y="1831"/>
                        <a:pt x="1448" y="1849"/>
                        <a:pt x="1519" y="1849"/>
                      </a:cubicBezTo>
                      <a:cubicBezTo>
                        <a:pt x="1582" y="1849"/>
                        <a:pt x="1647" y="1835"/>
                        <a:pt x="1710" y="1809"/>
                      </a:cubicBezTo>
                      <a:lnTo>
                        <a:pt x="3167" y="967"/>
                      </a:lnTo>
                      <a:cubicBezTo>
                        <a:pt x="3269" y="911"/>
                        <a:pt x="3253" y="801"/>
                        <a:pt x="3143" y="738"/>
                      </a:cubicBezTo>
                      <a:lnTo>
                        <a:pt x="1962" y="53"/>
                      </a:lnTo>
                      <a:cubicBezTo>
                        <a:pt x="1892" y="18"/>
                        <a:pt x="1818" y="0"/>
                        <a:pt x="1745"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 name="Google Shape;313;p26"/>
                <p:cNvSpPr/>
                <p:nvPr/>
              </p:nvSpPr>
              <p:spPr>
                <a:xfrm>
                  <a:off x="1854975" y="1892700"/>
                  <a:ext cx="81725" cy="46150"/>
                </a:xfrm>
                <a:custGeom>
                  <a:avLst/>
                  <a:gdLst/>
                  <a:ahLst/>
                  <a:cxnLst/>
                  <a:rect l="l" t="t" r="r" b="b"/>
                  <a:pathLst>
                    <a:path w="3269" h="1846" extrusionOk="0">
                      <a:moveTo>
                        <a:pt x="1744" y="0"/>
                      </a:moveTo>
                      <a:cubicBezTo>
                        <a:pt x="1684" y="0"/>
                        <a:pt x="1624" y="12"/>
                        <a:pt x="1568" y="37"/>
                      </a:cubicBezTo>
                      <a:lnTo>
                        <a:pt x="103" y="880"/>
                      </a:lnTo>
                      <a:cubicBezTo>
                        <a:pt x="0" y="943"/>
                        <a:pt x="16" y="1045"/>
                        <a:pt x="134" y="1116"/>
                      </a:cubicBezTo>
                      <a:lnTo>
                        <a:pt x="1316" y="1793"/>
                      </a:lnTo>
                      <a:cubicBezTo>
                        <a:pt x="1381" y="1828"/>
                        <a:pt x="1453" y="1846"/>
                        <a:pt x="1527" y="1846"/>
                      </a:cubicBezTo>
                      <a:cubicBezTo>
                        <a:pt x="1587" y="1846"/>
                        <a:pt x="1649" y="1834"/>
                        <a:pt x="1709" y="1809"/>
                      </a:cubicBezTo>
                      <a:lnTo>
                        <a:pt x="3166" y="966"/>
                      </a:lnTo>
                      <a:cubicBezTo>
                        <a:pt x="3269" y="903"/>
                        <a:pt x="3253" y="801"/>
                        <a:pt x="3143" y="738"/>
                      </a:cubicBezTo>
                      <a:lnTo>
                        <a:pt x="1961" y="53"/>
                      </a:lnTo>
                      <a:cubicBezTo>
                        <a:pt x="1892" y="18"/>
                        <a:pt x="1818" y="0"/>
                        <a:pt x="1744"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 name="Google Shape;314;p26"/>
                <p:cNvSpPr/>
                <p:nvPr/>
              </p:nvSpPr>
              <p:spPr>
                <a:xfrm>
                  <a:off x="1216450" y="2196700"/>
                  <a:ext cx="83325" cy="47350"/>
                </a:xfrm>
                <a:custGeom>
                  <a:avLst/>
                  <a:gdLst/>
                  <a:ahLst/>
                  <a:cxnLst/>
                  <a:rect l="l" t="t" r="r" b="b"/>
                  <a:pathLst>
                    <a:path w="3333" h="1894" extrusionOk="0">
                      <a:moveTo>
                        <a:pt x="1807" y="0"/>
                      </a:moveTo>
                      <a:cubicBezTo>
                        <a:pt x="1748" y="0"/>
                        <a:pt x="1688" y="12"/>
                        <a:pt x="1631" y="37"/>
                      </a:cubicBezTo>
                      <a:lnTo>
                        <a:pt x="103" y="927"/>
                      </a:lnTo>
                      <a:cubicBezTo>
                        <a:pt x="1" y="982"/>
                        <a:pt x="17" y="1084"/>
                        <a:pt x="127" y="1147"/>
                      </a:cubicBezTo>
                      <a:lnTo>
                        <a:pt x="1324" y="1840"/>
                      </a:lnTo>
                      <a:cubicBezTo>
                        <a:pt x="1389" y="1875"/>
                        <a:pt x="1461" y="1893"/>
                        <a:pt x="1532" y="1893"/>
                      </a:cubicBezTo>
                      <a:cubicBezTo>
                        <a:pt x="1591" y="1893"/>
                        <a:pt x="1649" y="1881"/>
                        <a:pt x="1702" y="1856"/>
                      </a:cubicBezTo>
                      <a:lnTo>
                        <a:pt x="3238" y="966"/>
                      </a:lnTo>
                      <a:cubicBezTo>
                        <a:pt x="3332" y="911"/>
                        <a:pt x="3324" y="809"/>
                        <a:pt x="3206" y="746"/>
                      </a:cubicBezTo>
                      <a:lnTo>
                        <a:pt x="2017" y="53"/>
                      </a:lnTo>
                      <a:cubicBezTo>
                        <a:pt x="1952" y="18"/>
                        <a:pt x="1880" y="0"/>
                        <a:pt x="1807"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 name="Google Shape;315;p26"/>
                <p:cNvSpPr/>
                <p:nvPr/>
              </p:nvSpPr>
              <p:spPr>
                <a:xfrm>
                  <a:off x="1275725" y="2162550"/>
                  <a:ext cx="83300" cy="47225"/>
                </a:xfrm>
                <a:custGeom>
                  <a:avLst/>
                  <a:gdLst/>
                  <a:ahLst/>
                  <a:cxnLst/>
                  <a:rect l="l" t="t" r="r" b="b"/>
                  <a:pathLst>
                    <a:path w="3332" h="1889" extrusionOk="0">
                      <a:moveTo>
                        <a:pt x="1807" y="1"/>
                      </a:moveTo>
                      <a:cubicBezTo>
                        <a:pt x="1747" y="1"/>
                        <a:pt x="1686" y="15"/>
                        <a:pt x="1631" y="41"/>
                      </a:cubicBezTo>
                      <a:lnTo>
                        <a:pt x="95" y="923"/>
                      </a:lnTo>
                      <a:cubicBezTo>
                        <a:pt x="0" y="986"/>
                        <a:pt x="8" y="1080"/>
                        <a:pt x="126" y="1151"/>
                      </a:cubicBezTo>
                      <a:lnTo>
                        <a:pt x="1316" y="1836"/>
                      </a:lnTo>
                      <a:cubicBezTo>
                        <a:pt x="1381" y="1871"/>
                        <a:pt x="1453" y="1889"/>
                        <a:pt x="1525" y="1889"/>
                      </a:cubicBezTo>
                      <a:cubicBezTo>
                        <a:pt x="1585" y="1889"/>
                        <a:pt x="1645" y="1877"/>
                        <a:pt x="1701" y="1852"/>
                      </a:cubicBezTo>
                      <a:lnTo>
                        <a:pt x="3229" y="970"/>
                      </a:lnTo>
                      <a:cubicBezTo>
                        <a:pt x="3332" y="907"/>
                        <a:pt x="3316" y="812"/>
                        <a:pt x="3206" y="741"/>
                      </a:cubicBezTo>
                      <a:lnTo>
                        <a:pt x="2009" y="56"/>
                      </a:lnTo>
                      <a:cubicBezTo>
                        <a:pt x="1946" y="19"/>
                        <a:pt x="1876" y="1"/>
                        <a:pt x="1807"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 name="Google Shape;316;p26"/>
                <p:cNvSpPr/>
                <p:nvPr/>
              </p:nvSpPr>
              <p:spPr>
                <a:xfrm>
                  <a:off x="1334800" y="2128375"/>
                  <a:ext cx="83300" cy="47350"/>
                </a:xfrm>
                <a:custGeom>
                  <a:avLst/>
                  <a:gdLst/>
                  <a:ahLst/>
                  <a:cxnLst/>
                  <a:rect l="l" t="t" r="r" b="b"/>
                  <a:pathLst>
                    <a:path w="3332" h="1894" extrusionOk="0">
                      <a:moveTo>
                        <a:pt x="1806" y="0"/>
                      </a:moveTo>
                      <a:cubicBezTo>
                        <a:pt x="1747" y="0"/>
                        <a:pt x="1687" y="12"/>
                        <a:pt x="1630" y="37"/>
                      </a:cubicBezTo>
                      <a:lnTo>
                        <a:pt x="102" y="927"/>
                      </a:lnTo>
                      <a:cubicBezTo>
                        <a:pt x="0" y="982"/>
                        <a:pt x="16" y="1085"/>
                        <a:pt x="126" y="1148"/>
                      </a:cubicBezTo>
                      <a:lnTo>
                        <a:pt x="1315" y="1841"/>
                      </a:lnTo>
                      <a:cubicBezTo>
                        <a:pt x="1385" y="1875"/>
                        <a:pt x="1459" y="1893"/>
                        <a:pt x="1531" y="1893"/>
                      </a:cubicBezTo>
                      <a:cubicBezTo>
                        <a:pt x="1590" y="1893"/>
                        <a:pt x="1648" y="1881"/>
                        <a:pt x="1701" y="1856"/>
                      </a:cubicBezTo>
                      <a:lnTo>
                        <a:pt x="3237" y="966"/>
                      </a:lnTo>
                      <a:cubicBezTo>
                        <a:pt x="3331" y="911"/>
                        <a:pt x="3324" y="809"/>
                        <a:pt x="3205" y="746"/>
                      </a:cubicBezTo>
                      <a:lnTo>
                        <a:pt x="2016" y="53"/>
                      </a:lnTo>
                      <a:cubicBezTo>
                        <a:pt x="1951" y="18"/>
                        <a:pt x="1879" y="0"/>
                        <a:pt x="1806"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 name="Google Shape;317;p26"/>
                <p:cNvSpPr/>
                <p:nvPr/>
              </p:nvSpPr>
              <p:spPr>
                <a:xfrm>
                  <a:off x="1394050" y="2094250"/>
                  <a:ext cx="83300" cy="47200"/>
                </a:xfrm>
                <a:custGeom>
                  <a:avLst/>
                  <a:gdLst/>
                  <a:ahLst/>
                  <a:cxnLst/>
                  <a:rect l="l" t="t" r="r" b="b"/>
                  <a:pathLst>
                    <a:path w="3332" h="1888" extrusionOk="0">
                      <a:moveTo>
                        <a:pt x="1808" y="0"/>
                      </a:moveTo>
                      <a:cubicBezTo>
                        <a:pt x="1747" y="0"/>
                        <a:pt x="1686" y="14"/>
                        <a:pt x="1631" y="40"/>
                      </a:cubicBezTo>
                      <a:lnTo>
                        <a:pt x="95" y="922"/>
                      </a:lnTo>
                      <a:cubicBezTo>
                        <a:pt x="1" y="985"/>
                        <a:pt x="8" y="1079"/>
                        <a:pt x="127" y="1150"/>
                      </a:cubicBezTo>
                      <a:lnTo>
                        <a:pt x="1316" y="1835"/>
                      </a:lnTo>
                      <a:cubicBezTo>
                        <a:pt x="1381" y="1870"/>
                        <a:pt x="1453" y="1888"/>
                        <a:pt x="1526" y="1888"/>
                      </a:cubicBezTo>
                      <a:cubicBezTo>
                        <a:pt x="1585" y="1888"/>
                        <a:pt x="1645" y="1876"/>
                        <a:pt x="1702" y="1851"/>
                      </a:cubicBezTo>
                      <a:lnTo>
                        <a:pt x="3230" y="969"/>
                      </a:lnTo>
                      <a:cubicBezTo>
                        <a:pt x="3332" y="906"/>
                        <a:pt x="3316" y="811"/>
                        <a:pt x="3206" y="741"/>
                      </a:cubicBezTo>
                      <a:lnTo>
                        <a:pt x="2009" y="55"/>
                      </a:lnTo>
                      <a:cubicBezTo>
                        <a:pt x="1946" y="18"/>
                        <a:pt x="1877" y="0"/>
                        <a:pt x="1808"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 name="Google Shape;318;p26"/>
                <p:cNvSpPr/>
                <p:nvPr/>
              </p:nvSpPr>
              <p:spPr>
                <a:xfrm>
                  <a:off x="1453125" y="2060100"/>
                  <a:ext cx="83300" cy="47300"/>
                </a:xfrm>
                <a:custGeom>
                  <a:avLst/>
                  <a:gdLst/>
                  <a:ahLst/>
                  <a:cxnLst/>
                  <a:rect l="l" t="t" r="r" b="b"/>
                  <a:pathLst>
                    <a:path w="3332" h="1892" extrusionOk="0">
                      <a:moveTo>
                        <a:pt x="1809" y="0"/>
                      </a:moveTo>
                      <a:cubicBezTo>
                        <a:pt x="1749" y="0"/>
                        <a:pt x="1688" y="14"/>
                        <a:pt x="1631" y="43"/>
                      </a:cubicBezTo>
                      <a:lnTo>
                        <a:pt x="95" y="925"/>
                      </a:lnTo>
                      <a:cubicBezTo>
                        <a:pt x="0" y="980"/>
                        <a:pt x="16" y="1083"/>
                        <a:pt x="126" y="1146"/>
                      </a:cubicBezTo>
                      <a:lnTo>
                        <a:pt x="1315" y="1839"/>
                      </a:lnTo>
                      <a:cubicBezTo>
                        <a:pt x="1380" y="1873"/>
                        <a:pt x="1455" y="1891"/>
                        <a:pt x="1528" y="1891"/>
                      </a:cubicBezTo>
                      <a:cubicBezTo>
                        <a:pt x="1589" y="1891"/>
                        <a:pt x="1648" y="1879"/>
                        <a:pt x="1701" y="1855"/>
                      </a:cubicBezTo>
                      <a:lnTo>
                        <a:pt x="3237" y="965"/>
                      </a:lnTo>
                      <a:cubicBezTo>
                        <a:pt x="3332" y="910"/>
                        <a:pt x="3324" y="807"/>
                        <a:pt x="3206" y="744"/>
                      </a:cubicBezTo>
                      <a:lnTo>
                        <a:pt x="2016" y="59"/>
                      </a:lnTo>
                      <a:cubicBezTo>
                        <a:pt x="1952" y="20"/>
                        <a:pt x="1881" y="0"/>
                        <a:pt x="1809"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 name="Google Shape;319;p26"/>
                <p:cNvSpPr/>
                <p:nvPr/>
              </p:nvSpPr>
              <p:spPr>
                <a:xfrm>
                  <a:off x="1512375" y="2025975"/>
                  <a:ext cx="83325" cy="47225"/>
                </a:xfrm>
                <a:custGeom>
                  <a:avLst/>
                  <a:gdLst/>
                  <a:ahLst/>
                  <a:cxnLst/>
                  <a:rect l="l" t="t" r="r" b="b"/>
                  <a:pathLst>
                    <a:path w="3333" h="1889" extrusionOk="0">
                      <a:moveTo>
                        <a:pt x="1799" y="1"/>
                      </a:moveTo>
                      <a:cubicBezTo>
                        <a:pt x="1740" y="1"/>
                        <a:pt x="1680" y="13"/>
                        <a:pt x="1623" y="38"/>
                      </a:cubicBezTo>
                      <a:lnTo>
                        <a:pt x="95" y="920"/>
                      </a:lnTo>
                      <a:cubicBezTo>
                        <a:pt x="1" y="983"/>
                        <a:pt x="9" y="1077"/>
                        <a:pt x="127" y="1148"/>
                      </a:cubicBezTo>
                      <a:lnTo>
                        <a:pt x="1316" y="1833"/>
                      </a:lnTo>
                      <a:cubicBezTo>
                        <a:pt x="1379" y="1871"/>
                        <a:pt x="1448" y="1889"/>
                        <a:pt x="1518" y="1889"/>
                      </a:cubicBezTo>
                      <a:cubicBezTo>
                        <a:pt x="1580" y="1889"/>
                        <a:pt x="1643" y="1875"/>
                        <a:pt x="1702" y="1849"/>
                      </a:cubicBezTo>
                      <a:lnTo>
                        <a:pt x="3230" y="967"/>
                      </a:lnTo>
                      <a:cubicBezTo>
                        <a:pt x="3332" y="904"/>
                        <a:pt x="3316" y="810"/>
                        <a:pt x="3206" y="747"/>
                      </a:cubicBezTo>
                      <a:lnTo>
                        <a:pt x="2009" y="54"/>
                      </a:lnTo>
                      <a:cubicBezTo>
                        <a:pt x="1944" y="19"/>
                        <a:pt x="1872" y="1"/>
                        <a:pt x="1799"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 name="Google Shape;320;p26"/>
                <p:cNvSpPr/>
                <p:nvPr/>
              </p:nvSpPr>
              <p:spPr>
                <a:xfrm>
                  <a:off x="1571450" y="1991750"/>
                  <a:ext cx="83300" cy="47325"/>
                </a:xfrm>
                <a:custGeom>
                  <a:avLst/>
                  <a:gdLst/>
                  <a:ahLst/>
                  <a:cxnLst/>
                  <a:rect l="l" t="t" r="r" b="b"/>
                  <a:pathLst>
                    <a:path w="3332" h="1893" extrusionOk="0">
                      <a:moveTo>
                        <a:pt x="1802" y="0"/>
                      </a:moveTo>
                      <a:cubicBezTo>
                        <a:pt x="1744" y="0"/>
                        <a:pt x="1686" y="12"/>
                        <a:pt x="1631" y="37"/>
                      </a:cubicBezTo>
                      <a:lnTo>
                        <a:pt x="103" y="926"/>
                      </a:lnTo>
                      <a:cubicBezTo>
                        <a:pt x="0" y="982"/>
                        <a:pt x="16" y="1084"/>
                        <a:pt x="127" y="1147"/>
                      </a:cubicBezTo>
                      <a:lnTo>
                        <a:pt x="1316" y="1840"/>
                      </a:lnTo>
                      <a:cubicBezTo>
                        <a:pt x="1381" y="1875"/>
                        <a:pt x="1453" y="1893"/>
                        <a:pt x="1525" y="1893"/>
                      </a:cubicBezTo>
                      <a:cubicBezTo>
                        <a:pt x="1585" y="1893"/>
                        <a:pt x="1645" y="1881"/>
                        <a:pt x="1702" y="1856"/>
                      </a:cubicBezTo>
                      <a:lnTo>
                        <a:pt x="3237" y="966"/>
                      </a:lnTo>
                      <a:cubicBezTo>
                        <a:pt x="3332" y="911"/>
                        <a:pt x="3324" y="808"/>
                        <a:pt x="3206" y="745"/>
                      </a:cubicBezTo>
                      <a:lnTo>
                        <a:pt x="2017" y="60"/>
                      </a:lnTo>
                      <a:cubicBezTo>
                        <a:pt x="1950" y="20"/>
                        <a:pt x="1876" y="0"/>
                        <a:pt x="1802"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 name="Google Shape;321;p26"/>
                <p:cNvSpPr/>
                <p:nvPr/>
              </p:nvSpPr>
              <p:spPr>
                <a:xfrm>
                  <a:off x="1630525" y="1957675"/>
                  <a:ext cx="83500" cy="47150"/>
                </a:xfrm>
                <a:custGeom>
                  <a:avLst/>
                  <a:gdLst/>
                  <a:ahLst/>
                  <a:cxnLst/>
                  <a:rect l="l" t="t" r="r" b="b"/>
                  <a:pathLst>
                    <a:path w="3340" h="1886" extrusionOk="0">
                      <a:moveTo>
                        <a:pt x="1807" y="0"/>
                      </a:moveTo>
                      <a:cubicBezTo>
                        <a:pt x="1747" y="0"/>
                        <a:pt x="1687" y="12"/>
                        <a:pt x="1630" y="37"/>
                      </a:cubicBezTo>
                      <a:lnTo>
                        <a:pt x="103" y="927"/>
                      </a:lnTo>
                      <a:cubicBezTo>
                        <a:pt x="0" y="982"/>
                        <a:pt x="16" y="1077"/>
                        <a:pt x="126" y="1147"/>
                      </a:cubicBezTo>
                      <a:lnTo>
                        <a:pt x="1323" y="1833"/>
                      </a:lnTo>
                      <a:cubicBezTo>
                        <a:pt x="1388" y="1867"/>
                        <a:pt x="1460" y="1885"/>
                        <a:pt x="1533" y="1885"/>
                      </a:cubicBezTo>
                      <a:cubicBezTo>
                        <a:pt x="1593" y="1885"/>
                        <a:pt x="1652" y="1873"/>
                        <a:pt x="1709" y="1848"/>
                      </a:cubicBezTo>
                      <a:lnTo>
                        <a:pt x="3237" y="966"/>
                      </a:lnTo>
                      <a:cubicBezTo>
                        <a:pt x="3339" y="903"/>
                        <a:pt x="3324" y="809"/>
                        <a:pt x="3213" y="746"/>
                      </a:cubicBezTo>
                      <a:lnTo>
                        <a:pt x="2016" y="53"/>
                      </a:lnTo>
                      <a:cubicBezTo>
                        <a:pt x="1951" y="18"/>
                        <a:pt x="1879" y="0"/>
                        <a:pt x="1807"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 name="Google Shape;322;p26"/>
                <p:cNvSpPr/>
                <p:nvPr/>
              </p:nvSpPr>
              <p:spPr>
                <a:xfrm>
                  <a:off x="1689775" y="1923450"/>
                  <a:ext cx="83325" cy="47300"/>
                </a:xfrm>
                <a:custGeom>
                  <a:avLst/>
                  <a:gdLst/>
                  <a:ahLst/>
                  <a:cxnLst/>
                  <a:rect l="l" t="t" r="r" b="b"/>
                  <a:pathLst>
                    <a:path w="3333" h="1892" extrusionOk="0">
                      <a:moveTo>
                        <a:pt x="1806" y="1"/>
                      </a:moveTo>
                      <a:cubicBezTo>
                        <a:pt x="1745" y="1"/>
                        <a:pt x="1685" y="15"/>
                        <a:pt x="1631" y="44"/>
                      </a:cubicBezTo>
                      <a:lnTo>
                        <a:pt x="95" y="926"/>
                      </a:lnTo>
                      <a:cubicBezTo>
                        <a:pt x="1" y="981"/>
                        <a:pt x="9" y="1083"/>
                        <a:pt x="127" y="1146"/>
                      </a:cubicBezTo>
                      <a:lnTo>
                        <a:pt x="1316" y="1839"/>
                      </a:lnTo>
                      <a:cubicBezTo>
                        <a:pt x="1381" y="1874"/>
                        <a:pt x="1453" y="1892"/>
                        <a:pt x="1526" y="1892"/>
                      </a:cubicBezTo>
                      <a:cubicBezTo>
                        <a:pt x="1585" y="1892"/>
                        <a:pt x="1645" y="1880"/>
                        <a:pt x="1702" y="1855"/>
                      </a:cubicBezTo>
                      <a:lnTo>
                        <a:pt x="3230" y="965"/>
                      </a:lnTo>
                      <a:cubicBezTo>
                        <a:pt x="3332" y="910"/>
                        <a:pt x="3316" y="807"/>
                        <a:pt x="3206" y="744"/>
                      </a:cubicBezTo>
                      <a:lnTo>
                        <a:pt x="2017" y="59"/>
                      </a:lnTo>
                      <a:cubicBezTo>
                        <a:pt x="1953" y="21"/>
                        <a:pt x="1879" y="1"/>
                        <a:pt x="1806"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 name="Google Shape;323;p26"/>
                <p:cNvSpPr/>
                <p:nvPr/>
              </p:nvSpPr>
              <p:spPr>
                <a:xfrm>
                  <a:off x="1748850" y="1889350"/>
                  <a:ext cx="83500" cy="47225"/>
                </a:xfrm>
                <a:custGeom>
                  <a:avLst/>
                  <a:gdLst/>
                  <a:ahLst/>
                  <a:cxnLst/>
                  <a:rect l="l" t="t" r="r" b="b"/>
                  <a:pathLst>
                    <a:path w="3340" h="1889" extrusionOk="0">
                      <a:moveTo>
                        <a:pt x="1807" y="0"/>
                      </a:moveTo>
                      <a:cubicBezTo>
                        <a:pt x="1747" y="0"/>
                        <a:pt x="1687" y="12"/>
                        <a:pt x="1631" y="37"/>
                      </a:cubicBezTo>
                      <a:lnTo>
                        <a:pt x="103" y="927"/>
                      </a:lnTo>
                      <a:cubicBezTo>
                        <a:pt x="0" y="982"/>
                        <a:pt x="16" y="1077"/>
                        <a:pt x="126" y="1148"/>
                      </a:cubicBezTo>
                      <a:lnTo>
                        <a:pt x="1323" y="1833"/>
                      </a:lnTo>
                      <a:cubicBezTo>
                        <a:pt x="1386" y="1870"/>
                        <a:pt x="1456" y="1888"/>
                        <a:pt x="1526" y="1888"/>
                      </a:cubicBezTo>
                      <a:cubicBezTo>
                        <a:pt x="1588" y="1888"/>
                        <a:pt x="1650" y="1874"/>
                        <a:pt x="1709" y="1849"/>
                      </a:cubicBezTo>
                      <a:lnTo>
                        <a:pt x="3237" y="967"/>
                      </a:lnTo>
                      <a:cubicBezTo>
                        <a:pt x="3340" y="911"/>
                        <a:pt x="3324" y="809"/>
                        <a:pt x="3206" y="746"/>
                      </a:cubicBezTo>
                      <a:lnTo>
                        <a:pt x="2017" y="53"/>
                      </a:lnTo>
                      <a:cubicBezTo>
                        <a:pt x="1952" y="18"/>
                        <a:pt x="1879" y="0"/>
                        <a:pt x="1807"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 name="Google Shape;324;p26"/>
                <p:cNvSpPr/>
                <p:nvPr/>
              </p:nvSpPr>
              <p:spPr>
                <a:xfrm>
                  <a:off x="1808100" y="1855225"/>
                  <a:ext cx="83325" cy="47200"/>
                </a:xfrm>
                <a:custGeom>
                  <a:avLst/>
                  <a:gdLst/>
                  <a:ahLst/>
                  <a:cxnLst/>
                  <a:rect l="l" t="t" r="r" b="b"/>
                  <a:pathLst>
                    <a:path w="3333" h="1888" extrusionOk="0">
                      <a:moveTo>
                        <a:pt x="1809" y="0"/>
                      </a:moveTo>
                      <a:cubicBezTo>
                        <a:pt x="1747" y="0"/>
                        <a:pt x="1687" y="14"/>
                        <a:pt x="1631" y="40"/>
                      </a:cubicBezTo>
                      <a:lnTo>
                        <a:pt x="95" y="922"/>
                      </a:lnTo>
                      <a:cubicBezTo>
                        <a:pt x="1" y="985"/>
                        <a:pt x="9" y="1079"/>
                        <a:pt x="127" y="1150"/>
                      </a:cubicBezTo>
                      <a:lnTo>
                        <a:pt x="1316" y="1835"/>
                      </a:lnTo>
                      <a:cubicBezTo>
                        <a:pt x="1381" y="1870"/>
                        <a:pt x="1453" y="1888"/>
                        <a:pt x="1526" y="1888"/>
                      </a:cubicBezTo>
                      <a:cubicBezTo>
                        <a:pt x="1585" y="1888"/>
                        <a:pt x="1645" y="1876"/>
                        <a:pt x="1702" y="1851"/>
                      </a:cubicBezTo>
                      <a:lnTo>
                        <a:pt x="3230" y="969"/>
                      </a:lnTo>
                      <a:cubicBezTo>
                        <a:pt x="3332" y="906"/>
                        <a:pt x="3317" y="812"/>
                        <a:pt x="3206" y="741"/>
                      </a:cubicBezTo>
                      <a:lnTo>
                        <a:pt x="2017" y="55"/>
                      </a:lnTo>
                      <a:cubicBezTo>
                        <a:pt x="1950" y="18"/>
                        <a:pt x="1879" y="0"/>
                        <a:pt x="1809"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 name="Google Shape;325;p26"/>
                <p:cNvSpPr/>
                <p:nvPr/>
              </p:nvSpPr>
              <p:spPr>
                <a:xfrm>
                  <a:off x="1121750" y="2184050"/>
                  <a:ext cx="89800" cy="51050"/>
                </a:xfrm>
                <a:custGeom>
                  <a:avLst/>
                  <a:gdLst/>
                  <a:ahLst/>
                  <a:cxnLst/>
                  <a:rect l="l" t="t" r="r" b="b"/>
                  <a:pathLst>
                    <a:path w="3592" h="2042" extrusionOk="0">
                      <a:moveTo>
                        <a:pt x="2048" y="0"/>
                      </a:moveTo>
                      <a:cubicBezTo>
                        <a:pt x="1998" y="0"/>
                        <a:pt x="1947" y="10"/>
                        <a:pt x="1899" y="31"/>
                      </a:cubicBezTo>
                      <a:lnTo>
                        <a:pt x="79" y="1086"/>
                      </a:lnTo>
                      <a:cubicBezTo>
                        <a:pt x="1" y="1134"/>
                        <a:pt x="9" y="1212"/>
                        <a:pt x="103" y="1268"/>
                      </a:cubicBezTo>
                      <a:lnTo>
                        <a:pt x="1363" y="1992"/>
                      </a:lnTo>
                      <a:cubicBezTo>
                        <a:pt x="1418" y="2026"/>
                        <a:pt x="1477" y="2042"/>
                        <a:pt x="1536" y="2042"/>
                      </a:cubicBezTo>
                      <a:cubicBezTo>
                        <a:pt x="1588" y="2042"/>
                        <a:pt x="1639" y="2030"/>
                        <a:pt x="1686" y="2008"/>
                      </a:cubicBezTo>
                      <a:lnTo>
                        <a:pt x="3505" y="960"/>
                      </a:lnTo>
                      <a:cubicBezTo>
                        <a:pt x="3592" y="913"/>
                        <a:pt x="3576" y="827"/>
                        <a:pt x="3482" y="771"/>
                      </a:cubicBezTo>
                      <a:lnTo>
                        <a:pt x="2229" y="47"/>
                      </a:lnTo>
                      <a:cubicBezTo>
                        <a:pt x="2172" y="16"/>
                        <a:pt x="2110" y="0"/>
                        <a:pt x="2048"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 name="Google Shape;326;p26"/>
                <p:cNvSpPr/>
                <p:nvPr/>
              </p:nvSpPr>
              <p:spPr>
                <a:xfrm>
                  <a:off x="1188100" y="2145775"/>
                  <a:ext cx="89800" cy="51075"/>
                </a:xfrm>
                <a:custGeom>
                  <a:avLst/>
                  <a:gdLst/>
                  <a:ahLst/>
                  <a:cxnLst/>
                  <a:rect l="l" t="t" r="r" b="b"/>
                  <a:pathLst>
                    <a:path w="3592" h="2043" extrusionOk="0">
                      <a:moveTo>
                        <a:pt x="2056" y="1"/>
                      </a:moveTo>
                      <a:cubicBezTo>
                        <a:pt x="2005" y="1"/>
                        <a:pt x="1954" y="12"/>
                        <a:pt x="1907" y="34"/>
                      </a:cubicBezTo>
                      <a:lnTo>
                        <a:pt x="87" y="1082"/>
                      </a:lnTo>
                      <a:cubicBezTo>
                        <a:pt x="1" y="1129"/>
                        <a:pt x="9" y="1216"/>
                        <a:pt x="111" y="1271"/>
                      </a:cubicBezTo>
                      <a:lnTo>
                        <a:pt x="1363" y="1995"/>
                      </a:lnTo>
                      <a:cubicBezTo>
                        <a:pt x="1420" y="2026"/>
                        <a:pt x="1482" y="2042"/>
                        <a:pt x="1545" y="2042"/>
                      </a:cubicBezTo>
                      <a:cubicBezTo>
                        <a:pt x="1595" y="2042"/>
                        <a:pt x="1645" y="2032"/>
                        <a:pt x="1694" y="2011"/>
                      </a:cubicBezTo>
                      <a:lnTo>
                        <a:pt x="3513" y="964"/>
                      </a:lnTo>
                      <a:cubicBezTo>
                        <a:pt x="3592" y="908"/>
                        <a:pt x="3584" y="822"/>
                        <a:pt x="3490" y="775"/>
                      </a:cubicBezTo>
                      <a:lnTo>
                        <a:pt x="2230" y="50"/>
                      </a:lnTo>
                      <a:cubicBezTo>
                        <a:pt x="2175" y="16"/>
                        <a:pt x="2115" y="1"/>
                        <a:pt x="2056"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 name="Google Shape;327;p26"/>
                <p:cNvSpPr/>
                <p:nvPr/>
              </p:nvSpPr>
              <p:spPr>
                <a:xfrm>
                  <a:off x="1254650" y="2107450"/>
                  <a:ext cx="89800" cy="50800"/>
                </a:xfrm>
                <a:custGeom>
                  <a:avLst/>
                  <a:gdLst/>
                  <a:ahLst/>
                  <a:cxnLst/>
                  <a:rect l="l" t="t" r="r" b="b"/>
                  <a:pathLst>
                    <a:path w="3592" h="2032" extrusionOk="0">
                      <a:moveTo>
                        <a:pt x="2048" y="0"/>
                      </a:moveTo>
                      <a:cubicBezTo>
                        <a:pt x="1998" y="0"/>
                        <a:pt x="1947" y="11"/>
                        <a:pt x="1899" y="31"/>
                      </a:cubicBezTo>
                      <a:lnTo>
                        <a:pt x="79" y="1079"/>
                      </a:lnTo>
                      <a:cubicBezTo>
                        <a:pt x="1" y="1126"/>
                        <a:pt x="9" y="1205"/>
                        <a:pt x="103" y="1260"/>
                      </a:cubicBezTo>
                      <a:lnTo>
                        <a:pt x="1363" y="1985"/>
                      </a:lnTo>
                      <a:cubicBezTo>
                        <a:pt x="1420" y="2015"/>
                        <a:pt x="1482" y="2031"/>
                        <a:pt x="1544" y="2031"/>
                      </a:cubicBezTo>
                      <a:cubicBezTo>
                        <a:pt x="1592" y="2031"/>
                        <a:pt x="1641" y="2021"/>
                        <a:pt x="1686" y="2000"/>
                      </a:cubicBezTo>
                      <a:lnTo>
                        <a:pt x="3505" y="953"/>
                      </a:lnTo>
                      <a:cubicBezTo>
                        <a:pt x="3592" y="906"/>
                        <a:pt x="3576" y="819"/>
                        <a:pt x="3482" y="772"/>
                      </a:cubicBezTo>
                      <a:lnTo>
                        <a:pt x="2229" y="47"/>
                      </a:lnTo>
                      <a:cubicBezTo>
                        <a:pt x="2172" y="16"/>
                        <a:pt x="2110" y="0"/>
                        <a:pt x="2048"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 name="Google Shape;328;p26"/>
                <p:cNvSpPr/>
                <p:nvPr/>
              </p:nvSpPr>
              <p:spPr>
                <a:xfrm>
                  <a:off x="1321000" y="2068975"/>
                  <a:ext cx="89825" cy="51075"/>
                </a:xfrm>
                <a:custGeom>
                  <a:avLst/>
                  <a:gdLst/>
                  <a:ahLst/>
                  <a:cxnLst/>
                  <a:rect l="l" t="t" r="r" b="b"/>
                  <a:pathLst>
                    <a:path w="3593" h="2043" extrusionOk="0">
                      <a:moveTo>
                        <a:pt x="2062" y="0"/>
                      </a:moveTo>
                      <a:cubicBezTo>
                        <a:pt x="2009" y="0"/>
                        <a:pt x="1956" y="12"/>
                        <a:pt x="1907" y="35"/>
                      </a:cubicBezTo>
                      <a:lnTo>
                        <a:pt x="87" y="1082"/>
                      </a:lnTo>
                      <a:cubicBezTo>
                        <a:pt x="1" y="1129"/>
                        <a:pt x="9" y="1216"/>
                        <a:pt x="111" y="1271"/>
                      </a:cubicBezTo>
                      <a:lnTo>
                        <a:pt x="1363" y="1996"/>
                      </a:lnTo>
                      <a:cubicBezTo>
                        <a:pt x="1420" y="2026"/>
                        <a:pt x="1482" y="2043"/>
                        <a:pt x="1545" y="2043"/>
                      </a:cubicBezTo>
                      <a:cubicBezTo>
                        <a:pt x="1595" y="2043"/>
                        <a:pt x="1645" y="2032"/>
                        <a:pt x="1694" y="2012"/>
                      </a:cubicBezTo>
                      <a:lnTo>
                        <a:pt x="3513" y="956"/>
                      </a:lnTo>
                      <a:cubicBezTo>
                        <a:pt x="3592" y="909"/>
                        <a:pt x="3584" y="830"/>
                        <a:pt x="3490" y="767"/>
                      </a:cubicBezTo>
                      <a:lnTo>
                        <a:pt x="2230" y="43"/>
                      </a:lnTo>
                      <a:cubicBezTo>
                        <a:pt x="2176" y="14"/>
                        <a:pt x="2119" y="0"/>
                        <a:pt x="2062"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 name="Google Shape;329;p26"/>
                <p:cNvSpPr/>
                <p:nvPr/>
              </p:nvSpPr>
              <p:spPr>
                <a:xfrm>
                  <a:off x="1387550" y="2030575"/>
                  <a:ext cx="89800" cy="51075"/>
                </a:xfrm>
                <a:custGeom>
                  <a:avLst/>
                  <a:gdLst/>
                  <a:ahLst/>
                  <a:cxnLst/>
                  <a:rect l="l" t="t" r="r" b="b"/>
                  <a:pathLst>
                    <a:path w="3592" h="2043" extrusionOk="0">
                      <a:moveTo>
                        <a:pt x="2061" y="0"/>
                      </a:moveTo>
                      <a:cubicBezTo>
                        <a:pt x="2007" y="0"/>
                        <a:pt x="1952" y="12"/>
                        <a:pt x="1899" y="35"/>
                      </a:cubicBezTo>
                      <a:lnTo>
                        <a:pt x="79" y="1082"/>
                      </a:lnTo>
                      <a:cubicBezTo>
                        <a:pt x="1" y="1130"/>
                        <a:pt x="9" y="1216"/>
                        <a:pt x="103" y="1271"/>
                      </a:cubicBezTo>
                      <a:lnTo>
                        <a:pt x="1363" y="1996"/>
                      </a:lnTo>
                      <a:cubicBezTo>
                        <a:pt x="1420" y="2027"/>
                        <a:pt x="1482" y="2043"/>
                        <a:pt x="1544" y="2043"/>
                      </a:cubicBezTo>
                      <a:cubicBezTo>
                        <a:pt x="1592" y="2043"/>
                        <a:pt x="1641" y="2033"/>
                        <a:pt x="1686" y="2012"/>
                      </a:cubicBezTo>
                      <a:lnTo>
                        <a:pt x="3505" y="956"/>
                      </a:lnTo>
                      <a:cubicBezTo>
                        <a:pt x="3592" y="909"/>
                        <a:pt x="3576" y="830"/>
                        <a:pt x="3482" y="775"/>
                      </a:cubicBezTo>
                      <a:lnTo>
                        <a:pt x="2229" y="43"/>
                      </a:lnTo>
                      <a:cubicBezTo>
                        <a:pt x="2176" y="14"/>
                        <a:pt x="2119" y="0"/>
                        <a:pt x="2061"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 name="Google Shape;330;p26"/>
                <p:cNvSpPr/>
                <p:nvPr/>
              </p:nvSpPr>
              <p:spPr>
                <a:xfrm>
                  <a:off x="1453900" y="1992200"/>
                  <a:ext cx="89825" cy="51075"/>
                </a:xfrm>
                <a:custGeom>
                  <a:avLst/>
                  <a:gdLst/>
                  <a:ahLst/>
                  <a:cxnLst/>
                  <a:rect l="l" t="t" r="r" b="b"/>
                  <a:pathLst>
                    <a:path w="3593" h="2043" extrusionOk="0">
                      <a:moveTo>
                        <a:pt x="2056" y="1"/>
                      </a:moveTo>
                      <a:cubicBezTo>
                        <a:pt x="2005" y="1"/>
                        <a:pt x="1954" y="12"/>
                        <a:pt x="1907" y="34"/>
                      </a:cubicBezTo>
                      <a:lnTo>
                        <a:pt x="87" y="1082"/>
                      </a:lnTo>
                      <a:cubicBezTo>
                        <a:pt x="1" y="1129"/>
                        <a:pt x="9" y="1216"/>
                        <a:pt x="111" y="1271"/>
                      </a:cubicBezTo>
                      <a:lnTo>
                        <a:pt x="1363" y="1995"/>
                      </a:lnTo>
                      <a:cubicBezTo>
                        <a:pt x="1420" y="2026"/>
                        <a:pt x="1482" y="2042"/>
                        <a:pt x="1545" y="2042"/>
                      </a:cubicBezTo>
                      <a:cubicBezTo>
                        <a:pt x="1595" y="2042"/>
                        <a:pt x="1645" y="2032"/>
                        <a:pt x="1694" y="2011"/>
                      </a:cubicBezTo>
                      <a:lnTo>
                        <a:pt x="3513" y="964"/>
                      </a:lnTo>
                      <a:cubicBezTo>
                        <a:pt x="3592" y="908"/>
                        <a:pt x="3584" y="830"/>
                        <a:pt x="3490" y="775"/>
                      </a:cubicBezTo>
                      <a:lnTo>
                        <a:pt x="2230" y="50"/>
                      </a:lnTo>
                      <a:cubicBezTo>
                        <a:pt x="2175" y="16"/>
                        <a:pt x="2115" y="1"/>
                        <a:pt x="2056"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 name="Google Shape;331;p26"/>
                <p:cNvSpPr/>
                <p:nvPr/>
              </p:nvSpPr>
              <p:spPr>
                <a:xfrm>
                  <a:off x="1520450" y="1953800"/>
                  <a:ext cx="89800" cy="51075"/>
                </a:xfrm>
                <a:custGeom>
                  <a:avLst/>
                  <a:gdLst/>
                  <a:ahLst/>
                  <a:cxnLst/>
                  <a:rect l="l" t="t" r="r" b="b"/>
                  <a:pathLst>
                    <a:path w="3592" h="2043" extrusionOk="0">
                      <a:moveTo>
                        <a:pt x="2055" y="1"/>
                      </a:moveTo>
                      <a:cubicBezTo>
                        <a:pt x="2003" y="1"/>
                        <a:pt x="1950" y="13"/>
                        <a:pt x="1899" y="35"/>
                      </a:cubicBezTo>
                      <a:lnTo>
                        <a:pt x="79" y="1082"/>
                      </a:lnTo>
                      <a:cubicBezTo>
                        <a:pt x="1" y="1129"/>
                        <a:pt x="9" y="1216"/>
                        <a:pt x="103" y="1271"/>
                      </a:cubicBezTo>
                      <a:lnTo>
                        <a:pt x="1363" y="1996"/>
                      </a:lnTo>
                      <a:cubicBezTo>
                        <a:pt x="1420" y="2026"/>
                        <a:pt x="1482" y="2042"/>
                        <a:pt x="1544" y="2042"/>
                      </a:cubicBezTo>
                      <a:cubicBezTo>
                        <a:pt x="1592" y="2042"/>
                        <a:pt x="1641" y="2032"/>
                        <a:pt x="1686" y="2011"/>
                      </a:cubicBezTo>
                      <a:lnTo>
                        <a:pt x="3505" y="964"/>
                      </a:lnTo>
                      <a:cubicBezTo>
                        <a:pt x="3592" y="917"/>
                        <a:pt x="3576" y="830"/>
                        <a:pt x="3482" y="775"/>
                      </a:cubicBezTo>
                      <a:lnTo>
                        <a:pt x="2230" y="50"/>
                      </a:lnTo>
                      <a:cubicBezTo>
                        <a:pt x="2175" y="17"/>
                        <a:pt x="2115" y="1"/>
                        <a:pt x="2055"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 name="Google Shape;332;p26"/>
                <p:cNvSpPr/>
                <p:nvPr/>
              </p:nvSpPr>
              <p:spPr>
                <a:xfrm>
                  <a:off x="1586800" y="1915475"/>
                  <a:ext cx="89825" cy="51100"/>
                </a:xfrm>
                <a:custGeom>
                  <a:avLst/>
                  <a:gdLst/>
                  <a:ahLst/>
                  <a:cxnLst/>
                  <a:rect l="l" t="t" r="r" b="b"/>
                  <a:pathLst>
                    <a:path w="3593" h="2044" extrusionOk="0">
                      <a:moveTo>
                        <a:pt x="2049" y="1"/>
                      </a:moveTo>
                      <a:cubicBezTo>
                        <a:pt x="2000" y="1"/>
                        <a:pt x="1952" y="11"/>
                        <a:pt x="1907" y="32"/>
                      </a:cubicBezTo>
                      <a:lnTo>
                        <a:pt x="87" y="1087"/>
                      </a:lnTo>
                      <a:cubicBezTo>
                        <a:pt x="1" y="1134"/>
                        <a:pt x="9" y="1213"/>
                        <a:pt x="111" y="1268"/>
                      </a:cubicBezTo>
                      <a:lnTo>
                        <a:pt x="1363" y="2001"/>
                      </a:lnTo>
                      <a:cubicBezTo>
                        <a:pt x="1416" y="2029"/>
                        <a:pt x="1474" y="2043"/>
                        <a:pt x="1532" y="2043"/>
                      </a:cubicBezTo>
                      <a:cubicBezTo>
                        <a:pt x="1586" y="2043"/>
                        <a:pt x="1641" y="2031"/>
                        <a:pt x="1694" y="2009"/>
                      </a:cubicBezTo>
                      <a:lnTo>
                        <a:pt x="3513" y="961"/>
                      </a:lnTo>
                      <a:cubicBezTo>
                        <a:pt x="3592" y="914"/>
                        <a:pt x="3584" y="827"/>
                        <a:pt x="3490" y="772"/>
                      </a:cubicBezTo>
                      <a:lnTo>
                        <a:pt x="2230" y="48"/>
                      </a:lnTo>
                      <a:cubicBezTo>
                        <a:pt x="2173" y="17"/>
                        <a:pt x="2111" y="1"/>
                        <a:pt x="2049"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 name="Google Shape;333;p26"/>
                <p:cNvSpPr/>
                <p:nvPr/>
              </p:nvSpPr>
              <p:spPr>
                <a:xfrm>
                  <a:off x="1653350" y="1877100"/>
                  <a:ext cx="89800" cy="51075"/>
                </a:xfrm>
                <a:custGeom>
                  <a:avLst/>
                  <a:gdLst/>
                  <a:ahLst/>
                  <a:cxnLst/>
                  <a:rect l="l" t="t" r="r" b="b"/>
                  <a:pathLst>
                    <a:path w="3592" h="2043" extrusionOk="0">
                      <a:moveTo>
                        <a:pt x="2048" y="0"/>
                      </a:moveTo>
                      <a:cubicBezTo>
                        <a:pt x="1998" y="0"/>
                        <a:pt x="1948" y="10"/>
                        <a:pt x="1899" y="31"/>
                      </a:cubicBezTo>
                      <a:lnTo>
                        <a:pt x="79" y="1086"/>
                      </a:lnTo>
                      <a:cubicBezTo>
                        <a:pt x="1" y="1134"/>
                        <a:pt x="9" y="1220"/>
                        <a:pt x="103" y="1275"/>
                      </a:cubicBezTo>
                      <a:lnTo>
                        <a:pt x="1363" y="2000"/>
                      </a:lnTo>
                      <a:cubicBezTo>
                        <a:pt x="1412" y="2029"/>
                        <a:pt x="1470" y="2042"/>
                        <a:pt x="1528" y="2042"/>
                      </a:cubicBezTo>
                      <a:cubicBezTo>
                        <a:pt x="1582" y="2042"/>
                        <a:pt x="1637" y="2031"/>
                        <a:pt x="1686" y="2008"/>
                      </a:cubicBezTo>
                      <a:lnTo>
                        <a:pt x="3505" y="960"/>
                      </a:lnTo>
                      <a:cubicBezTo>
                        <a:pt x="3592" y="913"/>
                        <a:pt x="3576" y="826"/>
                        <a:pt x="3482" y="771"/>
                      </a:cubicBezTo>
                      <a:lnTo>
                        <a:pt x="2230" y="47"/>
                      </a:lnTo>
                      <a:cubicBezTo>
                        <a:pt x="2172" y="16"/>
                        <a:pt x="2110" y="0"/>
                        <a:pt x="2048"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 name="Google Shape;334;p26"/>
                <p:cNvSpPr/>
                <p:nvPr/>
              </p:nvSpPr>
              <p:spPr>
                <a:xfrm>
                  <a:off x="1719700" y="1838725"/>
                  <a:ext cx="89825" cy="51125"/>
                </a:xfrm>
                <a:custGeom>
                  <a:avLst/>
                  <a:gdLst/>
                  <a:ahLst/>
                  <a:cxnLst/>
                  <a:rect l="l" t="t" r="r" b="b"/>
                  <a:pathLst>
                    <a:path w="3593" h="2045" extrusionOk="0">
                      <a:moveTo>
                        <a:pt x="2056" y="1"/>
                      </a:moveTo>
                      <a:cubicBezTo>
                        <a:pt x="2005" y="1"/>
                        <a:pt x="1954" y="13"/>
                        <a:pt x="1907" y="38"/>
                      </a:cubicBezTo>
                      <a:lnTo>
                        <a:pt x="87" y="1086"/>
                      </a:lnTo>
                      <a:cubicBezTo>
                        <a:pt x="1" y="1133"/>
                        <a:pt x="9" y="1220"/>
                        <a:pt x="111" y="1275"/>
                      </a:cubicBezTo>
                      <a:lnTo>
                        <a:pt x="1363" y="1999"/>
                      </a:lnTo>
                      <a:cubicBezTo>
                        <a:pt x="1418" y="2029"/>
                        <a:pt x="1477" y="2045"/>
                        <a:pt x="1538" y="2045"/>
                      </a:cubicBezTo>
                      <a:cubicBezTo>
                        <a:pt x="1590" y="2045"/>
                        <a:pt x="1643" y="2033"/>
                        <a:pt x="1694" y="2007"/>
                      </a:cubicBezTo>
                      <a:lnTo>
                        <a:pt x="3513" y="960"/>
                      </a:lnTo>
                      <a:cubicBezTo>
                        <a:pt x="3592" y="912"/>
                        <a:pt x="3584" y="826"/>
                        <a:pt x="3490" y="771"/>
                      </a:cubicBezTo>
                      <a:lnTo>
                        <a:pt x="2230" y="46"/>
                      </a:lnTo>
                      <a:cubicBezTo>
                        <a:pt x="2175" y="17"/>
                        <a:pt x="2115" y="1"/>
                        <a:pt x="2056"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 name="Google Shape;335;p26"/>
                <p:cNvSpPr/>
                <p:nvPr/>
              </p:nvSpPr>
              <p:spPr>
                <a:xfrm>
                  <a:off x="1786250" y="1800400"/>
                  <a:ext cx="89825" cy="51100"/>
                </a:xfrm>
                <a:custGeom>
                  <a:avLst/>
                  <a:gdLst/>
                  <a:ahLst/>
                  <a:cxnLst/>
                  <a:rect l="l" t="t" r="r" b="b"/>
                  <a:pathLst>
                    <a:path w="3593" h="2044" extrusionOk="0">
                      <a:moveTo>
                        <a:pt x="2057" y="1"/>
                      </a:moveTo>
                      <a:cubicBezTo>
                        <a:pt x="2003" y="1"/>
                        <a:pt x="1948" y="13"/>
                        <a:pt x="1899" y="35"/>
                      </a:cubicBezTo>
                      <a:lnTo>
                        <a:pt x="80" y="1083"/>
                      </a:lnTo>
                      <a:cubicBezTo>
                        <a:pt x="1" y="1130"/>
                        <a:pt x="9" y="1217"/>
                        <a:pt x="103" y="1272"/>
                      </a:cubicBezTo>
                      <a:lnTo>
                        <a:pt x="1363" y="1996"/>
                      </a:lnTo>
                      <a:cubicBezTo>
                        <a:pt x="1416" y="2027"/>
                        <a:pt x="1478" y="2043"/>
                        <a:pt x="1541" y="2043"/>
                      </a:cubicBezTo>
                      <a:cubicBezTo>
                        <a:pt x="1591" y="2043"/>
                        <a:pt x="1641" y="2033"/>
                        <a:pt x="1686" y="2012"/>
                      </a:cubicBezTo>
                      <a:lnTo>
                        <a:pt x="3505" y="957"/>
                      </a:lnTo>
                      <a:cubicBezTo>
                        <a:pt x="3592" y="910"/>
                        <a:pt x="3576" y="831"/>
                        <a:pt x="3482" y="776"/>
                      </a:cubicBezTo>
                      <a:lnTo>
                        <a:pt x="2222" y="43"/>
                      </a:lnTo>
                      <a:cubicBezTo>
                        <a:pt x="2173" y="15"/>
                        <a:pt x="2115" y="1"/>
                        <a:pt x="2057"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 name="Google Shape;336;p26"/>
                <p:cNvSpPr/>
                <p:nvPr/>
              </p:nvSpPr>
              <p:spPr>
                <a:xfrm>
                  <a:off x="2016425" y="1853250"/>
                  <a:ext cx="98650" cy="56150"/>
                </a:xfrm>
                <a:custGeom>
                  <a:avLst/>
                  <a:gdLst/>
                  <a:ahLst/>
                  <a:cxnLst/>
                  <a:rect l="l" t="t" r="r" b="b"/>
                  <a:pathLst>
                    <a:path w="3946" h="2246" extrusionOk="0">
                      <a:moveTo>
                        <a:pt x="2401" y="0"/>
                      </a:moveTo>
                      <a:cubicBezTo>
                        <a:pt x="2352" y="0"/>
                        <a:pt x="2304" y="10"/>
                        <a:pt x="2261" y="32"/>
                      </a:cubicBezTo>
                      <a:lnTo>
                        <a:pt x="79" y="1292"/>
                      </a:lnTo>
                      <a:cubicBezTo>
                        <a:pt x="0" y="1332"/>
                        <a:pt x="8" y="1410"/>
                        <a:pt x="103" y="1465"/>
                      </a:cubicBezTo>
                      <a:lnTo>
                        <a:pt x="1379" y="2206"/>
                      </a:lnTo>
                      <a:cubicBezTo>
                        <a:pt x="1430" y="2231"/>
                        <a:pt x="1488" y="2245"/>
                        <a:pt x="1545" y="2245"/>
                      </a:cubicBezTo>
                      <a:cubicBezTo>
                        <a:pt x="1594" y="2245"/>
                        <a:pt x="1642" y="2235"/>
                        <a:pt x="1686" y="2214"/>
                      </a:cubicBezTo>
                      <a:lnTo>
                        <a:pt x="3867" y="954"/>
                      </a:lnTo>
                      <a:cubicBezTo>
                        <a:pt x="3946" y="914"/>
                        <a:pt x="3938" y="835"/>
                        <a:pt x="3844" y="780"/>
                      </a:cubicBezTo>
                      <a:lnTo>
                        <a:pt x="2568" y="40"/>
                      </a:lnTo>
                      <a:cubicBezTo>
                        <a:pt x="2517" y="14"/>
                        <a:pt x="2459" y="0"/>
                        <a:pt x="2401"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 name="Google Shape;337;p26"/>
                <p:cNvSpPr/>
                <p:nvPr/>
              </p:nvSpPr>
              <p:spPr>
                <a:xfrm>
                  <a:off x="1944550" y="1894800"/>
                  <a:ext cx="98675" cy="56150"/>
                </a:xfrm>
                <a:custGeom>
                  <a:avLst/>
                  <a:gdLst/>
                  <a:ahLst/>
                  <a:cxnLst/>
                  <a:rect l="l" t="t" r="r" b="b"/>
                  <a:pathLst>
                    <a:path w="3947" h="2246" extrusionOk="0">
                      <a:moveTo>
                        <a:pt x="2400" y="1"/>
                      </a:moveTo>
                      <a:cubicBezTo>
                        <a:pt x="2353" y="1"/>
                        <a:pt x="2306" y="11"/>
                        <a:pt x="2261" y="32"/>
                      </a:cubicBezTo>
                      <a:lnTo>
                        <a:pt x="79" y="1292"/>
                      </a:lnTo>
                      <a:cubicBezTo>
                        <a:pt x="1" y="1339"/>
                        <a:pt x="16" y="1418"/>
                        <a:pt x="103" y="1465"/>
                      </a:cubicBezTo>
                      <a:lnTo>
                        <a:pt x="1387" y="2206"/>
                      </a:lnTo>
                      <a:cubicBezTo>
                        <a:pt x="1438" y="2231"/>
                        <a:pt x="1494" y="2245"/>
                        <a:pt x="1549" y="2245"/>
                      </a:cubicBezTo>
                      <a:cubicBezTo>
                        <a:pt x="1596" y="2245"/>
                        <a:pt x="1643" y="2235"/>
                        <a:pt x="1686" y="2213"/>
                      </a:cubicBezTo>
                      <a:lnTo>
                        <a:pt x="3868" y="961"/>
                      </a:lnTo>
                      <a:cubicBezTo>
                        <a:pt x="3946" y="914"/>
                        <a:pt x="3939" y="835"/>
                        <a:pt x="3852" y="780"/>
                      </a:cubicBezTo>
                      <a:lnTo>
                        <a:pt x="2568" y="48"/>
                      </a:lnTo>
                      <a:cubicBezTo>
                        <a:pt x="2515" y="17"/>
                        <a:pt x="2458" y="1"/>
                        <a:pt x="2400"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 name="Google Shape;338;p26"/>
                <p:cNvSpPr/>
                <p:nvPr/>
              </p:nvSpPr>
              <p:spPr>
                <a:xfrm>
                  <a:off x="1872900" y="1936125"/>
                  <a:ext cx="98650" cy="56150"/>
                </a:xfrm>
                <a:custGeom>
                  <a:avLst/>
                  <a:gdLst/>
                  <a:ahLst/>
                  <a:cxnLst/>
                  <a:rect l="l" t="t" r="r" b="b"/>
                  <a:pathLst>
                    <a:path w="3946" h="2246" extrusionOk="0">
                      <a:moveTo>
                        <a:pt x="2397" y="1"/>
                      </a:moveTo>
                      <a:cubicBezTo>
                        <a:pt x="2350" y="1"/>
                        <a:pt x="2304" y="11"/>
                        <a:pt x="2260" y="33"/>
                      </a:cubicBezTo>
                      <a:lnTo>
                        <a:pt x="79" y="1293"/>
                      </a:lnTo>
                      <a:cubicBezTo>
                        <a:pt x="0" y="1332"/>
                        <a:pt x="8" y="1411"/>
                        <a:pt x="95" y="1466"/>
                      </a:cubicBezTo>
                      <a:lnTo>
                        <a:pt x="1378" y="2206"/>
                      </a:lnTo>
                      <a:cubicBezTo>
                        <a:pt x="1429" y="2232"/>
                        <a:pt x="1485" y="2246"/>
                        <a:pt x="1542" y="2246"/>
                      </a:cubicBezTo>
                      <a:cubicBezTo>
                        <a:pt x="1590" y="2246"/>
                        <a:pt x="1638" y="2236"/>
                        <a:pt x="1685" y="2214"/>
                      </a:cubicBezTo>
                      <a:lnTo>
                        <a:pt x="3867" y="954"/>
                      </a:lnTo>
                      <a:cubicBezTo>
                        <a:pt x="3946" y="915"/>
                        <a:pt x="3930" y="836"/>
                        <a:pt x="3843" y="781"/>
                      </a:cubicBezTo>
                      <a:lnTo>
                        <a:pt x="2560" y="41"/>
                      </a:lnTo>
                      <a:cubicBezTo>
                        <a:pt x="2508" y="15"/>
                        <a:pt x="2453" y="1"/>
                        <a:pt x="2397"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 name="Google Shape;339;p26"/>
                <p:cNvSpPr/>
                <p:nvPr/>
              </p:nvSpPr>
              <p:spPr>
                <a:xfrm>
                  <a:off x="1426350" y="1977575"/>
                  <a:ext cx="473350" cy="272550"/>
                </a:xfrm>
                <a:custGeom>
                  <a:avLst/>
                  <a:gdLst/>
                  <a:ahLst/>
                  <a:cxnLst/>
                  <a:rect l="l" t="t" r="r" b="b"/>
                  <a:pathLst>
                    <a:path w="18934" h="10902" extrusionOk="0">
                      <a:moveTo>
                        <a:pt x="17388" y="1"/>
                      </a:moveTo>
                      <a:cubicBezTo>
                        <a:pt x="17339" y="1"/>
                        <a:pt x="17291" y="11"/>
                        <a:pt x="17248" y="29"/>
                      </a:cubicBezTo>
                      <a:lnTo>
                        <a:pt x="71" y="9944"/>
                      </a:lnTo>
                      <a:cubicBezTo>
                        <a:pt x="0" y="9991"/>
                        <a:pt x="8" y="10070"/>
                        <a:pt x="95" y="10125"/>
                      </a:cubicBezTo>
                      <a:lnTo>
                        <a:pt x="1378" y="10858"/>
                      </a:lnTo>
                      <a:cubicBezTo>
                        <a:pt x="1430" y="10887"/>
                        <a:pt x="1485" y="10901"/>
                        <a:pt x="1542" y="10901"/>
                      </a:cubicBezTo>
                      <a:cubicBezTo>
                        <a:pt x="1590" y="10901"/>
                        <a:pt x="1639" y="10891"/>
                        <a:pt x="1686" y="10873"/>
                      </a:cubicBezTo>
                      <a:lnTo>
                        <a:pt x="18854" y="958"/>
                      </a:lnTo>
                      <a:cubicBezTo>
                        <a:pt x="18933" y="911"/>
                        <a:pt x="18925" y="832"/>
                        <a:pt x="18831" y="785"/>
                      </a:cubicBezTo>
                      <a:lnTo>
                        <a:pt x="17555" y="44"/>
                      </a:lnTo>
                      <a:cubicBezTo>
                        <a:pt x="17504" y="14"/>
                        <a:pt x="17445" y="1"/>
                        <a:pt x="17388"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 name="Google Shape;340;p26"/>
                <p:cNvSpPr/>
                <p:nvPr/>
              </p:nvSpPr>
              <p:spPr>
                <a:xfrm>
                  <a:off x="1559825" y="2051600"/>
                  <a:ext cx="416850" cy="239200"/>
                </a:xfrm>
                <a:custGeom>
                  <a:avLst/>
                  <a:gdLst/>
                  <a:ahLst/>
                  <a:cxnLst/>
                  <a:rect l="l" t="t" r="r" b="b"/>
                  <a:pathLst>
                    <a:path w="16674" h="9568" extrusionOk="0">
                      <a:moveTo>
                        <a:pt x="12473" y="1"/>
                      </a:moveTo>
                      <a:cubicBezTo>
                        <a:pt x="12366" y="1"/>
                        <a:pt x="12259" y="28"/>
                        <a:pt x="12161" y="84"/>
                      </a:cubicBezTo>
                      <a:lnTo>
                        <a:pt x="190" y="6991"/>
                      </a:lnTo>
                      <a:cubicBezTo>
                        <a:pt x="17" y="7093"/>
                        <a:pt x="1" y="7243"/>
                        <a:pt x="150" y="7329"/>
                      </a:cubicBezTo>
                      <a:lnTo>
                        <a:pt x="3931" y="9511"/>
                      </a:lnTo>
                      <a:cubicBezTo>
                        <a:pt x="4015" y="9550"/>
                        <a:pt x="4104" y="9568"/>
                        <a:pt x="4192" y="9568"/>
                      </a:cubicBezTo>
                      <a:cubicBezTo>
                        <a:pt x="4302" y="9568"/>
                        <a:pt x="4410" y="9540"/>
                        <a:pt x="4506" y="9487"/>
                      </a:cubicBezTo>
                      <a:lnTo>
                        <a:pt x="16484" y="2573"/>
                      </a:lnTo>
                      <a:cubicBezTo>
                        <a:pt x="16650" y="2478"/>
                        <a:pt x="16673" y="2328"/>
                        <a:pt x="16524" y="2242"/>
                      </a:cubicBezTo>
                      <a:lnTo>
                        <a:pt x="12736" y="60"/>
                      </a:lnTo>
                      <a:cubicBezTo>
                        <a:pt x="12653" y="21"/>
                        <a:pt x="12563" y="1"/>
                        <a:pt x="12473"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 name="Google Shape;341;p26"/>
                <p:cNvSpPr/>
                <p:nvPr/>
              </p:nvSpPr>
              <p:spPr>
                <a:xfrm>
                  <a:off x="778175" y="994700"/>
                  <a:ext cx="1072875" cy="1218050"/>
                </a:xfrm>
                <a:custGeom>
                  <a:avLst/>
                  <a:gdLst/>
                  <a:ahLst/>
                  <a:cxnLst/>
                  <a:rect l="l" t="t" r="r" b="b"/>
                  <a:pathLst>
                    <a:path w="42915" h="48722" extrusionOk="0">
                      <a:moveTo>
                        <a:pt x="37517" y="0"/>
                      </a:moveTo>
                      <a:cubicBezTo>
                        <a:pt x="37402" y="0"/>
                        <a:pt x="37284" y="29"/>
                        <a:pt x="37174" y="92"/>
                      </a:cubicBezTo>
                      <a:lnTo>
                        <a:pt x="379" y="21340"/>
                      </a:lnTo>
                      <a:cubicBezTo>
                        <a:pt x="135" y="21482"/>
                        <a:pt x="1" y="21765"/>
                        <a:pt x="48" y="22057"/>
                      </a:cubicBezTo>
                      <a:lnTo>
                        <a:pt x="4726" y="48156"/>
                      </a:lnTo>
                      <a:cubicBezTo>
                        <a:pt x="4784" y="48502"/>
                        <a:pt x="5078" y="48722"/>
                        <a:pt x="5395" y="48722"/>
                      </a:cubicBezTo>
                      <a:cubicBezTo>
                        <a:pt x="5511" y="48722"/>
                        <a:pt x="5630" y="48692"/>
                        <a:pt x="5742" y="48629"/>
                      </a:cubicBezTo>
                      <a:lnTo>
                        <a:pt x="42537" y="27388"/>
                      </a:lnTo>
                      <a:cubicBezTo>
                        <a:pt x="42781" y="27239"/>
                        <a:pt x="42915" y="26955"/>
                        <a:pt x="42868" y="26672"/>
                      </a:cubicBezTo>
                      <a:lnTo>
                        <a:pt x="38197" y="564"/>
                      </a:lnTo>
                      <a:cubicBezTo>
                        <a:pt x="38134" y="223"/>
                        <a:pt x="37836" y="0"/>
                        <a:pt x="37517"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 name="Google Shape;342;p26"/>
                <p:cNvSpPr/>
                <p:nvPr/>
              </p:nvSpPr>
              <p:spPr>
                <a:xfrm>
                  <a:off x="794925" y="1016250"/>
                  <a:ext cx="1039400" cy="1175125"/>
                </a:xfrm>
                <a:custGeom>
                  <a:avLst/>
                  <a:gdLst/>
                  <a:ahLst/>
                  <a:cxnLst/>
                  <a:rect l="l" t="t" r="r" b="b"/>
                  <a:pathLst>
                    <a:path w="41576" h="47005" extrusionOk="0">
                      <a:moveTo>
                        <a:pt x="36465" y="0"/>
                      </a:moveTo>
                      <a:cubicBezTo>
                        <a:pt x="36422" y="0"/>
                        <a:pt x="36379" y="11"/>
                        <a:pt x="36338" y="33"/>
                      </a:cubicBezTo>
                      <a:lnTo>
                        <a:pt x="158" y="20927"/>
                      </a:lnTo>
                      <a:cubicBezTo>
                        <a:pt x="55" y="20982"/>
                        <a:pt x="0" y="21092"/>
                        <a:pt x="24" y="21210"/>
                      </a:cubicBezTo>
                      <a:lnTo>
                        <a:pt x="4852" y="46790"/>
                      </a:lnTo>
                      <a:cubicBezTo>
                        <a:pt x="4875" y="46919"/>
                        <a:pt x="4989" y="47004"/>
                        <a:pt x="5114" y="47004"/>
                      </a:cubicBezTo>
                      <a:cubicBezTo>
                        <a:pt x="5158" y="47004"/>
                        <a:pt x="5203" y="46994"/>
                        <a:pt x="5245" y="46971"/>
                      </a:cubicBezTo>
                      <a:lnTo>
                        <a:pt x="41426" y="26078"/>
                      </a:lnTo>
                      <a:cubicBezTo>
                        <a:pt x="41520" y="26022"/>
                        <a:pt x="41575" y="25904"/>
                        <a:pt x="41552" y="25794"/>
                      </a:cubicBezTo>
                      <a:lnTo>
                        <a:pt x="36732" y="214"/>
                      </a:lnTo>
                      <a:cubicBezTo>
                        <a:pt x="36703" y="86"/>
                        <a:pt x="36587" y="0"/>
                        <a:pt x="36465" y="0"/>
                      </a:cubicBezTo>
                      <a:close/>
                    </a:path>
                  </a:pathLst>
                </a:custGeom>
                <a:solidFill>
                  <a:srgbClr val="B32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 name="Google Shape;343;p26"/>
                <p:cNvSpPr/>
                <p:nvPr/>
              </p:nvSpPr>
              <p:spPr>
                <a:xfrm>
                  <a:off x="4353100" y="3737450"/>
                  <a:ext cx="1067775" cy="616325"/>
                </a:xfrm>
                <a:custGeom>
                  <a:avLst/>
                  <a:gdLst/>
                  <a:ahLst/>
                  <a:cxnLst/>
                  <a:rect l="l" t="t" r="r" b="b"/>
                  <a:pathLst>
                    <a:path w="42711" h="24653" extrusionOk="0">
                      <a:moveTo>
                        <a:pt x="26773" y="1"/>
                      </a:moveTo>
                      <a:cubicBezTo>
                        <a:pt x="26284" y="1"/>
                        <a:pt x="25769" y="118"/>
                        <a:pt x="25368" y="348"/>
                      </a:cubicBezTo>
                      <a:lnTo>
                        <a:pt x="1371" y="14209"/>
                      </a:lnTo>
                      <a:lnTo>
                        <a:pt x="1" y="13666"/>
                      </a:lnTo>
                      <a:lnTo>
                        <a:pt x="1" y="15462"/>
                      </a:lnTo>
                      <a:cubicBezTo>
                        <a:pt x="1" y="15698"/>
                        <a:pt x="143" y="15918"/>
                        <a:pt x="434" y="16092"/>
                      </a:cubicBezTo>
                      <a:lnTo>
                        <a:pt x="14831" y="24400"/>
                      </a:lnTo>
                      <a:cubicBezTo>
                        <a:pt x="15125" y="24569"/>
                        <a:pt x="15518" y="24653"/>
                        <a:pt x="15929" y="24653"/>
                      </a:cubicBezTo>
                      <a:cubicBezTo>
                        <a:pt x="16419" y="24653"/>
                        <a:pt x="16936" y="24534"/>
                        <a:pt x="17343" y="24298"/>
                      </a:cubicBezTo>
                      <a:lnTo>
                        <a:pt x="42096" y="10004"/>
                      </a:lnTo>
                      <a:cubicBezTo>
                        <a:pt x="42497" y="9776"/>
                        <a:pt x="42710" y="9468"/>
                        <a:pt x="42710" y="9185"/>
                      </a:cubicBezTo>
                      <a:lnTo>
                        <a:pt x="42710" y="7397"/>
                      </a:lnTo>
                      <a:lnTo>
                        <a:pt x="41214" y="7948"/>
                      </a:lnTo>
                      <a:lnTo>
                        <a:pt x="27873" y="254"/>
                      </a:lnTo>
                      <a:cubicBezTo>
                        <a:pt x="27580" y="84"/>
                        <a:pt x="27186" y="1"/>
                        <a:pt x="2677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 name="Google Shape;344;p26"/>
                <p:cNvSpPr/>
                <p:nvPr/>
              </p:nvSpPr>
              <p:spPr>
                <a:xfrm>
                  <a:off x="4353100" y="3692675"/>
                  <a:ext cx="1067775" cy="616425"/>
                </a:xfrm>
                <a:custGeom>
                  <a:avLst/>
                  <a:gdLst/>
                  <a:ahLst/>
                  <a:cxnLst/>
                  <a:rect l="l" t="t" r="r" b="b"/>
                  <a:pathLst>
                    <a:path w="42711" h="24657" extrusionOk="0">
                      <a:moveTo>
                        <a:pt x="26778" y="1"/>
                      </a:moveTo>
                      <a:cubicBezTo>
                        <a:pt x="26288" y="1"/>
                        <a:pt x="25771" y="120"/>
                        <a:pt x="25368" y="352"/>
                      </a:cubicBezTo>
                      <a:lnTo>
                        <a:pt x="615" y="14646"/>
                      </a:lnTo>
                      <a:cubicBezTo>
                        <a:pt x="206" y="14882"/>
                        <a:pt x="1" y="15181"/>
                        <a:pt x="1" y="15465"/>
                      </a:cubicBezTo>
                      <a:cubicBezTo>
                        <a:pt x="1" y="15701"/>
                        <a:pt x="135" y="15922"/>
                        <a:pt x="434" y="16095"/>
                      </a:cubicBezTo>
                      <a:lnTo>
                        <a:pt x="14831" y="24404"/>
                      </a:lnTo>
                      <a:cubicBezTo>
                        <a:pt x="15126" y="24573"/>
                        <a:pt x="15521" y="24657"/>
                        <a:pt x="15934" y="24657"/>
                      </a:cubicBezTo>
                      <a:cubicBezTo>
                        <a:pt x="16423" y="24657"/>
                        <a:pt x="16937" y="24540"/>
                        <a:pt x="17343" y="24309"/>
                      </a:cubicBezTo>
                      <a:lnTo>
                        <a:pt x="42096" y="10015"/>
                      </a:lnTo>
                      <a:cubicBezTo>
                        <a:pt x="42497" y="9779"/>
                        <a:pt x="42710" y="9479"/>
                        <a:pt x="42710" y="9196"/>
                      </a:cubicBezTo>
                      <a:cubicBezTo>
                        <a:pt x="42710" y="8960"/>
                        <a:pt x="42568" y="8731"/>
                        <a:pt x="42277" y="8566"/>
                      </a:cubicBezTo>
                      <a:lnTo>
                        <a:pt x="27873" y="257"/>
                      </a:lnTo>
                      <a:cubicBezTo>
                        <a:pt x="27582" y="85"/>
                        <a:pt x="27189" y="1"/>
                        <a:pt x="26778" y="1"/>
                      </a:cubicBezTo>
                      <a:close/>
                    </a:path>
                  </a:pathLst>
                </a:custGeom>
                <a:solidFill>
                  <a:srgbClr val="B32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 name="Google Shape;345;p26"/>
                <p:cNvSpPr/>
                <p:nvPr/>
              </p:nvSpPr>
              <p:spPr>
                <a:xfrm>
                  <a:off x="4477350" y="3700700"/>
                  <a:ext cx="932675" cy="534800"/>
                </a:xfrm>
                <a:custGeom>
                  <a:avLst/>
                  <a:gdLst/>
                  <a:ahLst/>
                  <a:cxnLst/>
                  <a:rect l="l" t="t" r="r" b="b"/>
                  <a:pathLst>
                    <a:path w="37307" h="21392" extrusionOk="0">
                      <a:moveTo>
                        <a:pt x="21757" y="1"/>
                      </a:moveTo>
                      <a:cubicBezTo>
                        <a:pt x="21467" y="1"/>
                        <a:pt x="21162" y="71"/>
                        <a:pt x="20926" y="204"/>
                      </a:cubicBezTo>
                      <a:lnTo>
                        <a:pt x="489" y="12009"/>
                      </a:lnTo>
                      <a:cubicBezTo>
                        <a:pt x="48" y="12261"/>
                        <a:pt x="0" y="12640"/>
                        <a:pt x="378" y="12860"/>
                      </a:cubicBezTo>
                      <a:lnTo>
                        <a:pt x="14909" y="21248"/>
                      </a:lnTo>
                      <a:cubicBezTo>
                        <a:pt x="15080" y="21344"/>
                        <a:pt x="15310" y="21392"/>
                        <a:pt x="15551" y="21392"/>
                      </a:cubicBezTo>
                      <a:cubicBezTo>
                        <a:pt x="15841" y="21392"/>
                        <a:pt x="16148" y="21322"/>
                        <a:pt x="16389" y="21185"/>
                      </a:cubicBezTo>
                      <a:lnTo>
                        <a:pt x="36827" y="9387"/>
                      </a:lnTo>
                      <a:cubicBezTo>
                        <a:pt x="37260" y="9135"/>
                        <a:pt x="37307" y="8757"/>
                        <a:pt x="36929" y="8536"/>
                      </a:cubicBezTo>
                      <a:lnTo>
                        <a:pt x="22398" y="149"/>
                      </a:lnTo>
                      <a:cubicBezTo>
                        <a:pt x="22227" y="49"/>
                        <a:pt x="21997" y="1"/>
                        <a:pt x="21757"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 name="Google Shape;346;p26"/>
                <p:cNvSpPr/>
                <p:nvPr/>
              </p:nvSpPr>
              <p:spPr>
                <a:xfrm>
                  <a:off x="4545075" y="4127525"/>
                  <a:ext cx="91175" cy="47925"/>
                </a:xfrm>
                <a:custGeom>
                  <a:avLst/>
                  <a:gdLst/>
                  <a:ahLst/>
                  <a:cxnLst/>
                  <a:rect l="l" t="t" r="r" b="b"/>
                  <a:pathLst>
                    <a:path w="3647" h="1917" extrusionOk="0">
                      <a:moveTo>
                        <a:pt x="1823" y="0"/>
                      </a:moveTo>
                      <a:cubicBezTo>
                        <a:pt x="1398" y="0"/>
                        <a:pt x="973" y="95"/>
                        <a:pt x="646" y="284"/>
                      </a:cubicBezTo>
                      <a:cubicBezTo>
                        <a:pt x="1" y="654"/>
                        <a:pt x="1" y="1261"/>
                        <a:pt x="646" y="1639"/>
                      </a:cubicBezTo>
                      <a:cubicBezTo>
                        <a:pt x="973" y="1824"/>
                        <a:pt x="1398" y="1916"/>
                        <a:pt x="1823" y="1916"/>
                      </a:cubicBezTo>
                      <a:cubicBezTo>
                        <a:pt x="2247" y="1916"/>
                        <a:pt x="2670" y="1824"/>
                        <a:pt x="2993" y="1639"/>
                      </a:cubicBezTo>
                      <a:cubicBezTo>
                        <a:pt x="3647" y="1261"/>
                        <a:pt x="3647" y="654"/>
                        <a:pt x="2993" y="284"/>
                      </a:cubicBezTo>
                      <a:cubicBezTo>
                        <a:pt x="2670" y="95"/>
                        <a:pt x="2247" y="0"/>
                        <a:pt x="1823"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 name="Google Shape;347;p26"/>
                <p:cNvSpPr/>
                <p:nvPr/>
              </p:nvSpPr>
              <p:spPr>
                <a:xfrm>
                  <a:off x="4551775" y="4131000"/>
                  <a:ext cx="77800" cy="41000"/>
                </a:xfrm>
                <a:custGeom>
                  <a:avLst/>
                  <a:gdLst/>
                  <a:ahLst/>
                  <a:cxnLst/>
                  <a:rect l="l" t="t" r="r" b="b"/>
                  <a:pathLst>
                    <a:path w="3112" h="1640" extrusionOk="0">
                      <a:moveTo>
                        <a:pt x="1546" y="0"/>
                      </a:moveTo>
                      <a:cubicBezTo>
                        <a:pt x="1185" y="0"/>
                        <a:pt x="826" y="79"/>
                        <a:pt x="552" y="239"/>
                      </a:cubicBezTo>
                      <a:cubicBezTo>
                        <a:pt x="0" y="562"/>
                        <a:pt x="0" y="1074"/>
                        <a:pt x="552" y="1397"/>
                      </a:cubicBezTo>
                      <a:cubicBezTo>
                        <a:pt x="827" y="1559"/>
                        <a:pt x="1190" y="1639"/>
                        <a:pt x="1553" y="1639"/>
                      </a:cubicBezTo>
                      <a:cubicBezTo>
                        <a:pt x="1916" y="1639"/>
                        <a:pt x="2280" y="1559"/>
                        <a:pt x="2560" y="1397"/>
                      </a:cubicBezTo>
                      <a:cubicBezTo>
                        <a:pt x="3111" y="1082"/>
                        <a:pt x="3111" y="562"/>
                        <a:pt x="2560" y="239"/>
                      </a:cubicBezTo>
                      <a:cubicBezTo>
                        <a:pt x="2279" y="81"/>
                        <a:pt x="1912" y="0"/>
                        <a:pt x="1546"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 name="Google Shape;348;p26"/>
                <p:cNvSpPr/>
                <p:nvPr/>
              </p:nvSpPr>
              <p:spPr>
                <a:xfrm>
                  <a:off x="1367675" y="3332850"/>
                  <a:ext cx="1137650" cy="656525"/>
                </a:xfrm>
                <a:custGeom>
                  <a:avLst/>
                  <a:gdLst/>
                  <a:ahLst/>
                  <a:cxnLst/>
                  <a:rect l="l" t="t" r="r" b="b"/>
                  <a:pathLst>
                    <a:path w="45506" h="26261" extrusionOk="0">
                      <a:moveTo>
                        <a:pt x="14433" y="0"/>
                      </a:moveTo>
                      <a:cubicBezTo>
                        <a:pt x="14063" y="0"/>
                        <a:pt x="13709" y="76"/>
                        <a:pt x="13444" y="230"/>
                      </a:cubicBezTo>
                      <a:lnTo>
                        <a:pt x="1363" y="7208"/>
                      </a:lnTo>
                      <a:lnTo>
                        <a:pt x="0" y="6704"/>
                      </a:lnTo>
                      <a:lnTo>
                        <a:pt x="0" y="8326"/>
                      </a:lnTo>
                      <a:cubicBezTo>
                        <a:pt x="0" y="8586"/>
                        <a:pt x="189" y="8854"/>
                        <a:pt x="559" y="9066"/>
                      </a:cubicBezTo>
                      <a:lnTo>
                        <a:pt x="29801" y="25936"/>
                      </a:lnTo>
                      <a:cubicBezTo>
                        <a:pt x="30167" y="26151"/>
                        <a:pt x="30635" y="26260"/>
                        <a:pt x="31080" y="26260"/>
                      </a:cubicBezTo>
                      <a:cubicBezTo>
                        <a:pt x="31451" y="26260"/>
                        <a:pt x="31805" y="26184"/>
                        <a:pt x="32070" y="26030"/>
                      </a:cubicBezTo>
                      <a:lnTo>
                        <a:pt x="45112" y="18501"/>
                      </a:lnTo>
                      <a:cubicBezTo>
                        <a:pt x="45372" y="18344"/>
                        <a:pt x="45505" y="18147"/>
                        <a:pt x="45505" y="17926"/>
                      </a:cubicBezTo>
                      <a:lnTo>
                        <a:pt x="45505" y="16304"/>
                      </a:lnTo>
                      <a:lnTo>
                        <a:pt x="44261" y="16800"/>
                      </a:lnTo>
                      <a:lnTo>
                        <a:pt x="15712" y="325"/>
                      </a:lnTo>
                      <a:cubicBezTo>
                        <a:pt x="15347" y="110"/>
                        <a:pt x="14878" y="0"/>
                        <a:pt x="1443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 name="Google Shape;349;p26"/>
                <p:cNvSpPr/>
                <p:nvPr/>
              </p:nvSpPr>
              <p:spPr>
                <a:xfrm>
                  <a:off x="1367875" y="3292275"/>
                  <a:ext cx="1137450" cy="656475"/>
                </a:xfrm>
                <a:custGeom>
                  <a:avLst/>
                  <a:gdLst/>
                  <a:ahLst/>
                  <a:cxnLst/>
                  <a:rect l="l" t="t" r="r" b="b"/>
                  <a:pathLst>
                    <a:path w="45498" h="26259" extrusionOk="0">
                      <a:moveTo>
                        <a:pt x="14425" y="1"/>
                      </a:moveTo>
                      <a:cubicBezTo>
                        <a:pt x="14055" y="1"/>
                        <a:pt x="13701" y="77"/>
                        <a:pt x="13436" y="231"/>
                      </a:cubicBezTo>
                      <a:lnTo>
                        <a:pt x="394" y="7760"/>
                      </a:lnTo>
                      <a:cubicBezTo>
                        <a:pt x="126" y="7909"/>
                        <a:pt x="0" y="8114"/>
                        <a:pt x="0" y="8327"/>
                      </a:cubicBezTo>
                      <a:cubicBezTo>
                        <a:pt x="0" y="8587"/>
                        <a:pt x="189" y="8854"/>
                        <a:pt x="551" y="9067"/>
                      </a:cubicBezTo>
                      <a:lnTo>
                        <a:pt x="29793" y="25937"/>
                      </a:lnTo>
                      <a:cubicBezTo>
                        <a:pt x="30161" y="26148"/>
                        <a:pt x="30633" y="26258"/>
                        <a:pt x="31080" y="26258"/>
                      </a:cubicBezTo>
                      <a:cubicBezTo>
                        <a:pt x="31447" y="26258"/>
                        <a:pt x="31799" y="26184"/>
                        <a:pt x="32062" y="26031"/>
                      </a:cubicBezTo>
                      <a:lnTo>
                        <a:pt x="45104" y="18502"/>
                      </a:lnTo>
                      <a:cubicBezTo>
                        <a:pt x="45371" y="18344"/>
                        <a:pt x="45497" y="18140"/>
                        <a:pt x="45497" y="17927"/>
                      </a:cubicBezTo>
                      <a:cubicBezTo>
                        <a:pt x="45497" y="17675"/>
                        <a:pt x="45308" y="17399"/>
                        <a:pt x="44946" y="17187"/>
                      </a:cubicBezTo>
                      <a:lnTo>
                        <a:pt x="15704" y="325"/>
                      </a:lnTo>
                      <a:cubicBezTo>
                        <a:pt x="15339" y="110"/>
                        <a:pt x="14870" y="1"/>
                        <a:pt x="14425" y="1"/>
                      </a:cubicBezTo>
                      <a:close/>
                    </a:path>
                  </a:pathLst>
                </a:custGeom>
                <a:solidFill>
                  <a:srgbClr val="B32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 name="Google Shape;350;p26"/>
                <p:cNvSpPr/>
                <p:nvPr/>
              </p:nvSpPr>
              <p:spPr>
                <a:xfrm>
                  <a:off x="1377700" y="3299625"/>
                  <a:ext cx="1015200" cy="582375"/>
                </a:xfrm>
                <a:custGeom>
                  <a:avLst/>
                  <a:gdLst/>
                  <a:ahLst/>
                  <a:cxnLst/>
                  <a:rect l="l" t="t" r="r" b="b"/>
                  <a:pathLst>
                    <a:path w="40608" h="23295" extrusionOk="0">
                      <a:moveTo>
                        <a:pt x="14086" y="0"/>
                      </a:moveTo>
                      <a:cubicBezTo>
                        <a:pt x="13868" y="0"/>
                        <a:pt x="13661" y="44"/>
                        <a:pt x="13508" y="134"/>
                      </a:cubicBezTo>
                      <a:lnTo>
                        <a:pt x="340" y="7733"/>
                      </a:lnTo>
                      <a:cubicBezTo>
                        <a:pt x="1" y="7930"/>
                        <a:pt x="48" y="8277"/>
                        <a:pt x="442" y="8505"/>
                      </a:cubicBezTo>
                      <a:lnTo>
                        <a:pt x="25762" y="23107"/>
                      </a:lnTo>
                      <a:cubicBezTo>
                        <a:pt x="25977" y="23231"/>
                        <a:pt x="26253" y="23295"/>
                        <a:pt x="26515" y="23295"/>
                      </a:cubicBezTo>
                      <a:cubicBezTo>
                        <a:pt x="26732" y="23295"/>
                        <a:pt x="26939" y="23251"/>
                        <a:pt x="27093" y="23162"/>
                      </a:cubicBezTo>
                      <a:lnTo>
                        <a:pt x="40261" y="15562"/>
                      </a:lnTo>
                      <a:cubicBezTo>
                        <a:pt x="40607" y="15365"/>
                        <a:pt x="40560" y="15018"/>
                        <a:pt x="40166" y="14798"/>
                      </a:cubicBezTo>
                      <a:lnTo>
                        <a:pt x="14839" y="189"/>
                      </a:lnTo>
                      <a:cubicBezTo>
                        <a:pt x="14623" y="64"/>
                        <a:pt x="14347" y="0"/>
                        <a:pt x="14086"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 name="Google Shape;351;p26"/>
                <p:cNvSpPr/>
                <p:nvPr/>
              </p:nvSpPr>
              <p:spPr>
                <a:xfrm>
                  <a:off x="2248950" y="3784100"/>
                  <a:ext cx="82725" cy="43450"/>
                </a:xfrm>
                <a:custGeom>
                  <a:avLst/>
                  <a:gdLst/>
                  <a:ahLst/>
                  <a:cxnLst/>
                  <a:rect l="l" t="t" r="r" b="b"/>
                  <a:pathLst>
                    <a:path w="3309" h="1738" extrusionOk="0">
                      <a:moveTo>
                        <a:pt x="1651" y="0"/>
                      </a:moveTo>
                      <a:cubicBezTo>
                        <a:pt x="1266" y="0"/>
                        <a:pt x="882" y="85"/>
                        <a:pt x="591" y="254"/>
                      </a:cubicBezTo>
                      <a:cubicBezTo>
                        <a:pt x="0" y="593"/>
                        <a:pt x="0" y="1144"/>
                        <a:pt x="591" y="1483"/>
                      </a:cubicBezTo>
                      <a:cubicBezTo>
                        <a:pt x="886" y="1652"/>
                        <a:pt x="1270" y="1737"/>
                        <a:pt x="1654" y="1737"/>
                      </a:cubicBezTo>
                      <a:cubicBezTo>
                        <a:pt x="2038" y="1737"/>
                        <a:pt x="2422" y="1652"/>
                        <a:pt x="2717" y="1483"/>
                      </a:cubicBezTo>
                      <a:cubicBezTo>
                        <a:pt x="3300" y="1144"/>
                        <a:pt x="3308" y="601"/>
                        <a:pt x="2717" y="254"/>
                      </a:cubicBezTo>
                      <a:cubicBezTo>
                        <a:pt x="2422" y="85"/>
                        <a:pt x="2036" y="0"/>
                        <a:pt x="1651"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 name="Google Shape;352;p26"/>
                <p:cNvSpPr/>
                <p:nvPr/>
              </p:nvSpPr>
              <p:spPr>
                <a:xfrm>
                  <a:off x="2254850" y="3787350"/>
                  <a:ext cx="70525" cy="37125"/>
                </a:xfrm>
                <a:custGeom>
                  <a:avLst/>
                  <a:gdLst/>
                  <a:ahLst/>
                  <a:cxnLst/>
                  <a:rect l="l" t="t" r="r" b="b"/>
                  <a:pathLst>
                    <a:path w="2821" h="1485" extrusionOk="0">
                      <a:moveTo>
                        <a:pt x="1410" y="0"/>
                      </a:moveTo>
                      <a:cubicBezTo>
                        <a:pt x="1082" y="0"/>
                        <a:pt x="753" y="73"/>
                        <a:pt x="505" y="219"/>
                      </a:cubicBezTo>
                      <a:cubicBezTo>
                        <a:pt x="1" y="510"/>
                        <a:pt x="1" y="975"/>
                        <a:pt x="505" y="1266"/>
                      </a:cubicBezTo>
                      <a:cubicBezTo>
                        <a:pt x="753" y="1412"/>
                        <a:pt x="1082" y="1485"/>
                        <a:pt x="1410" y="1485"/>
                      </a:cubicBezTo>
                      <a:cubicBezTo>
                        <a:pt x="1739" y="1485"/>
                        <a:pt x="2068" y="1412"/>
                        <a:pt x="2316" y="1266"/>
                      </a:cubicBezTo>
                      <a:cubicBezTo>
                        <a:pt x="2820" y="975"/>
                        <a:pt x="2820" y="510"/>
                        <a:pt x="2316" y="219"/>
                      </a:cubicBezTo>
                      <a:cubicBezTo>
                        <a:pt x="2068" y="73"/>
                        <a:pt x="1739" y="0"/>
                        <a:pt x="1410"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 name="Google Shape;353;p26"/>
                <p:cNvSpPr/>
                <p:nvPr/>
              </p:nvSpPr>
              <p:spPr>
                <a:xfrm>
                  <a:off x="3701800" y="2792025"/>
                  <a:ext cx="179400" cy="103575"/>
                </a:xfrm>
                <a:custGeom>
                  <a:avLst/>
                  <a:gdLst/>
                  <a:ahLst/>
                  <a:cxnLst/>
                  <a:rect l="l" t="t" r="r" b="b"/>
                  <a:pathLst>
                    <a:path w="7176" h="4143" extrusionOk="0">
                      <a:moveTo>
                        <a:pt x="3592" y="0"/>
                      </a:moveTo>
                      <a:lnTo>
                        <a:pt x="0" y="2072"/>
                      </a:lnTo>
                      <a:lnTo>
                        <a:pt x="3592" y="4143"/>
                      </a:lnTo>
                      <a:lnTo>
                        <a:pt x="7175" y="2072"/>
                      </a:lnTo>
                      <a:lnTo>
                        <a:pt x="3592" y="0"/>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 name="Google Shape;354;p26"/>
                <p:cNvSpPr/>
                <p:nvPr/>
              </p:nvSpPr>
              <p:spPr>
                <a:xfrm>
                  <a:off x="3701800" y="2843800"/>
                  <a:ext cx="89800" cy="155375"/>
                </a:xfrm>
                <a:custGeom>
                  <a:avLst/>
                  <a:gdLst/>
                  <a:ahLst/>
                  <a:cxnLst/>
                  <a:rect l="l" t="t" r="r" b="b"/>
                  <a:pathLst>
                    <a:path w="3592" h="6215" extrusionOk="0">
                      <a:moveTo>
                        <a:pt x="0" y="1"/>
                      </a:moveTo>
                      <a:lnTo>
                        <a:pt x="0" y="4143"/>
                      </a:lnTo>
                      <a:lnTo>
                        <a:pt x="3592" y="6214"/>
                      </a:lnTo>
                      <a:lnTo>
                        <a:pt x="3592" y="2072"/>
                      </a:lnTo>
                      <a:lnTo>
                        <a:pt x="0"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 name="Google Shape;355;p26"/>
                <p:cNvSpPr/>
                <p:nvPr/>
              </p:nvSpPr>
              <p:spPr>
                <a:xfrm>
                  <a:off x="3791575" y="2843800"/>
                  <a:ext cx="89625" cy="155375"/>
                </a:xfrm>
                <a:custGeom>
                  <a:avLst/>
                  <a:gdLst/>
                  <a:ahLst/>
                  <a:cxnLst/>
                  <a:rect l="l" t="t" r="r" b="b"/>
                  <a:pathLst>
                    <a:path w="3585" h="6215" extrusionOk="0">
                      <a:moveTo>
                        <a:pt x="3584" y="1"/>
                      </a:moveTo>
                      <a:lnTo>
                        <a:pt x="1" y="2072"/>
                      </a:lnTo>
                      <a:lnTo>
                        <a:pt x="1" y="6214"/>
                      </a:lnTo>
                      <a:lnTo>
                        <a:pt x="3584" y="4143"/>
                      </a:lnTo>
                      <a:lnTo>
                        <a:pt x="3584" y="1"/>
                      </a:ln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 name="Google Shape;356;p26"/>
                <p:cNvSpPr/>
                <p:nvPr/>
              </p:nvSpPr>
              <p:spPr>
                <a:xfrm>
                  <a:off x="3701800" y="2629775"/>
                  <a:ext cx="179400" cy="103400"/>
                </a:xfrm>
                <a:custGeom>
                  <a:avLst/>
                  <a:gdLst/>
                  <a:ahLst/>
                  <a:cxnLst/>
                  <a:rect l="l" t="t" r="r" b="b"/>
                  <a:pathLst>
                    <a:path w="7176" h="4136" extrusionOk="0">
                      <a:moveTo>
                        <a:pt x="3592" y="1"/>
                      </a:moveTo>
                      <a:lnTo>
                        <a:pt x="0" y="2064"/>
                      </a:lnTo>
                      <a:lnTo>
                        <a:pt x="3592" y="4136"/>
                      </a:lnTo>
                      <a:lnTo>
                        <a:pt x="7175" y="2064"/>
                      </a:lnTo>
                      <a:lnTo>
                        <a:pt x="3592" y="1"/>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 name="Google Shape;357;p26"/>
                <p:cNvSpPr/>
                <p:nvPr/>
              </p:nvSpPr>
              <p:spPr>
                <a:xfrm>
                  <a:off x="3701800" y="2681375"/>
                  <a:ext cx="89800" cy="155375"/>
                </a:xfrm>
                <a:custGeom>
                  <a:avLst/>
                  <a:gdLst/>
                  <a:ahLst/>
                  <a:cxnLst/>
                  <a:rect l="l" t="t" r="r" b="b"/>
                  <a:pathLst>
                    <a:path w="3592" h="6215" extrusionOk="0">
                      <a:moveTo>
                        <a:pt x="0" y="0"/>
                      </a:moveTo>
                      <a:lnTo>
                        <a:pt x="0" y="4143"/>
                      </a:lnTo>
                      <a:lnTo>
                        <a:pt x="3592" y="6214"/>
                      </a:lnTo>
                      <a:lnTo>
                        <a:pt x="3592" y="2072"/>
                      </a:lnTo>
                      <a:lnTo>
                        <a:pt x="0"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 name="Google Shape;358;p26"/>
                <p:cNvSpPr/>
                <p:nvPr/>
              </p:nvSpPr>
              <p:spPr>
                <a:xfrm>
                  <a:off x="3791575" y="2681375"/>
                  <a:ext cx="89625" cy="155375"/>
                </a:xfrm>
                <a:custGeom>
                  <a:avLst/>
                  <a:gdLst/>
                  <a:ahLst/>
                  <a:cxnLst/>
                  <a:rect l="l" t="t" r="r" b="b"/>
                  <a:pathLst>
                    <a:path w="3585" h="6215" extrusionOk="0">
                      <a:moveTo>
                        <a:pt x="3584" y="0"/>
                      </a:moveTo>
                      <a:lnTo>
                        <a:pt x="1" y="2072"/>
                      </a:lnTo>
                      <a:lnTo>
                        <a:pt x="1" y="6214"/>
                      </a:lnTo>
                      <a:lnTo>
                        <a:pt x="3584" y="4143"/>
                      </a:lnTo>
                      <a:lnTo>
                        <a:pt x="3584" y="0"/>
                      </a:ln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 name="Google Shape;359;p26"/>
                <p:cNvSpPr/>
                <p:nvPr/>
              </p:nvSpPr>
              <p:spPr>
                <a:xfrm>
                  <a:off x="3561225" y="2873325"/>
                  <a:ext cx="179175" cy="103400"/>
                </a:xfrm>
                <a:custGeom>
                  <a:avLst/>
                  <a:gdLst/>
                  <a:ahLst/>
                  <a:cxnLst/>
                  <a:rect l="l" t="t" r="r" b="b"/>
                  <a:pathLst>
                    <a:path w="7167" h="4136" extrusionOk="0">
                      <a:moveTo>
                        <a:pt x="3584" y="1"/>
                      </a:moveTo>
                      <a:lnTo>
                        <a:pt x="0" y="2072"/>
                      </a:lnTo>
                      <a:lnTo>
                        <a:pt x="3584" y="4136"/>
                      </a:lnTo>
                      <a:lnTo>
                        <a:pt x="7167" y="2072"/>
                      </a:lnTo>
                      <a:lnTo>
                        <a:pt x="3584" y="1"/>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 name="Google Shape;360;p26"/>
                <p:cNvSpPr/>
                <p:nvPr/>
              </p:nvSpPr>
              <p:spPr>
                <a:xfrm>
                  <a:off x="3561225" y="2925125"/>
                  <a:ext cx="89600" cy="155175"/>
                </a:xfrm>
                <a:custGeom>
                  <a:avLst/>
                  <a:gdLst/>
                  <a:ahLst/>
                  <a:cxnLst/>
                  <a:rect l="l" t="t" r="r" b="b"/>
                  <a:pathLst>
                    <a:path w="3584" h="6207" extrusionOk="0">
                      <a:moveTo>
                        <a:pt x="0" y="0"/>
                      </a:moveTo>
                      <a:lnTo>
                        <a:pt x="0" y="4135"/>
                      </a:lnTo>
                      <a:lnTo>
                        <a:pt x="3584" y="6206"/>
                      </a:lnTo>
                      <a:lnTo>
                        <a:pt x="3584" y="2064"/>
                      </a:lnTo>
                      <a:lnTo>
                        <a:pt x="0"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 name="Google Shape;361;p26"/>
                <p:cNvSpPr/>
                <p:nvPr/>
              </p:nvSpPr>
              <p:spPr>
                <a:xfrm>
                  <a:off x="3650800" y="2925125"/>
                  <a:ext cx="89600" cy="155175"/>
                </a:xfrm>
                <a:custGeom>
                  <a:avLst/>
                  <a:gdLst/>
                  <a:ahLst/>
                  <a:cxnLst/>
                  <a:rect l="l" t="t" r="r" b="b"/>
                  <a:pathLst>
                    <a:path w="3584" h="6207" extrusionOk="0">
                      <a:moveTo>
                        <a:pt x="3584" y="0"/>
                      </a:moveTo>
                      <a:lnTo>
                        <a:pt x="1" y="2064"/>
                      </a:lnTo>
                      <a:lnTo>
                        <a:pt x="1" y="6206"/>
                      </a:lnTo>
                      <a:lnTo>
                        <a:pt x="3584" y="4135"/>
                      </a:lnTo>
                      <a:lnTo>
                        <a:pt x="3584" y="0"/>
                      </a:ln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 name="Google Shape;362;p26"/>
                <p:cNvSpPr/>
                <p:nvPr/>
              </p:nvSpPr>
              <p:spPr>
                <a:xfrm>
                  <a:off x="3561225" y="2710900"/>
                  <a:ext cx="179175" cy="103600"/>
                </a:xfrm>
                <a:custGeom>
                  <a:avLst/>
                  <a:gdLst/>
                  <a:ahLst/>
                  <a:cxnLst/>
                  <a:rect l="l" t="t" r="r" b="b"/>
                  <a:pathLst>
                    <a:path w="7167" h="4144" extrusionOk="0">
                      <a:moveTo>
                        <a:pt x="3584" y="1"/>
                      </a:moveTo>
                      <a:lnTo>
                        <a:pt x="0" y="2072"/>
                      </a:lnTo>
                      <a:lnTo>
                        <a:pt x="3584" y="4143"/>
                      </a:lnTo>
                      <a:lnTo>
                        <a:pt x="7167" y="2072"/>
                      </a:lnTo>
                      <a:lnTo>
                        <a:pt x="3584" y="1"/>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 name="Google Shape;363;p26"/>
                <p:cNvSpPr/>
                <p:nvPr/>
              </p:nvSpPr>
              <p:spPr>
                <a:xfrm>
                  <a:off x="3561225" y="2762675"/>
                  <a:ext cx="89600" cy="155175"/>
                </a:xfrm>
                <a:custGeom>
                  <a:avLst/>
                  <a:gdLst/>
                  <a:ahLst/>
                  <a:cxnLst/>
                  <a:rect l="l" t="t" r="r" b="b"/>
                  <a:pathLst>
                    <a:path w="3584" h="6207" extrusionOk="0">
                      <a:moveTo>
                        <a:pt x="0" y="1"/>
                      </a:moveTo>
                      <a:lnTo>
                        <a:pt x="0" y="4136"/>
                      </a:lnTo>
                      <a:lnTo>
                        <a:pt x="3584" y="6207"/>
                      </a:lnTo>
                      <a:lnTo>
                        <a:pt x="3584" y="2072"/>
                      </a:lnTo>
                      <a:lnTo>
                        <a:pt x="0"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 name="Google Shape;364;p26"/>
                <p:cNvSpPr/>
                <p:nvPr/>
              </p:nvSpPr>
              <p:spPr>
                <a:xfrm>
                  <a:off x="3650800" y="2762675"/>
                  <a:ext cx="89600" cy="155175"/>
                </a:xfrm>
                <a:custGeom>
                  <a:avLst/>
                  <a:gdLst/>
                  <a:ahLst/>
                  <a:cxnLst/>
                  <a:rect l="l" t="t" r="r" b="b"/>
                  <a:pathLst>
                    <a:path w="3584" h="6207" extrusionOk="0">
                      <a:moveTo>
                        <a:pt x="3584" y="1"/>
                      </a:moveTo>
                      <a:lnTo>
                        <a:pt x="1" y="2072"/>
                      </a:lnTo>
                      <a:lnTo>
                        <a:pt x="1" y="6207"/>
                      </a:lnTo>
                      <a:lnTo>
                        <a:pt x="3584" y="4136"/>
                      </a:lnTo>
                      <a:lnTo>
                        <a:pt x="3584" y="1"/>
                      </a:ln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 name="Google Shape;365;p26"/>
                <p:cNvSpPr/>
                <p:nvPr/>
              </p:nvSpPr>
              <p:spPr>
                <a:xfrm>
                  <a:off x="3420650" y="2304925"/>
                  <a:ext cx="179175" cy="103375"/>
                </a:xfrm>
                <a:custGeom>
                  <a:avLst/>
                  <a:gdLst/>
                  <a:ahLst/>
                  <a:cxnLst/>
                  <a:rect l="l" t="t" r="r" b="b"/>
                  <a:pathLst>
                    <a:path w="7167" h="4135" extrusionOk="0">
                      <a:moveTo>
                        <a:pt x="3583" y="0"/>
                      </a:moveTo>
                      <a:lnTo>
                        <a:pt x="0" y="2071"/>
                      </a:lnTo>
                      <a:lnTo>
                        <a:pt x="3583" y="4135"/>
                      </a:lnTo>
                      <a:lnTo>
                        <a:pt x="7167" y="2071"/>
                      </a:lnTo>
                      <a:lnTo>
                        <a:pt x="3583" y="0"/>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 name="Google Shape;366;p26"/>
                <p:cNvSpPr/>
                <p:nvPr/>
              </p:nvSpPr>
              <p:spPr>
                <a:xfrm>
                  <a:off x="3420650" y="2356700"/>
                  <a:ext cx="89600" cy="155175"/>
                </a:xfrm>
                <a:custGeom>
                  <a:avLst/>
                  <a:gdLst/>
                  <a:ahLst/>
                  <a:cxnLst/>
                  <a:rect l="l" t="t" r="r" b="b"/>
                  <a:pathLst>
                    <a:path w="3584" h="6207" extrusionOk="0">
                      <a:moveTo>
                        <a:pt x="0" y="0"/>
                      </a:moveTo>
                      <a:lnTo>
                        <a:pt x="0" y="4135"/>
                      </a:lnTo>
                      <a:lnTo>
                        <a:pt x="3583" y="6206"/>
                      </a:lnTo>
                      <a:lnTo>
                        <a:pt x="3583" y="2064"/>
                      </a:lnTo>
                      <a:lnTo>
                        <a:pt x="0"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 name="Google Shape;367;p26"/>
                <p:cNvSpPr/>
                <p:nvPr/>
              </p:nvSpPr>
              <p:spPr>
                <a:xfrm>
                  <a:off x="3510225" y="2356700"/>
                  <a:ext cx="89600" cy="155175"/>
                </a:xfrm>
                <a:custGeom>
                  <a:avLst/>
                  <a:gdLst/>
                  <a:ahLst/>
                  <a:cxnLst/>
                  <a:rect l="l" t="t" r="r" b="b"/>
                  <a:pathLst>
                    <a:path w="3584" h="6207" extrusionOk="0">
                      <a:moveTo>
                        <a:pt x="3584" y="0"/>
                      </a:moveTo>
                      <a:lnTo>
                        <a:pt x="0" y="2064"/>
                      </a:lnTo>
                      <a:lnTo>
                        <a:pt x="0" y="6206"/>
                      </a:lnTo>
                      <a:lnTo>
                        <a:pt x="3584" y="4135"/>
                      </a:lnTo>
                      <a:lnTo>
                        <a:pt x="3584" y="0"/>
                      </a:ln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 name="Google Shape;368;p26"/>
                <p:cNvSpPr/>
                <p:nvPr/>
              </p:nvSpPr>
              <p:spPr>
                <a:xfrm>
                  <a:off x="3561225" y="2386025"/>
                  <a:ext cx="179175" cy="103600"/>
                </a:xfrm>
                <a:custGeom>
                  <a:avLst/>
                  <a:gdLst/>
                  <a:ahLst/>
                  <a:cxnLst/>
                  <a:rect l="l" t="t" r="r" b="b"/>
                  <a:pathLst>
                    <a:path w="7167" h="4144" extrusionOk="0">
                      <a:moveTo>
                        <a:pt x="3584" y="1"/>
                      </a:moveTo>
                      <a:lnTo>
                        <a:pt x="0" y="2072"/>
                      </a:lnTo>
                      <a:lnTo>
                        <a:pt x="3584" y="4143"/>
                      </a:lnTo>
                      <a:lnTo>
                        <a:pt x="7167" y="2072"/>
                      </a:lnTo>
                      <a:lnTo>
                        <a:pt x="3584" y="1"/>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 name="Google Shape;369;p26"/>
                <p:cNvSpPr/>
                <p:nvPr/>
              </p:nvSpPr>
              <p:spPr>
                <a:xfrm>
                  <a:off x="3561225" y="2437825"/>
                  <a:ext cx="89600" cy="155175"/>
                </a:xfrm>
                <a:custGeom>
                  <a:avLst/>
                  <a:gdLst/>
                  <a:ahLst/>
                  <a:cxnLst/>
                  <a:rect l="l" t="t" r="r" b="b"/>
                  <a:pathLst>
                    <a:path w="3584" h="6207" extrusionOk="0">
                      <a:moveTo>
                        <a:pt x="0" y="0"/>
                      </a:moveTo>
                      <a:lnTo>
                        <a:pt x="0" y="4143"/>
                      </a:lnTo>
                      <a:lnTo>
                        <a:pt x="3584" y="6206"/>
                      </a:lnTo>
                      <a:lnTo>
                        <a:pt x="3584" y="2071"/>
                      </a:lnTo>
                      <a:lnTo>
                        <a:pt x="0"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 name="Google Shape;370;p26"/>
                <p:cNvSpPr/>
                <p:nvPr/>
              </p:nvSpPr>
              <p:spPr>
                <a:xfrm>
                  <a:off x="3650800" y="2437825"/>
                  <a:ext cx="89600" cy="155175"/>
                </a:xfrm>
                <a:custGeom>
                  <a:avLst/>
                  <a:gdLst/>
                  <a:ahLst/>
                  <a:cxnLst/>
                  <a:rect l="l" t="t" r="r" b="b"/>
                  <a:pathLst>
                    <a:path w="3584" h="6207" extrusionOk="0">
                      <a:moveTo>
                        <a:pt x="3584" y="0"/>
                      </a:moveTo>
                      <a:lnTo>
                        <a:pt x="1" y="2071"/>
                      </a:lnTo>
                      <a:lnTo>
                        <a:pt x="1" y="6206"/>
                      </a:lnTo>
                      <a:lnTo>
                        <a:pt x="3584" y="4143"/>
                      </a:lnTo>
                      <a:lnTo>
                        <a:pt x="3584" y="0"/>
                      </a:ln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 name="Google Shape;371;p26"/>
                <p:cNvSpPr/>
                <p:nvPr/>
              </p:nvSpPr>
              <p:spPr>
                <a:xfrm>
                  <a:off x="3701800" y="2467350"/>
                  <a:ext cx="179400" cy="103400"/>
                </a:xfrm>
                <a:custGeom>
                  <a:avLst/>
                  <a:gdLst/>
                  <a:ahLst/>
                  <a:cxnLst/>
                  <a:rect l="l" t="t" r="r" b="b"/>
                  <a:pathLst>
                    <a:path w="7176" h="4136" extrusionOk="0">
                      <a:moveTo>
                        <a:pt x="3592" y="1"/>
                      </a:moveTo>
                      <a:lnTo>
                        <a:pt x="0" y="2064"/>
                      </a:lnTo>
                      <a:lnTo>
                        <a:pt x="3592" y="4135"/>
                      </a:lnTo>
                      <a:lnTo>
                        <a:pt x="7175" y="2064"/>
                      </a:lnTo>
                      <a:lnTo>
                        <a:pt x="3592" y="1"/>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 name="Google Shape;372;p26"/>
                <p:cNvSpPr/>
                <p:nvPr/>
              </p:nvSpPr>
              <p:spPr>
                <a:xfrm>
                  <a:off x="3701800" y="2518925"/>
                  <a:ext cx="89800" cy="155375"/>
                </a:xfrm>
                <a:custGeom>
                  <a:avLst/>
                  <a:gdLst/>
                  <a:ahLst/>
                  <a:cxnLst/>
                  <a:rect l="l" t="t" r="r" b="b"/>
                  <a:pathLst>
                    <a:path w="3592" h="6215" extrusionOk="0">
                      <a:moveTo>
                        <a:pt x="0" y="1"/>
                      </a:moveTo>
                      <a:lnTo>
                        <a:pt x="0" y="4143"/>
                      </a:lnTo>
                      <a:lnTo>
                        <a:pt x="3592" y="6215"/>
                      </a:lnTo>
                      <a:lnTo>
                        <a:pt x="3592" y="2072"/>
                      </a:lnTo>
                      <a:lnTo>
                        <a:pt x="0"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 name="Google Shape;373;p26"/>
                <p:cNvSpPr/>
                <p:nvPr/>
              </p:nvSpPr>
              <p:spPr>
                <a:xfrm>
                  <a:off x="3791575" y="2518925"/>
                  <a:ext cx="89625" cy="155375"/>
                </a:xfrm>
                <a:custGeom>
                  <a:avLst/>
                  <a:gdLst/>
                  <a:ahLst/>
                  <a:cxnLst/>
                  <a:rect l="l" t="t" r="r" b="b"/>
                  <a:pathLst>
                    <a:path w="3585" h="6215" extrusionOk="0">
                      <a:moveTo>
                        <a:pt x="3584" y="1"/>
                      </a:moveTo>
                      <a:lnTo>
                        <a:pt x="1" y="2072"/>
                      </a:lnTo>
                      <a:lnTo>
                        <a:pt x="1" y="6215"/>
                      </a:lnTo>
                      <a:lnTo>
                        <a:pt x="3584" y="4143"/>
                      </a:lnTo>
                      <a:lnTo>
                        <a:pt x="3584" y="1"/>
                      </a:ln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 name="Google Shape;374;p26"/>
                <p:cNvSpPr/>
                <p:nvPr/>
              </p:nvSpPr>
              <p:spPr>
                <a:xfrm>
                  <a:off x="3279850" y="2386025"/>
                  <a:ext cx="179400" cy="103600"/>
                </a:xfrm>
                <a:custGeom>
                  <a:avLst/>
                  <a:gdLst/>
                  <a:ahLst/>
                  <a:cxnLst/>
                  <a:rect l="l" t="t" r="r" b="b"/>
                  <a:pathLst>
                    <a:path w="7176" h="4144" extrusionOk="0">
                      <a:moveTo>
                        <a:pt x="3584" y="1"/>
                      </a:moveTo>
                      <a:lnTo>
                        <a:pt x="1" y="2072"/>
                      </a:lnTo>
                      <a:lnTo>
                        <a:pt x="3584" y="4143"/>
                      </a:lnTo>
                      <a:lnTo>
                        <a:pt x="7176" y="2072"/>
                      </a:lnTo>
                      <a:lnTo>
                        <a:pt x="3584" y="1"/>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 name="Google Shape;375;p26"/>
                <p:cNvSpPr/>
                <p:nvPr/>
              </p:nvSpPr>
              <p:spPr>
                <a:xfrm>
                  <a:off x="3279850" y="2437825"/>
                  <a:ext cx="89625" cy="155175"/>
                </a:xfrm>
                <a:custGeom>
                  <a:avLst/>
                  <a:gdLst/>
                  <a:ahLst/>
                  <a:cxnLst/>
                  <a:rect l="l" t="t" r="r" b="b"/>
                  <a:pathLst>
                    <a:path w="3585" h="6207" extrusionOk="0">
                      <a:moveTo>
                        <a:pt x="1" y="0"/>
                      </a:moveTo>
                      <a:lnTo>
                        <a:pt x="1" y="4143"/>
                      </a:lnTo>
                      <a:lnTo>
                        <a:pt x="3584" y="6206"/>
                      </a:lnTo>
                      <a:lnTo>
                        <a:pt x="3584" y="2071"/>
                      </a:lnTo>
                      <a:lnTo>
                        <a:pt x="1"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 name="Google Shape;376;p26"/>
                <p:cNvSpPr/>
                <p:nvPr/>
              </p:nvSpPr>
              <p:spPr>
                <a:xfrm>
                  <a:off x="3369450" y="2437825"/>
                  <a:ext cx="89800" cy="155175"/>
                </a:xfrm>
                <a:custGeom>
                  <a:avLst/>
                  <a:gdLst/>
                  <a:ahLst/>
                  <a:cxnLst/>
                  <a:rect l="l" t="t" r="r" b="b"/>
                  <a:pathLst>
                    <a:path w="3592" h="6207" extrusionOk="0">
                      <a:moveTo>
                        <a:pt x="3592" y="0"/>
                      </a:moveTo>
                      <a:lnTo>
                        <a:pt x="0" y="2071"/>
                      </a:lnTo>
                      <a:lnTo>
                        <a:pt x="0" y="6206"/>
                      </a:lnTo>
                      <a:lnTo>
                        <a:pt x="3592" y="4143"/>
                      </a:lnTo>
                      <a:lnTo>
                        <a:pt x="3592" y="0"/>
                      </a:ln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 name="Google Shape;377;p26"/>
                <p:cNvSpPr/>
                <p:nvPr/>
              </p:nvSpPr>
              <p:spPr>
                <a:xfrm>
                  <a:off x="3420650" y="2467350"/>
                  <a:ext cx="179175" cy="103400"/>
                </a:xfrm>
                <a:custGeom>
                  <a:avLst/>
                  <a:gdLst/>
                  <a:ahLst/>
                  <a:cxnLst/>
                  <a:rect l="l" t="t" r="r" b="b"/>
                  <a:pathLst>
                    <a:path w="7167" h="4136" extrusionOk="0">
                      <a:moveTo>
                        <a:pt x="3583" y="1"/>
                      </a:moveTo>
                      <a:lnTo>
                        <a:pt x="0" y="2064"/>
                      </a:lnTo>
                      <a:lnTo>
                        <a:pt x="3583" y="4135"/>
                      </a:lnTo>
                      <a:lnTo>
                        <a:pt x="7167" y="2064"/>
                      </a:lnTo>
                      <a:lnTo>
                        <a:pt x="3583" y="1"/>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 name="Google Shape;378;p26"/>
                <p:cNvSpPr/>
                <p:nvPr/>
              </p:nvSpPr>
              <p:spPr>
                <a:xfrm>
                  <a:off x="3420650" y="2518925"/>
                  <a:ext cx="89600" cy="155375"/>
                </a:xfrm>
                <a:custGeom>
                  <a:avLst/>
                  <a:gdLst/>
                  <a:ahLst/>
                  <a:cxnLst/>
                  <a:rect l="l" t="t" r="r" b="b"/>
                  <a:pathLst>
                    <a:path w="3584" h="6215" extrusionOk="0">
                      <a:moveTo>
                        <a:pt x="0" y="1"/>
                      </a:moveTo>
                      <a:lnTo>
                        <a:pt x="0" y="4143"/>
                      </a:lnTo>
                      <a:lnTo>
                        <a:pt x="3583" y="6215"/>
                      </a:lnTo>
                      <a:lnTo>
                        <a:pt x="3583" y="2072"/>
                      </a:lnTo>
                      <a:lnTo>
                        <a:pt x="0"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26"/>
                <p:cNvSpPr/>
                <p:nvPr/>
              </p:nvSpPr>
              <p:spPr>
                <a:xfrm>
                  <a:off x="3510225" y="2518925"/>
                  <a:ext cx="89600" cy="155375"/>
                </a:xfrm>
                <a:custGeom>
                  <a:avLst/>
                  <a:gdLst/>
                  <a:ahLst/>
                  <a:cxnLst/>
                  <a:rect l="l" t="t" r="r" b="b"/>
                  <a:pathLst>
                    <a:path w="3584" h="6215" extrusionOk="0">
                      <a:moveTo>
                        <a:pt x="3584" y="1"/>
                      </a:moveTo>
                      <a:lnTo>
                        <a:pt x="0" y="2072"/>
                      </a:lnTo>
                      <a:lnTo>
                        <a:pt x="0" y="6215"/>
                      </a:lnTo>
                      <a:lnTo>
                        <a:pt x="3584" y="4143"/>
                      </a:lnTo>
                      <a:lnTo>
                        <a:pt x="3584" y="1"/>
                      </a:ln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26"/>
                <p:cNvSpPr/>
                <p:nvPr/>
              </p:nvSpPr>
              <p:spPr>
                <a:xfrm>
                  <a:off x="3561225" y="2548475"/>
                  <a:ext cx="179175" cy="103575"/>
                </a:xfrm>
                <a:custGeom>
                  <a:avLst/>
                  <a:gdLst/>
                  <a:ahLst/>
                  <a:cxnLst/>
                  <a:rect l="l" t="t" r="r" b="b"/>
                  <a:pathLst>
                    <a:path w="7167" h="4143" extrusionOk="0">
                      <a:moveTo>
                        <a:pt x="3584" y="0"/>
                      </a:moveTo>
                      <a:lnTo>
                        <a:pt x="0" y="2072"/>
                      </a:lnTo>
                      <a:lnTo>
                        <a:pt x="3584" y="4143"/>
                      </a:lnTo>
                      <a:lnTo>
                        <a:pt x="7167" y="2072"/>
                      </a:lnTo>
                      <a:lnTo>
                        <a:pt x="3584" y="0"/>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26"/>
                <p:cNvSpPr/>
                <p:nvPr/>
              </p:nvSpPr>
              <p:spPr>
                <a:xfrm>
                  <a:off x="3561225" y="2600250"/>
                  <a:ext cx="89600" cy="155175"/>
                </a:xfrm>
                <a:custGeom>
                  <a:avLst/>
                  <a:gdLst/>
                  <a:ahLst/>
                  <a:cxnLst/>
                  <a:rect l="l" t="t" r="r" b="b"/>
                  <a:pathLst>
                    <a:path w="3584" h="6207" extrusionOk="0">
                      <a:moveTo>
                        <a:pt x="0" y="1"/>
                      </a:moveTo>
                      <a:lnTo>
                        <a:pt x="0" y="4135"/>
                      </a:lnTo>
                      <a:lnTo>
                        <a:pt x="3584" y="6207"/>
                      </a:lnTo>
                      <a:lnTo>
                        <a:pt x="3584" y="2072"/>
                      </a:lnTo>
                      <a:lnTo>
                        <a:pt x="0"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26"/>
                <p:cNvSpPr/>
                <p:nvPr/>
              </p:nvSpPr>
              <p:spPr>
                <a:xfrm>
                  <a:off x="3650800" y="2600250"/>
                  <a:ext cx="89600" cy="155175"/>
                </a:xfrm>
                <a:custGeom>
                  <a:avLst/>
                  <a:gdLst/>
                  <a:ahLst/>
                  <a:cxnLst/>
                  <a:rect l="l" t="t" r="r" b="b"/>
                  <a:pathLst>
                    <a:path w="3584" h="6207" extrusionOk="0">
                      <a:moveTo>
                        <a:pt x="3584" y="1"/>
                      </a:moveTo>
                      <a:lnTo>
                        <a:pt x="1" y="2072"/>
                      </a:lnTo>
                      <a:lnTo>
                        <a:pt x="1" y="6207"/>
                      </a:lnTo>
                      <a:lnTo>
                        <a:pt x="3584" y="4135"/>
                      </a:lnTo>
                      <a:lnTo>
                        <a:pt x="3584" y="1"/>
                      </a:ln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26"/>
                <p:cNvSpPr/>
                <p:nvPr/>
              </p:nvSpPr>
              <p:spPr>
                <a:xfrm>
                  <a:off x="3139275" y="2792025"/>
                  <a:ext cx="179200" cy="103575"/>
                </a:xfrm>
                <a:custGeom>
                  <a:avLst/>
                  <a:gdLst/>
                  <a:ahLst/>
                  <a:cxnLst/>
                  <a:rect l="l" t="t" r="r" b="b"/>
                  <a:pathLst>
                    <a:path w="7168" h="4143" extrusionOk="0">
                      <a:moveTo>
                        <a:pt x="3584" y="0"/>
                      </a:moveTo>
                      <a:lnTo>
                        <a:pt x="1" y="2072"/>
                      </a:lnTo>
                      <a:lnTo>
                        <a:pt x="3584" y="4143"/>
                      </a:lnTo>
                      <a:lnTo>
                        <a:pt x="7168" y="2072"/>
                      </a:lnTo>
                      <a:lnTo>
                        <a:pt x="3584" y="0"/>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 name="Google Shape;384;p26"/>
                <p:cNvSpPr/>
                <p:nvPr/>
              </p:nvSpPr>
              <p:spPr>
                <a:xfrm>
                  <a:off x="3139275" y="2843800"/>
                  <a:ext cx="89625" cy="155375"/>
                </a:xfrm>
                <a:custGeom>
                  <a:avLst/>
                  <a:gdLst/>
                  <a:ahLst/>
                  <a:cxnLst/>
                  <a:rect l="l" t="t" r="r" b="b"/>
                  <a:pathLst>
                    <a:path w="3585" h="6215" extrusionOk="0">
                      <a:moveTo>
                        <a:pt x="1" y="1"/>
                      </a:moveTo>
                      <a:lnTo>
                        <a:pt x="1" y="4143"/>
                      </a:lnTo>
                      <a:lnTo>
                        <a:pt x="3584" y="6214"/>
                      </a:lnTo>
                      <a:lnTo>
                        <a:pt x="3584" y="2072"/>
                      </a:lnTo>
                      <a:lnTo>
                        <a:pt x="1"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 name="Google Shape;385;p26"/>
                <p:cNvSpPr/>
                <p:nvPr/>
              </p:nvSpPr>
              <p:spPr>
                <a:xfrm>
                  <a:off x="3228875" y="2843800"/>
                  <a:ext cx="89600" cy="155375"/>
                </a:xfrm>
                <a:custGeom>
                  <a:avLst/>
                  <a:gdLst/>
                  <a:ahLst/>
                  <a:cxnLst/>
                  <a:rect l="l" t="t" r="r" b="b"/>
                  <a:pathLst>
                    <a:path w="3584" h="6215" extrusionOk="0">
                      <a:moveTo>
                        <a:pt x="3584" y="1"/>
                      </a:moveTo>
                      <a:lnTo>
                        <a:pt x="0" y="2072"/>
                      </a:lnTo>
                      <a:lnTo>
                        <a:pt x="0" y="6214"/>
                      </a:lnTo>
                      <a:lnTo>
                        <a:pt x="3584" y="4143"/>
                      </a:lnTo>
                      <a:lnTo>
                        <a:pt x="3584" y="1"/>
                      </a:ln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 name="Google Shape;386;p26"/>
                <p:cNvSpPr/>
                <p:nvPr/>
              </p:nvSpPr>
              <p:spPr>
                <a:xfrm>
                  <a:off x="3279850" y="2873325"/>
                  <a:ext cx="179400" cy="103400"/>
                </a:xfrm>
                <a:custGeom>
                  <a:avLst/>
                  <a:gdLst/>
                  <a:ahLst/>
                  <a:cxnLst/>
                  <a:rect l="l" t="t" r="r" b="b"/>
                  <a:pathLst>
                    <a:path w="7176" h="4136" extrusionOk="0">
                      <a:moveTo>
                        <a:pt x="3584" y="1"/>
                      </a:moveTo>
                      <a:lnTo>
                        <a:pt x="1" y="2072"/>
                      </a:lnTo>
                      <a:lnTo>
                        <a:pt x="3584" y="4136"/>
                      </a:lnTo>
                      <a:lnTo>
                        <a:pt x="7176" y="2072"/>
                      </a:lnTo>
                      <a:lnTo>
                        <a:pt x="3584" y="1"/>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 name="Google Shape;387;p26"/>
                <p:cNvSpPr/>
                <p:nvPr/>
              </p:nvSpPr>
              <p:spPr>
                <a:xfrm>
                  <a:off x="3279850" y="2925125"/>
                  <a:ext cx="89625" cy="155175"/>
                </a:xfrm>
                <a:custGeom>
                  <a:avLst/>
                  <a:gdLst/>
                  <a:ahLst/>
                  <a:cxnLst/>
                  <a:rect l="l" t="t" r="r" b="b"/>
                  <a:pathLst>
                    <a:path w="3585" h="6207" extrusionOk="0">
                      <a:moveTo>
                        <a:pt x="1" y="0"/>
                      </a:moveTo>
                      <a:lnTo>
                        <a:pt x="1" y="4135"/>
                      </a:lnTo>
                      <a:lnTo>
                        <a:pt x="3584" y="6206"/>
                      </a:lnTo>
                      <a:lnTo>
                        <a:pt x="3584" y="2064"/>
                      </a:lnTo>
                      <a:lnTo>
                        <a:pt x="1"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 name="Google Shape;388;p26"/>
                <p:cNvSpPr/>
                <p:nvPr/>
              </p:nvSpPr>
              <p:spPr>
                <a:xfrm>
                  <a:off x="3369450" y="2925125"/>
                  <a:ext cx="89800" cy="155175"/>
                </a:xfrm>
                <a:custGeom>
                  <a:avLst/>
                  <a:gdLst/>
                  <a:ahLst/>
                  <a:cxnLst/>
                  <a:rect l="l" t="t" r="r" b="b"/>
                  <a:pathLst>
                    <a:path w="3592" h="6207" extrusionOk="0">
                      <a:moveTo>
                        <a:pt x="3592" y="0"/>
                      </a:moveTo>
                      <a:lnTo>
                        <a:pt x="0" y="2064"/>
                      </a:lnTo>
                      <a:lnTo>
                        <a:pt x="0" y="6206"/>
                      </a:lnTo>
                      <a:lnTo>
                        <a:pt x="3592" y="4135"/>
                      </a:lnTo>
                      <a:lnTo>
                        <a:pt x="3592" y="0"/>
                      </a:ln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 name="Google Shape;389;p26"/>
                <p:cNvSpPr/>
                <p:nvPr/>
              </p:nvSpPr>
              <p:spPr>
                <a:xfrm>
                  <a:off x="3420650" y="2954450"/>
                  <a:ext cx="179175" cy="103600"/>
                </a:xfrm>
                <a:custGeom>
                  <a:avLst/>
                  <a:gdLst/>
                  <a:ahLst/>
                  <a:cxnLst/>
                  <a:rect l="l" t="t" r="r" b="b"/>
                  <a:pathLst>
                    <a:path w="7167" h="4144" extrusionOk="0">
                      <a:moveTo>
                        <a:pt x="3583" y="1"/>
                      </a:moveTo>
                      <a:lnTo>
                        <a:pt x="0" y="2072"/>
                      </a:lnTo>
                      <a:lnTo>
                        <a:pt x="3583" y="4143"/>
                      </a:lnTo>
                      <a:lnTo>
                        <a:pt x="7167" y="2072"/>
                      </a:lnTo>
                      <a:lnTo>
                        <a:pt x="3583" y="1"/>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 name="Google Shape;390;p26"/>
                <p:cNvSpPr/>
                <p:nvPr/>
              </p:nvSpPr>
              <p:spPr>
                <a:xfrm>
                  <a:off x="3420650" y="3006250"/>
                  <a:ext cx="89600" cy="155150"/>
                </a:xfrm>
                <a:custGeom>
                  <a:avLst/>
                  <a:gdLst/>
                  <a:ahLst/>
                  <a:cxnLst/>
                  <a:rect l="l" t="t" r="r" b="b"/>
                  <a:pathLst>
                    <a:path w="3584" h="6206" extrusionOk="0">
                      <a:moveTo>
                        <a:pt x="0" y="0"/>
                      </a:moveTo>
                      <a:lnTo>
                        <a:pt x="0" y="4143"/>
                      </a:lnTo>
                      <a:lnTo>
                        <a:pt x="3583" y="6206"/>
                      </a:lnTo>
                      <a:lnTo>
                        <a:pt x="3583" y="2071"/>
                      </a:lnTo>
                      <a:lnTo>
                        <a:pt x="0"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26"/>
                <p:cNvSpPr/>
                <p:nvPr/>
              </p:nvSpPr>
              <p:spPr>
                <a:xfrm>
                  <a:off x="3510225" y="3006250"/>
                  <a:ext cx="89600" cy="155150"/>
                </a:xfrm>
                <a:custGeom>
                  <a:avLst/>
                  <a:gdLst/>
                  <a:ahLst/>
                  <a:cxnLst/>
                  <a:rect l="l" t="t" r="r" b="b"/>
                  <a:pathLst>
                    <a:path w="3584" h="6206" extrusionOk="0">
                      <a:moveTo>
                        <a:pt x="3584" y="0"/>
                      </a:moveTo>
                      <a:lnTo>
                        <a:pt x="0" y="2071"/>
                      </a:lnTo>
                      <a:lnTo>
                        <a:pt x="0" y="6206"/>
                      </a:lnTo>
                      <a:lnTo>
                        <a:pt x="3584" y="4143"/>
                      </a:lnTo>
                      <a:lnTo>
                        <a:pt x="3584" y="0"/>
                      </a:ln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26"/>
                <p:cNvSpPr/>
                <p:nvPr/>
              </p:nvSpPr>
              <p:spPr>
                <a:xfrm>
                  <a:off x="3139275" y="2629600"/>
                  <a:ext cx="179200" cy="103575"/>
                </a:xfrm>
                <a:custGeom>
                  <a:avLst/>
                  <a:gdLst/>
                  <a:ahLst/>
                  <a:cxnLst/>
                  <a:rect l="l" t="t" r="r" b="b"/>
                  <a:pathLst>
                    <a:path w="7168" h="4143" extrusionOk="0">
                      <a:moveTo>
                        <a:pt x="3584" y="0"/>
                      </a:moveTo>
                      <a:lnTo>
                        <a:pt x="1" y="2071"/>
                      </a:lnTo>
                      <a:lnTo>
                        <a:pt x="3584" y="4143"/>
                      </a:lnTo>
                      <a:lnTo>
                        <a:pt x="7168" y="2071"/>
                      </a:lnTo>
                      <a:lnTo>
                        <a:pt x="3584" y="0"/>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26"/>
                <p:cNvSpPr/>
                <p:nvPr/>
              </p:nvSpPr>
              <p:spPr>
                <a:xfrm>
                  <a:off x="3139275" y="2681375"/>
                  <a:ext cx="89625" cy="155375"/>
                </a:xfrm>
                <a:custGeom>
                  <a:avLst/>
                  <a:gdLst/>
                  <a:ahLst/>
                  <a:cxnLst/>
                  <a:rect l="l" t="t" r="r" b="b"/>
                  <a:pathLst>
                    <a:path w="3585" h="6215" extrusionOk="0">
                      <a:moveTo>
                        <a:pt x="1" y="0"/>
                      </a:moveTo>
                      <a:lnTo>
                        <a:pt x="1" y="4143"/>
                      </a:lnTo>
                      <a:lnTo>
                        <a:pt x="3584" y="6214"/>
                      </a:lnTo>
                      <a:lnTo>
                        <a:pt x="3584" y="2072"/>
                      </a:lnTo>
                      <a:lnTo>
                        <a:pt x="1"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26"/>
                <p:cNvSpPr/>
                <p:nvPr/>
              </p:nvSpPr>
              <p:spPr>
                <a:xfrm>
                  <a:off x="3228875" y="2681375"/>
                  <a:ext cx="89600" cy="155375"/>
                </a:xfrm>
                <a:custGeom>
                  <a:avLst/>
                  <a:gdLst/>
                  <a:ahLst/>
                  <a:cxnLst/>
                  <a:rect l="l" t="t" r="r" b="b"/>
                  <a:pathLst>
                    <a:path w="3584" h="6215" extrusionOk="0">
                      <a:moveTo>
                        <a:pt x="3584" y="0"/>
                      </a:moveTo>
                      <a:lnTo>
                        <a:pt x="0" y="2072"/>
                      </a:lnTo>
                      <a:lnTo>
                        <a:pt x="0" y="6214"/>
                      </a:lnTo>
                      <a:lnTo>
                        <a:pt x="3584" y="4143"/>
                      </a:lnTo>
                      <a:lnTo>
                        <a:pt x="3584" y="0"/>
                      </a:ln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26"/>
                <p:cNvSpPr/>
                <p:nvPr/>
              </p:nvSpPr>
              <p:spPr>
                <a:xfrm>
                  <a:off x="3279850" y="2710900"/>
                  <a:ext cx="179400" cy="103600"/>
                </a:xfrm>
                <a:custGeom>
                  <a:avLst/>
                  <a:gdLst/>
                  <a:ahLst/>
                  <a:cxnLst/>
                  <a:rect l="l" t="t" r="r" b="b"/>
                  <a:pathLst>
                    <a:path w="7176" h="4144" extrusionOk="0">
                      <a:moveTo>
                        <a:pt x="3584" y="1"/>
                      </a:moveTo>
                      <a:lnTo>
                        <a:pt x="1" y="2072"/>
                      </a:lnTo>
                      <a:lnTo>
                        <a:pt x="3584" y="4143"/>
                      </a:lnTo>
                      <a:lnTo>
                        <a:pt x="7176" y="2072"/>
                      </a:lnTo>
                      <a:lnTo>
                        <a:pt x="3584" y="1"/>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 name="Google Shape;396;p26"/>
                <p:cNvSpPr/>
                <p:nvPr/>
              </p:nvSpPr>
              <p:spPr>
                <a:xfrm>
                  <a:off x="3279850" y="2762675"/>
                  <a:ext cx="89625" cy="155175"/>
                </a:xfrm>
                <a:custGeom>
                  <a:avLst/>
                  <a:gdLst/>
                  <a:ahLst/>
                  <a:cxnLst/>
                  <a:rect l="l" t="t" r="r" b="b"/>
                  <a:pathLst>
                    <a:path w="3585" h="6207" extrusionOk="0">
                      <a:moveTo>
                        <a:pt x="1" y="1"/>
                      </a:moveTo>
                      <a:lnTo>
                        <a:pt x="1" y="4136"/>
                      </a:lnTo>
                      <a:lnTo>
                        <a:pt x="3584" y="6207"/>
                      </a:lnTo>
                      <a:lnTo>
                        <a:pt x="3584" y="2072"/>
                      </a:lnTo>
                      <a:lnTo>
                        <a:pt x="1"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 name="Google Shape;397;p26"/>
                <p:cNvSpPr/>
                <p:nvPr/>
              </p:nvSpPr>
              <p:spPr>
                <a:xfrm>
                  <a:off x="3369450" y="2762675"/>
                  <a:ext cx="89800" cy="155175"/>
                </a:xfrm>
                <a:custGeom>
                  <a:avLst/>
                  <a:gdLst/>
                  <a:ahLst/>
                  <a:cxnLst/>
                  <a:rect l="l" t="t" r="r" b="b"/>
                  <a:pathLst>
                    <a:path w="3592" h="6207" extrusionOk="0">
                      <a:moveTo>
                        <a:pt x="3592" y="1"/>
                      </a:moveTo>
                      <a:lnTo>
                        <a:pt x="0" y="2072"/>
                      </a:lnTo>
                      <a:lnTo>
                        <a:pt x="0" y="6207"/>
                      </a:lnTo>
                      <a:lnTo>
                        <a:pt x="3592" y="4136"/>
                      </a:lnTo>
                      <a:lnTo>
                        <a:pt x="3592" y="1"/>
                      </a:ln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 name="Google Shape;398;p26"/>
                <p:cNvSpPr/>
                <p:nvPr/>
              </p:nvSpPr>
              <p:spPr>
                <a:xfrm>
                  <a:off x="3420650" y="2792025"/>
                  <a:ext cx="179175" cy="103575"/>
                </a:xfrm>
                <a:custGeom>
                  <a:avLst/>
                  <a:gdLst/>
                  <a:ahLst/>
                  <a:cxnLst/>
                  <a:rect l="l" t="t" r="r" b="b"/>
                  <a:pathLst>
                    <a:path w="7167" h="4143" extrusionOk="0">
                      <a:moveTo>
                        <a:pt x="3583" y="0"/>
                      </a:moveTo>
                      <a:lnTo>
                        <a:pt x="0" y="2072"/>
                      </a:lnTo>
                      <a:lnTo>
                        <a:pt x="3583" y="4143"/>
                      </a:lnTo>
                      <a:lnTo>
                        <a:pt x="7167" y="2072"/>
                      </a:lnTo>
                      <a:lnTo>
                        <a:pt x="3583" y="0"/>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 name="Google Shape;399;p26"/>
                <p:cNvSpPr/>
                <p:nvPr/>
              </p:nvSpPr>
              <p:spPr>
                <a:xfrm>
                  <a:off x="3420650" y="2843800"/>
                  <a:ext cx="89600" cy="155375"/>
                </a:xfrm>
                <a:custGeom>
                  <a:avLst/>
                  <a:gdLst/>
                  <a:ahLst/>
                  <a:cxnLst/>
                  <a:rect l="l" t="t" r="r" b="b"/>
                  <a:pathLst>
                    <a:path w="3584" h="6215" extrusionOk="0">
                      <a:moveTo>
                        <a:pt x="0" y="1"/>
                      </a:moveTo>
                      <a:lnTo>
                        <a:pt x="0" y="4143"/>
                      </a:lnTo>
                      <a:lnTo>
                        <a:pt x="3583" y="6214"/>
                      </a:lnTo>
                      <a:lnTo>
                        <a:pt x="3583" y="2072"/>
                      </a:lnTo>
                      <a:lnTo>
                        <a:pt x="0"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 name="Google Shape;400;p26"/>
                <p:cNvSpPr/>
                <p:nvPr/>
              </p:nvSpPr>
              <p:spPr>
                <a:xfrm>
                  <a:off x="3510225" y="2843800"/>
                  <a:ext cx="89600" cy="155375"/>
                </a:xfrm>
                <a:custGeom>
                  <a:avLst/>
                  <a:gdLst/>
                  <a:ahLst/>
                  <a:cxnLst/>
                  <a:rect l="l" t="t" r="r" b="b"/>
                  <a:pathLst>
                    <a:path w="3584" h="6215" extrusionOk="0">
                      <a:moveTo>
                        <a:pt x="3584" y="1"/>
                      </a:moveTo>
                      <a:lnTo>
                        <a:pt x="0" y="2072"/>
                      </a:lnTo>
                      <a:lnTo>
                        <a:pt x="0" y="6214"/>
                      </a:lnTo>
                      <a:lnTo>
                        <a:pt x="3584" y="4143"/>
                      </a:lnTo>
                      <a:lnTo>
                        <a:pt x="3584" y="1"/>
                      </a:ln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 name="Google Shape;401;p26"/>
                <p:cNvSpPr/>
                <p:nvPr/>
              </p:nvSpPr>
              <p:spPr>
                <a:xfrm>
                  <a:off x="3139275" y="2467350"/>
                  <a:ext cx="179200" cy="103400"/>
                </a:xfrm>
                <a:custGeom>
                  <a:avLst/>
                  <a:gdLst/>
                  <a:ahLst/>
                  <a:cxnLst/>
                  <a:rect l="l" t="t" r="r" b="b"/>
                  <a:pathLst>
                    <a:path w="7168" h="4136" extrusionOk="0">
                      <a:moveTo>
                        <a:pt x="3584" y="1"/>
                      </a:moveTo>
                      <a:lnTo>
                        <a:pt x="1" y="2064"/>
                      </a:lnTo>
                      <a:lnTo>
                        <a:pt x="3584" y="4135"/>
                      </a:lnTo>
                      <a:lnTo>
                        <a:pt x="7168" y="2064"/>
                      </a:lnTo>
                      <a:lnTo>
                        <a:pt x="3584" y="1"/>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 name="Google Shape;402;p26"/>
                <p:cNvSpPr/>
                <p:nvPr/>
              </p:nvSpPr>
              <p:spPr>
                <a:xfrm>
                  <a:off x="3139275" y="2518925"/>
                  <a:ext cx="89625" cy="155375"/>
                </a:xfrm>
                <a:custGeom>
                  <a:avLst/>
                  <a:gdLst/>
                  <a:ahLst/>
                  <a:cxnLst/>
                  <a:rect l="l" t="t" r="r" b="b"/>
                  <a:pathLst>
                    <a:path w="3585" h="6215" extrusionOk="0">
                      <a:moveTo>
                        <a:pt x="1" y="1"/>
                      </a:moveTo>
                      <a:lnTo>
                        <a:pt x="1" y="4143"/>
                      </a:lnTo>
                      <a:lnTo>
                        <a:pt x="3584" y="6215"/>
                      </a:lnTo>
                      <a:lnTo>
                        <a:pt x="3584" y="2072"/>
                      </a:lnTo>
                      <a:lnTo>
                        <a:pt x="1"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 name="Google Shape;403;p26"/>
                <p:cNvSpPr/>
                <p:nvPr/>
              </p:nvSpPr>
              <p:spPr>
                <a:xfrm>
                  <a:off x="3228875" y="2518925"/>
                  <a:ext cx="89600" cy="155375"/>
                </a:xfrm>
                <a:custGeom>
                  <a:avLst/>
                  <a:gdLst/>
                  <a:ahLst/>
                  <a:cxnLst/>
                  <a:rect l="l" t="t" r="r" b="b"/>
                  <a:pathLst>
                    <a:path w="3584" h="6215" extrusionOk="0">
                      <a:moveTo>
                        <a:pt x="3584" y="1"/>
                      </a:moveTo>
                      <a:lnTo>
                        <a:pt x="0" y="2072"/>
                      </a:lnTo>
                      <a:lnTo>
                        <a:pt x="0" y="6215"/>
                      </a:lnTo>
                      <a:lnTo>
                        <a:pt x="3584" y="4143"/>
                      </a:lnTo>
                      <a:lnTo>
                        <a:pt x="3584" y="1"/>
                      </a:ln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 name="Google Shape;404;p26"/>
                <p:cNvSpPr/>
                <p:nvPr/>
              </p:nvSpPr>
              <p:spPr>
                <a:xfrm>
                  <a:off x="3279850" y="2548475"/>
                  <a:ext cx="179400" cy="103575"/>
                </a:xfrm>
                <a:custGeom>
                  <a:avLst/>
                  <a:gdLst/>
                  <a:ahLst/>
                  <a:cxnLst/>
                  <a:rect l="l" t="t" r="r" b="b"/>
                  <a:pathLst>
                    <a:path w="7176" h="4143" extrusionOk="0">
                      <a:moveTo>
                        <a:pt x="3584" y="0"/>
                      </a:moveTo>
                      <a:lnTo>
                        <a:pt x="1" y="2072"/>
                      </a:lnTo>
                      <a:lnTo>
                        <a:pt x="3584" y="4143"/>
                      </a:lnTo>
                      <a:lnTo>
                        <a:pt x="7176" y="2072"/>
                      </a:lnTo>
                      <a:lnTo>
                        <a:pt x="3584" y="0"/>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 name="Google Shape;405;p26"/>
                <p:cNvSpPr/>
                <p:nvPr/>
              </p:nvSpPr>
              <p:spPr>
                <a:xfrm>
                  <a:off x="3279850" y="2600250"/>
                  <a:ext cx="89625" cy="155175"/>
                </a:xfrm>
                <a:custGeom>
                  <a:avLst/>
                  <a:gdLst/>
                  <a:ahLst/>
                  <a:cxnLst/>
                  <a:rect l="l" t="t" r="r" b="b"/>
                  <a:pathLst>
                    <a:path w="3585" h="6207" extrusionOk="0">
                      <a:moveTo>
                        <a:pt x="1" y="1"/>
                      </a:moveTo>
                      <a:lnTo>
                        <a:pt x="1" y="4135"/>
                      </a:lnTo>
                      <a:lnTo>
                        <a:pt x="3584" y="6207"/>
                      </a:lnTo>
                      <a:lnTo>
                        <a:pt x="3584" y="2072"/>
                      </a:lnTo>
                      <a:lnTo>
                        <a:pt x="1"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 name="Google Shape;406;p26"/>
                <p:cNvSpPr/>
                <p:nvPr/>
              </p:nvSpPr>
              <p:spPr>
                <a:xfrm>
                  <a:off x="3369450" y="2600250"/>
                  <a:ext cx="89800" cy="155175"/>
                </a:xfrm>
                <a:custGeom>
                  <a:avLst/>
                  <a:gdLst/>
                  <a:ahLst/>
                  <a:cxnLst/>
                  <a:rect l="l" t="t" r="r" b="b"/>
                  <a:pathLst>
                    <a:path w="3592" h="6207" extrusionOk="0">
                      <a:moveTo>
                        <a:pt x="3592" y="1"/>
                      </a:moveTo>
                      <a:lnTo>
                        <a:pt x="0" y="2072"/>
                      </a:lnTo>
                      <a:lnTo>
                        <a:pt x="0" y="6207"/>
                      </a:lnTo>
                      <a:lnTo>
                        <a:pt x="3592" y="4135"/>
                      </a:lnTo>
                      <a:lnTo>
                        <a:pt x="3592" y="1"/>
                      </a:ln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 name="Google Shape;407;p26"/>
                <p:cNvSpPr/>
                <p:nvPr/>
              </p:nvSpPr>
              <p:spPr>
                <a:xfrm>
                  <a:off x="3420650" y="2629600"/>
                  <a:ext cx="179175" cy="103575"/>
                </a:xfrm>
                <a:custGeom>
                  <a:avLst/>
                  <a:gdLst/>
                  <a:ahLst/>
                  <a:cxnLst/>
                  <a:rect l="l" t="t" r="r" b="b"/>
                  <a:pathLst>
                    <a:path w="7167" h="4143" extrusionOk="0">
                      <a:moveTo>
                        <a:pt x="3583" y="0"/>
                      </a:moveTo>
                      <a:lnTo>
                        <a:pt x="0" y="2071"/>
                      </a:lnTo>
                      <a:lnTo>
                        <a:pt x="3583" y="4143"/>
                      </a:lnTo>
                      <a:lnTo>
                        <a:pt x="7167" y="2071"/>
                      </a:lnTo>
                      <a:lnTo>
                        <a:pt x="3583" y="0"/>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 name="Google Shape;408;p26"/>
                <p:cNvSpPr/>
                <p:nvPr/>
              </p:nvSpPr>
              <p:spPr>
                <a:xfrm>
                  <a:off x="3420650" y="2681375"/>
                  <a:ext cx="89600" cy="155375"/>
                </a:xfrm>
                <a:custGeom>
                  <a:avLst/>
                  <a:gdLst/>
                  <a:ahLst/>
                  <a:cxnLst/>
                  <a:rect l="l" t="t" r="r" b="b"/>
                  <a:pathLst>
                    <a:path w="3584" h="6215" extrusionOk="0">
                      <a:moveTo>
                        <a:pt x="0" y="0"/>
                      </a:moveTo>
                      <a:lnTo>
                        <a:pt x="0" y="4143"/>
                      </a:lnTo>
                      <a:lnTo>
                        <a:pt x="3583" y="6214"/>
                      </a:lnTo>
                      <a:lnTo>
                        <a:pt x="3583" y="2072"/>
                      </a:lnTo>
                      <a:lnTo>
                        <a:pt x="0"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 name="Google Shape;409;p26"/>
                <p:cNvSpPr/>
                <p:nvPr/>
              </p:nvSpPr>
              <p:spPr>
                <a:xfrm>
                  <a:off x="3510225" y="2681375"/>
                  <a:ext cx="89600" cy="155375"/>
                </a:xfrm>
                <a:custGeom>
                  <a:avLst/>
                  <a:gdLst/>
                  <a:ahLst/>
                  <a:cxnLst/>
                  <a:rect l="l" t="t" r="r" b="b"/>
                  <a:pathLst>
                    <a:path w="3584" h="6215" extrusionOk="0">
                      <a:moveTo>
                        <a:pt x="3584" y="0"/>
                      </a:moveTo>
                      <a:lnTo>
                        <a:pt x="0" y="2072"/>
                      </a:lnTo>
                      <a:lnTo>
                        <a:pt x="0" y="6214"/>
                      </a:lnTo>
                      <a:lnTo>
                        <a:pt x="3584" y="4143"/>
                      </a:lnTo>
                      <a:lnTo>
                        <a:pt x="3584" y="0"/>
                      </a:ln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410" name="Google Shape;410;p26"/>
              <p:cNvCxnSpPr/>
              <p:nvPr/>
            </p:nvCxnSpPr>
            <p:spPr>
              <a:xfrm flipH="1">
                <a:off x="2195705" y="3927670"/>
                <a:ext cx="3041400" cy="1753800"/>
              </a:xfrm>
              <a:prstGeom prst="straightConnector1">
                <a:avLst/>
              </a:prstGeom>
              <a:noFill/>
              <a:ln w="19050" cap="flat" cmpd="sng">
                <a:solidFill>
                  <a:schemeClr val="accent4"/>
                </a:solidFill>
                <a:prstDash val="solid"/>
                <a:round/>
                <a:headEnd type="none" w="med" len="med"/>
                <a:tailEnd type="none" w="med" len="med"/>
              </a:ln>
            </p:spPr>
          </p:cxnSp>
          <p:cxnSp>
            <p:nvCxnSpPr>
              <p:cNvPr id="411" name="Google Shape;411;p26"/>
              <p:cNvCxnSpPr/>
              <p:nvPr/>
            </p:nvCxnSpPr>
            <p:spPr>
              <a:xfrm rot="10800000">
                <a:off x="1870580" y="4392892"/>
                <a:ext cx="1300200" cy="750600"/>
              </a:xfrm>
              <a:prstGeom prst="straightConnector1">
                <a:avLst/>
              </a:prstGeom>
              <a:noFill/>
              <a:ln w="19050" cap="flat" cmpd="sng">
                <a:solidFill>
                  <a:schemeClr val="accent4"/>
                </a:solidFill>
                <a:prstDash val="solid"/>
                <a:round/>
                <a:headEnd type="none" w="med" len="med"/>
                <a:tailEnd type="none" w="med" len="med"/>
              </a:ln>
            </p:spPr>
          </p:cxnSp>
          <p:cxnSp>
            <p:nvCxnSpPr>
              <p:cNvPr id="412" name="Google Shape;412;p26"/>
              <p:cNvCxnSpPr/>
              <p:nvPr/>
            </p:nvCxnSpPr>
            <p:spPr>
              <a:xfrm rot="10800000">
                <a:off x="-178683" y="4020929"/>
                <a:ext cx="3210600" cy="1833600"/>
              </a:xfrm>
              <a:prstGeom prst="straightConnector1">
                <a:avLst/>
              </a:prstGeom>
              <a:noFill/>
              <a:ln w="19050" cap="flat" cmpd="sng">
                <a:solidFill>
                  <a:schemeClr val="accent4"/>
                </a:solidFill>
                <a:prstDash val="solid"/>
                <a:round/>
                <a:headEnd type="none" w="med" len="med"/>
                <a:tailEnd type="none" w="med" len="med"/>
              </a:ln>
            </p:spPr>
          </p:cxnSp>
          <p:cxnSp>
            <p:nvCxnSpPr>
              <p:cNvPr id="413" name="Google Shape;413;p26"/>
              <p:cNvCxnSpPr/>
              <p:nvPr/>
            </p:nvCxnSpPr>
            <p:spPr>
              <a:xfrm rot="10800000">
                <a:off x="-81484" y="4200692"/>
                <a:ext cx="3210600" cy="1833600"/>
              </a:xfrm>
              <a:prstGeom prst="straightConnector1">
                <a:avLst/>
              </a:prstGeom>
              <a:noFill/>
              <a:ln w="19050" cap="flat" cmpd="sng">
                <a:solidFill>
                  <a:schemeClr val="accent4"/>
                </a:solidFill>
                <a:prstDash val="solid"/>
                <a:round/>
                <a:headEnd type="none" w="med" len="med"/>
                <a:tailEnd type="none" w="med" len="med"/>
              </a:ln>
            </p:spPr>
          </p:cxnSp>
          <p:cxnSp>
            <p:nvCxnSpPr>
              <p:cNvPr id="414" name="Google Shape;414;p26"/>
              <p:cNvCxnSpPr/>
              <p:nvPr/>
            </p:nvCxnSpPr>
            <p:spPr>
              <a:xfrm rot="10800000">
                <a:off x="-39831" y="4346925"/>
                <a:ext cx="3210600" cy="1833600"/>
              </a:xfrm>
              <a:prstGeom prst="straightConnector1">
                <a:avLst/>
              </a:prstGeom>
              <a:noFill/>
              <a:ln w="19050" cap="flat" cmpd="sng">
                <a:solidFill>
                  <a:schemeClr val="accent4"/>
                </a:solidFill>
                <a:prstDash val="solid"/>
                <a:round/>
                <a:headEnd type="none" w="med" len="med"/>
                <a:tailEnd type="none" w="med" len="med"/>
              </a:ln>
            </p:spPr>
          </p:cxnSp>
          <p:cxnSp>
            <p:nvCxnSpPr>
              <p:cNvPr id="415" name="Google Shape;415;p26"/>
              <p:cNvCxnSpPr/>
              <p:nvPr/>
            </p:nvCxnSpPr>
            <p:spPr>
              <a:xfrm rot="10800000">
                <a:off x="-683750" y="2806575"/>
                <a:ext cx="3938100" cy="2273700"/>
              </a:xfrm>
              <a:prstGeom prst="straightConnector1">
                <a:avLst/>
              </a:prstGeom>
              <a:noFill/>
              <a:ln w="19050" cap="flat" cmpd="sng">
                <a:solidFill>
                  <a:schemeClr val="accent4"/>
                </a:solidFill>
                <a:prstDash val="solid"/>
                <a:round/>
                <a:headEnd type="none" w="med" len="med"/>
                <a:tailEnd type="none" w="med" len="med"/>
              </a:ln>
            </p:spPr>
          </p:cxnSp>
          <p:cxnSp>
            <p:nvCxnSpPr>
              <p:cNvPr id="416" name="Google Shape;416;p26"/>
              <p:cNvCxnSpPr/>
              <p:nvPr/>
            </p:nvCxnSpPr>
            <p:spPr>
              <a:xfrm flipH="1">
                <a:off x="482900" y="2955375"/>
                <a:ext cx="3869400" cy="2234100"/>
              </a:xfrm>
              <a:prstGeom prst="straightConnector1">
                <a:avLst/>
              </a:prstGeom>
              <a:noFill/>
              <a:ln w="19050" cap="flat" cmpd="sng">
                <a:solidFill>
                  <a:schemeClr val="accent4"/>
                </a:solidFill>
                <a:prstDash val="solid"/>
                <a:round/>
                <a:headEnd type="none" w="med" len="med"/>
                <a:tailEnd type="none" w="med" len="med"/>
              </a:ln>
            </p:spPr>
          </p:cxnSp>
        </p:grpSp>
        <p:sp>
          <p:nvSpPr>
            <p:cNvPr id="417" name="Google Shape;417;p26"/>
            <p:cNvSpPr/>
            <p:nvPr/>
          </p:nvSpPr>
          <p:spPr>
            <a:xfrm rot="-3599640">
              <a:off x="25837" y="3009090"/>
              <a:ext cx="1739084" cy="4794647"/>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418" name="Google Shape;418;p26"/>
          <p:cNvCxnSpPr/>
          <p:nvPr/>
        </p:nvCxnSpPr>
        <p:spPr>
          <a:xfrm rot="10800000">
            <a:off x="1925750" y="2620875"/>
            <a:ext cx="4581600" cy="2620800"/>
          </a:xfrm>
          <a:prstGeom prst="straightConnector1">
            <a:avLst/>
          </a:prstGeom>
          <a:noFill/>
          <a:ln w="19050" cap="flat" cmpd="sng">
            <a:solidFill>
              <a:schemeClr val="accent4"/>
            </a:solidFill>
            <a:prstDash val="solid"/>
            <a:round/>
            <a:headEnd type="none" w="med" len="med"/>
            <a:tailEnd type="none" w="med" len="med"/>
          </a:ln>
        </p:spPr>
      </p:cxn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3893"/>
        <p:cNvGrpSpPr/>
        <p:nvPr/>
      </p:nvGrpSpPr>
      <p:grpSpPr>
        <a:xfrm>
          <a:off x="0" y="0"/>
          <a:ext cx="0" cy="0"/>
          <a:chOff x="0" y="0"/>
          <a:chExt cx="0" cy="0"/>
        </a:xfrm>
      </p:grpSpPr>
      <p:grpSp>
        <p:nvGrpSpPr>
          <p:cNvPr id="3894" name="Google Shape;3894;p53"/>
          <p:cNvGrpSpPr/>
          <p:nvPr/>
        </p:nvGrpSpPr>
        <p:grpSpPr>
          <a:xfrm>
            <a:off x="2209875" y="1583825"/>
            <a:ext cx="4306988" cy="2996589"/>
            <a:chOff x="2438475" y="1583825"/>
            <a:chExt cx="4306988" cy="2996589"/>
          </a:xfrm>
        </p:grpSpPr>
        <p:grpSp>
          <p:nvGrpSpPr>
            <p:cNvPr id="3895" name="Google Shape;3895;p53"/>
            <p:cNvGrpSpPr/>
            <p:nvPr/>
          </p:nvGrpSpPr>
          <p:grpSpPr>
            <a:xfrm>
              <a:off x="2635770" y="1786030"/>
              <a:ext cx="3895717" cy="2591519"/>
              <a:chOff x="2691784" y="1805334"/>
              <a:chExt cx="3761071" cy="2501708"/>
            </a:xfrm>
          </p:grpSpPr>
          <p:sp>
            <p:nvSpPr>
              <p:cNvPr id="3896" name="Google Shape;3896;p53"/>
              <p:cNvSpPr/>
              <p:nvPr/>
            </p:nvSpPr>
            <p:spPr>
              <a:xfrm>
                <a:off x="4306153" y="4266675"/>
                <a:ext cx="932050" cy="40353"/>
              </a:xfrm>
              <a:custGeom>
                <a:avLst/>
                <a:gdLst/>
                <a:ahLst/>
                <a:cxnLst/>
                <a:rect l="l" t="t" r="r" b="b"/>
                <a:pathLst>
                  <a:path w="106520" h="2706" extrusionOk="0">
                    <a:moveTo>
                      <a:pt x="0" y="0"/>
                    </a:moveTo>
                    <a:lnTo>
                      <a:pt x="0" y="2705"/>
                    </a:lnTo>
                    <a:lnTo>
                      <a:pt x="106520" y="2705"/>
                    </a:lnTo>
                    <a:lnTo>
                      <a:pt x="106520"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7" name="Google Shape;3897;p53"/>
              <p:cNvSpPr/>
              <p:nvPr/>
            </p:nvSpPr>
            <p:spPr>
              <a:xfrm>
                <a:off x="2691784" y="3762285"/>
                <a:ext cx="1916675" cy="544757"/>
              </a:xfrm>
              <a:custGeom>
                <a:avLst/>
                <a:gdLst/>
                <a:ahLst/>
                <a:cxnLst/>
                <a:rect l="l" t="t" r="r" b="b"/>
                <a:pathLst>
                  <a:path w="128485" h="36518" extrusionOk="0">
                    <a:moveTo>
                      <a:pt x="2706" y="1"/>
                    </a:moveTo>
                    <a:lnTo>
                      <a:pt x="1" y="326"/>
                    </a:lnTo>
                    <a:cubicBezTo>
                      <a:pt x="1461" y="10577"/>
                      <a:pt x="6547" y="19612"/>
                      <a:pt x="13850" y="26130"/>
                    </a:cubicBezTo>
                    <a:cubicBezTo>
                      <a:pt x="21288" y="32568"/>
                      <a:pt x="30999" y="36517"/>
                      <a:pt x="41575" y="36517"/>
                    </a:cubicBezTo>
                    <a:lnTo>
                      <a:pt x="128484" y="36517"/>
                    </a:lnTo>
                    <a:lnTo>
                      <a:pt x="128484" y="33812"/>
                    </a:lnTo>
                    <a:lnTo>
                      <a:pt x="41575" y="33812"/>
                    </a:lnTo>
                    <a:cubicBezTo>
                      <a:pt x="31675" y="33812"/>
                      <a:pt x="22641" y="30188"/>
                      <a:pt x="15662" y="24102"/>
                    </a:cubicBezTo>
                    <a:cubicBezTo>
                      <a:pt x="8792" y="18016"/>
                      <a:pt x="4058" y="9468"/>
                      <a:pt x="270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8" name="Google Shape;3898;p53"/>
              <p:cNvSpPr/>
              <p:nvPr/>
            </p:nvSpPr>
            <p:spPr>
              <a:xfrm>
                <a:off x="2695021" y="3035999"/>
                <a:ext cx="754960" cy="529407"/>
              </a:xfrm>
              <a:custGeom>
                <a:avLst/>
                <a:gdLst/>
                <a:ahLst/>
                <a:cxnLst/>
                <a:rect l="l" t="t" r="r" b="b"/>
                <a:pathLst>
                  <a:path w="50609" h="35489" extrusionOk="0">
                    <a:moveTo>
                      <a:pt x="41358" y="0"/>
                    </a:moveTo>
                    <a:cubicBezTo>
                      <a:pt x="30998" y="0"/>
                      <a:pt x="21423" y="3814"/>
                      <a:pt x="14093" y="10144"/>
                    </a:cubicBezTo>
                    <a:cubicBezTo>
                      <a:pt x="6762" y="16338"/>
                      <a:pt x="1596" y="25129"/>
                      <a:pt x="0" y="35029"/>
                    </a:cubicBezTo>
                    <a:lnTo>
                      <a:pt x="2597" y="35489"/>
                    </a:lnTo>
                    <a:cubicBezTo>
                      <a:pt x="4166" y="26238"/>
                      <a:pt x="9034" y="18015"/>
                      <a:pt x="15905" y="12173"/>
                    </a:cubicBezTo>
                    <a:cubicBezTo>
                      <a:pt x="22775" y="6303"/>
                      <a:pt x="31675" y="2705"/>
                      <a:pt x="41358" y="2705"/>
                    </a:cubicBezTo>
                    <a:lnTo>
                      <a:pt x="50609" y="2705"/>
                    </a:lnTo>
                    <a:lnTo>
                      <a:pt x="50609"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9" name="Google Shape;3899;p53"/>
              <p:cNvSpPr/>
              <p:nvPr/>
            </p:nvSpPr>
            <p:spPr>
              <a:xfrm>
                <a:off x="3661791" y="2531620"/>
                <a:ext cx="2791064" cy="544757"/>
              </a:xfrm>
              <a:custGeom>
                <a:avLst/>
                <a:gdLst/>
                <a:ahLst/>
                <a:cxnLst/>
                <a:rect l="l" t="t" r="r" b="b"/>
                <a:pathLst>
                  <a:path w="187100" h="36518" extrusionOk="0">
                    <a:moveTo>
                      <a:pt x="184395" y="1"/>
                    </a:moveTo>
                    <a:cubicBezTo>
                      <a:pt x="183150" y="9468"/>
                      <a:pt x="178309" y="17908"/>
                      <a:pt x="171438" y="23994"/>
                    </a:cubicBezTo>
                    <a:cubicBezTo>
                      <a:pt x="164432" y="30080"/>
                      <a:pt x="155425" y="33812"/>
                      <a:pt x="145498" y="33812"/>
                    </a:cubicBezTo>
                    <a:lnTo>
                      <a:pt x="1" y="33812"/>
                    </a:lnTo>
                    <a:lnTo>
                      <a:pt x="1" y="36517"/>
                    </a:lnTo>
                    <a:lnTo>
                      <a:pt x="145498" y="36517"/>
                    </a:lnTo>
                    <a:cubicBezTo>
                      <a:pt x="156101" y="36517"/>
                      <a:pt x="165785" y="32568"/>
                      <a:pt x="173223" y="26022"/>
                    </a:cubicBezTo>
                    <a:cubicBezTo>
                      <a:pt x="180554" y="19612"/>
                      <a:pt x="185747" y="10469"/>
                      <a:pt x="187100" y="326"/>
                    </a:cubicBezTo>
                    <a:lnTo>
                      <a:pt x="18439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0" name="Google Shape;3900;p53"/>
              <p:cNvSpPr/>
              <p:nvPr/>
            </p:nvSpPr>
            <p:spPr>
              <a:xfrm>
                <a:off x="5153124" y="1805334"/>
                <a:ext cx="1294451" cy="512461"/>
              </a:xfrm>
              <a:custGeom>
                <a:avLst/>
                <a:gdLst/>
                <a:ahLst/>
                <a:cxnLst/>
                <a:rect l="l" t="t" r="r" b="b"/>
                <a:pathLst>
                  <a:path w="86774" h="34353" extrusionOk="0">
                    <a:moveTo>
                      <a:pt x="0" y="0"/>
                    </a:moveTo>
                    <a:lnTo>
                      <a:pt x="0" y="2705"/>
                    </a:lnTo>
                    <a:lnTo>
                      <a:pt x="45524" y="2705"/>
                    </a:lnTo>
                    <a:cubicBezTo>
                      <a:pt x="54991" y="2705"/>
                      <a:pt x="63674" y="6195"/>
                      <a:pt x="70545" y="11821"/>
                    </a:cubicBezTo>
                    <a:cubicBezTo>
                      <a:pt x="77415" y="17582"/>
                      <a:pt x="82284" y="25454"/>
                      <a:pt x="84177" y="34353"/>
                    </a:cubicBezTo>
                    <a:lnTo>
                      <a:pt x="86774" y="33920"/>
                    </a:lnTo>
                    <a:cubicBezTo>
                      <a:pt x="84854" y="24345"/>
                      <a:pt x="79579" y="15878"/>
                      <a:pt x="72249" y="9792"/>
                    </a:cubicBezTo>
                    <a:cubicBezTo>
                      <a:pt x="65027" y="3706"/>
                      <a:pt x="55668" y="0"/>
                      <a:pt x="4552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1" name="Google Shape;3901;p53"/>
              <p:cNvSpPr/>
              <p:nvPr/>
            </p:nvSpPr>
            <p:spPr>
              <a:xfrm>
                <a:off x="2785807" y="1805334"/>
                <a:ext cx="2143839" cy="40367"/>
              </a:xfrm>
              <a:custGeom>
                <a:avLst/>
                <a:gdLst/>
                <a:ahLst/>
                <a:cxnLst/>
                <a:rect l="l" t="t" r="r" b="b"/>
                <a:pathLst>
                  <a:path w="143713" h="2706" extrusionOk="0">
                    <a:moveTo>
                      <a:pt x="0" y="0"/>
                    </a:moveTo>
                    <a:lnTo>
                      <a:pt x="0" y="2705"/>
                    </a:lnTo>
                    <a:lnTo>
                      <a:pt x="143712" y="2705"/>
                    </a:lnTo>
                    <a:lnTo>
                      <a:pt x="143712"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2" name="Google Shape;3902;p53"/>
              <p:cNvSpPr/>
              <p:nvPr/>
            </p:nvSpPr>
            <p:spPr>
              <a:xfrm>
                <a:off x="5447728" y="4266675"/>
                <a:ext cx="932050" cy="40353"/>
              </a:xfrm>
              <a:custGeom>
                <a:avLst/>
                <a:gdLst/>
                <a:ahLst/>
                <a:cxnLst/>
                <a:rect l="l" t="t" r="r" b="b"/>
                <a:pathLst>
                  <a:path w="106520" h="2706" extrusionOk="0">
                    <a:moveTo>
                      <a:pt x="0" y="0"/>
                    </a:moveTo>
                    <a:lnTo>
                      <a:pt x="0" y="2705"/>
                    </a:lnTo>
                    <a:lnTo>
                      <a:pt x="106520" y="2705"/>
                    </a:lnTo>
                    <a:lnTo>
                      <a:pt x="106520"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903" name="Google Shape;3903;p53"/>
            <p:cNvSpPr/>
            <p:nvPr/>
          </p:nvSpPr>
          <p:spPr>
            <a:xfrm>
              <a:off x="4829917" y="1583825"/>
              <a:ext cx="443700" cy="443700"/>
            </a:xfrm>
            <a:prstGeom prst="rect">
              <a:avLst/>
            </a:prstGeom>
            <a:noFill/>
            <a:ln w="28575"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4" name="Google Shape;3904;p53"/>
            <p:cNvSpPr/>
            <p:nvPr/>
          </p:nvSpPr>
          <p:spPr>
            <a:xfrm>
              <a:off x="6302064" y="2188906"/>
              <a:ext cx="443400" cy="443400"/>
            </a:xfrm>
            <a:prstGeom prst="rect">
              <a:avLst/>
            </a:prstGeom>
            <a:noFill/>
            <a:ln w="28575"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5" name="Google Shape;3905;p53"/>
            <p:cNvSpPr/>
            <p:nvPr/>
          </p:nvSpPr>
          <p:spPr>
            <a:xfrm>
              <a:off x="3301036" y="2857491"/>
              <a:ext cx="448500" cy="448500"/>
            </a:xfrm>
            <a:prstGeom prst="rect">
              <a:avLst/>
            </a:prstGeom>
            <a:noFill/>
            <a:ln w="28575"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6" name="Google Shape;3906;p53"/>
            <p:cNvSpPr/>
            <p:nvPr/>
          </p:nvSpPr>
          <p:spPr>
            <a:xfrm>
              <a:off x="2438475" y="3497973"/>
              <a:ext cx="442200" cy="442200"/>
            </a:xfrm>
            <a:prstGeom prst="rect">
              <a:avLst/>
            </a:prstGeom>
            <a:noFill/>
            <a:ln w="28575"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7" name="Google Shape;3907;p53"/>
            <p:cNvSpPr/>
            <p:nvPr/>
          </p:nvSpPr>
          <p:spPr>
            <a:xfrm>
              <a:off x="5158144" y="4132814"/>
              <a:ext cx="447600" cy="447600"/>
            </a:xfrm>
            <a:prstGeom prst="rect">
              <a:avLst/>
            </a:prstGeom>
            <a:noFill/>
            <a:ln w="28575"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908" name="Google Shape;3908;p53"/>
          <p:cNvSpPr txBox="1">
            <a:spLocks noGrp="1"/>
          </p:cNvSpPr>
          <p:nvPr>
            <p:ph type="subTitle" idx="4294967295"/>
          </p:nvPr>
        </p:nvSpPr>
        <p:spPr>
          <a:xfrm>
            <a:off x="4656769" y="1646680"/>
            <a:ext cx="308400" cy="313800"/>
          </a:xfrm>
          <a:prstGeom prst="rect">
            <a:avLst/>
          </a:prstGeom>
          <a:solidFill>
            <a:schemeClr val="accent5"/>
          </a:solidFill>
        </p:spPr>
        <p:txBody>
          <a:bodyPr spcFirstLastPara="1" wrap="square" lIns="91425" tIns="91425" rIns="91425" bIns="91425" anchor="ctr" anchorCtr="0">
            <a:noAutofit/>
          </a:bodyPr>
          <a:lstStyle/>
          <a:p>
            <a:pPr marL="0" lvl="0" indent="0" algn="ctr" rtl="0">
              <a:spcBef>
                <a:spcPts val="0"/>
              </a:spcBef>
              <a:spcAft>
                <a:spcPts val="0"/>
              </a:spcAft>
              <a:buNone/>
            </a:pPr>
            <a:r>
              <a:rPr lang="en" dirty="0"/>
              <a:t>1</a:t>
            </a:r>
            <a:endParaRPr sz="1400" dirty="0"/>
          </a:p>
        </p:txBody>
      </p:sp>
      <p:sp>
        <p:nvSpPr>
          <p:cNvPr id="3909" name="Google Shape;3909;p53"/>
          <p:cNvSpPr txBox="1">
            <a:spLocks noGrp="1"/>
          </p:cNvSpPr>
          <p:nvPr>
            <p:ph type="subTitle" idx="4294967295"/>
          </p:nvPr>
        </p:nvSpPr>
        <p:spPr>
          <a:xfrm>
            <a:off x="6136005" y="2253868"/>
            <a:ext cx="318600" cy="313800"/>
          </a:xfrm>
          <a:prstGeom prst="rect">
            <a:avLst/>
          </a:prstGeom>
          <a:solidFill>
            <a:schemeClr val="accent5"/>
          </a:solidFill>
        </p:spPr>
        <p:txBody>
          <a:bodyPr spcFirstLastPara="1" wrap="square" lIns="91425" tIns="91425" rIns="91425" bIns="91425" anchor="ctr" anchorCtr="0">
            <a:noAutofit/>
          </a:bodyPr>
          <a:lstStyle/>
          <a:p>
            <a:pPr marL="0" lvl="0" indent="0" algn="ctr" rtl="0">
              <a:spcBef>
                <a:spcPts val="0"/>
              </a:spcBef>
              <a:spcAft>
                <a:spcPts val="0"/>
              </a:spcAft>
              <a:buNone/>
            </a:pPr>
            <a:r>
              <a:rPr lang="en"/>
              <a:t>2</a:t>
            </a:r>
            <a:endParaRPr sz="1400"/>
          </a:p>
        </p:txBody>
      </p:sp>
      <p:sp>
        <p:nvSpPr>
          <p:cNvPr id="3910" name="Google Shape;3910;p53"/>
          <p:cNvSpPr txBox="1">
            <a:spLocks noGrp="1"/>
          </p:cNvSpPr>
          <p:nvPr>
            <p:ph type="subTitle" idx="4294967295"/>
          </p:nvPr>
        </p:nvSpPr>
        <p:spPr>
          <a:xfrm>
            <a:off x="3137212" y="2924627"/>
            <a:ext cx="318600" cy="313800"/>
          </a:xfrm>
          <a:prstGeom prst="rect">
            <a:avLst/>
          </a:prstGeom>
          <a:solidFill>
            <a:schemeClr val="accent5"/>
          </a:solidFill>
        </p:spPr>
        <p:txBody>
          <a:bodyPr spcFirstLastPara="1" wrap="square" lIns="91425" tIns="91425" rIns="91425" bIns="91425" anchor="ctr" anchorCtr="0">
            <a:noAutofit/>
          </a:bodyPr>
          <a:lstStyle/>
          <a:p>
            <a:pPr marL="0" lvl="0" indent="0" algn="ctr" rtl="0">
              <a:spcBef>
                <a:spcPts val="0"/>
              </a:spcBef>
              <a:spcAft>
                <a:spcPts val="0"/>
              </a:spcAft>
              <a:buNone/>
            </a:pPr>
            <a:r>
              <a:rPr lang="en"/>
              <a:t>3</a:t>
            </a:r>
            <a:endParaRPr sz="1400"/>
          </a:p>
        </p:txBody>
      </p:sp>
      <p:sp>
        <p:nvSpPr>
          <p:cNvPr id="3911" name="Google Shape;3911;p53"/>
          <p:cNvSpPr txBox="1">
            <a:spLocks noGrp="1"/>
          </p:cNvSpPr>
          <p:nvPr>
            <p:ph type="subTitle" idx="4294967295"/>
          </p:nvPr>
        </p:nvSpPr>
        <p:spPr>
          <a:xfrm>
            <a:off x="2271786" y="3562308"/>
            <a:ext cx="318600" cy="313800"/>
          </a:xfrm>
          <a:prstGeom prst="rect">
            <a:avLst/>
          </a:prstGeom>
          <a:solidFill>
            <a:schemeClr val="accent5"/>
          </a:solidFill>
        </p:spPr>
        <p:txBody>
          <a:bodyPr spcFirstLastPara="1" wrap="square" lIns="91425" tIns="91425" rIns="91425" bIns="91425" anchor="ctr" anchorCtr="0">
            <a:noAutofit/>
          </a:bodyPr>
          <a:lstStyle/>
          <a:p>
            <a:pPr marL="0" lvl="0" indent="0" algn="ctr" rtl="0">
              <a:spcBef>
                <a:spcPts val="0"/>
              </a:spcBef>
              <a:spcAft>
                <a:spcPts val="0"/>
              </a:spcAft>
              <a:buNone/>
            </a:pPr>
            <a:r>
              <a:rPr lang="en"/>
              <a:t>4</a:t>
            </a:r>
            <a:endParaRPr sz="1400"/>
          </a:p>
        </p:txBody>
      </p:sp>
      <p:sp>
        <p:nvSpPr>
          <p:cNvPr id="3912" name="Google Shape;3912;p53"/>
          <p:cNvSpPr txBox="1">
            <a:spLocks noGrp="1"/>
          </p:cNvSpPr>
          <p:nvPr>
            <p:ph type="subTitle" idx="4294967295"/>
          </p:nvPr>
        </p:nvSpPr>
        <p:spPr>
          <a:xfrm>
            <a:off x="4993856" y="4200548"/>
            <a:ext cx="318600" cy="313800"/>
          </a:xfrm>
          <a:prstGeom prst="rect">
            <a:avLst/>
          </a:prstGeom>
          <a:solidFill>
            <a:schemeClr val="accent5"/>
          </a:solidFill>
        </p:spPr>
        <p:txBody>
          <a:bodyPr spcFirstLastPara="1" wrap="square" lIns="91425" tIns="91425" rIns="91425" bIns="91425" anchor="ctr" anchorCtr="0">
            <a:noAutofit/>
          </a:bodyPr>
          <a:lstStyle/>
          <a:p>
            <a:pPr marL="0" lvl="0" indent="0" algn="ctr" rtl="0">
              <a:spcBef>
                <a:spcPts val="0"/>
              </a:spcBef>
              <a:spcAft>
                <a:spcPts val="0"/>
              </a:spcAft>
              <a:buNone/>
            </a:pPr>
            <a:r>
              <a:rPr lang="en"/>
              <a:t>5</a:t>
            </a:r>
            <a:endParaRPr sz="1400"/>
          </a:p>
        </p:txBody>
      </p:sp>
      <p:sp>
        <p:nvSpPr>
          <p:cNvPr id="3913" name="Google Shape;3913;p53"/>
          <p:cNvSpPr txBox="1">
            <a:spLocks noGrp="1"/>
          </p:cNvSpPr>
          <p:nvPr>
            <p:ph type="title"/>
          </p:nvPr>
        </p:nvSpPr>
        <p:spPr>
          <a:xfrm>
            <a:off x="711600" y="570550"/>
            <a:ext cx="3223500" cy="572700"/>
          </a:xfrm>
          <a:prstGeom prst="rect">
            <a:avLst/>
          </a:prstGeom>
          <a:ln w="28575"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solidFill>
                  <a:schemeClr val="bg1"/>
                </a:solidFill>
              </a:rPr>
              <a:t>Glossary</a:t>
            </a:r>
            <a:endParaRPr dirty="0">
              <a:solidFill>
                <a:schemeClr val="bg1"/>
              </a:solidFill>
            </a:endParaRPr>
          </a:p>
        </p:txBody>
      </p:sp>
      <p:sp>
        <p:nvSpPr>
          <p:cNvPr id="3914" name="Google Shape;3914;p53"/>
          <p:cNvSpPr txBox="1">
            <a:spLocks noGrp="1"/>
          </p:cNvSpPr>
          <p:nvPr>
            <p:ph type="subTitle" idx="4294967295"/>
          </p:nvPr>
        </p:nvSpPr>
        <p:spPr>
          <a:xfrm>
            <a:off x="6294700" y="4152850"/>
            <a:ext cx="2166000" cy="671398"/>
          </a:xfrm>
          <a:prstGeom prst="rect">
            <a:avLst/>
          </a:prstGeom>
        </p:spPr>
        <p:txBody>
          <a:bodyPr spcFirstLastPara="1" wrap="square" lIns="91425" tIns="91425" rIns="91425" bIns="91425" anchor="t" anchorCtr="0">
            <a:noAutofit/>
          </a:bodyPr>
          <a:lstStyle/>
          <a:p>
            <a:pPr marL="0" lvl="0" indent="0" algn="r" rtl="0">
              <a:spcBef>
                <a:spcPts val="0"/>
              </a:spcBef>
              <a:spcAft>
                <a:spcPts val="1600"/>
              </a:spcAft>
              <a:buNone/>
            </a:pPr>
            <a:r>
              <a:rPr lang="en-US" dirty="0" smtClean="0"/>
              <a:t>C</a:t>
            </a:r>
            <a:r>
              <a:rPr lang="en" dirty="0" smtClean="0"/>
              <a:t>omparison between models</a:t>
            </a:r>
            <a:endParaRPr sz="1400" dirty="0"/>
          </a:p>
        </p:txBody>
      </p:sp>
      <p:sp>
        <p:nvSpPr>
          <p:cNvPr id="3915" name="Google Shape;3915;p53"/>
          <p:cNvSpPr txBox="1">
            <a:spLocks noGrp="1"/>
          </p:cNvSpPr>
          <p:nvPr>
            <p:ph type="subTitle" idx="4294967295"/>
          </p:nvPr>
        </p:nvSpPr>
        <p:spPr>
          <a:xfrm>
            <a:off x="1023001" y="2450806"/>
            <a:ext cx="1693200" cy="730008"/>
          </a:xfrm>
          <a:prstGeom prst="rect">
            <a:avLst/>
          </a:prstGeom>
        </p:spPr>
        <p:txBody>
          <a:bodyPr spcFirstLastPara="1" wrap="square" lIns="91425" tIns="91425" rIns="91425" bIns="91425" anchor="t" anchorCtr="0">
            <a:noAutofit/>
          </a:bodyPr>
          <a:lstStyle/>
          <a:p>
            <a:pPr marL="0" lvl="0" indent="0" algn="r" rtl="0">
              <a:spcBef>
                <a:spcPts val="1600"/>
              </a:spcBef>
              <a:spcAft>
                <a:spcPts val="1600"/>
              </a:spcAft>
              <a:buNone/>
            </a:pPr>
            <a:r>
              <a:rPr lang="en-US" dirty="0" smtClean="0"/>
              <a:t>Frequent pattern modelling</a:t>
            </a:r>
            <a:endParaRPr sz="1400" dirty="0"/>
          </a:p>
        </p:txBody>
      </p:sp>
      <p:sp>
        <p:nvSpPr>
          <p:cNvPr id="3916" name="Google Shape;3916;p53"/>
          <p:cNvSpPr txBox="1">
            <a:spLocks noGrp="1"/>
          </p:cNvSpPr>
          <p:nvPr>
            <p:ph type="subTitle" idx="4294967295"/>
          </p:nvPr>
        </p:nvSpPr>
        <p:spPr>
          <a:xfrm>
            <a:off x="2667109" y="2038666"/>
            <a:ext cx="2166000" cy="371100"/>
          </a:xfrm>
          <a:prstGeom prst="rect">
            <a:avLst/>
          </a:prstGeom>
        </p:spPr>
        <p:txBody>
          <a:bodyPr spcFirstLastPara="1" wrap="square" lIns="91425" tIns="91425" rIns="91425" bIns="91425" anchor="t" anchorCtr="0">
            <a:noAutofit/>
          </a:bodyPr>
          <a:lstStyle/>
          <a:p>
            <a:pPr marL="0" lvl="0" indent="0" algn="r" rtl="0">
              <a:spcBef>
                <a:spcPts val="0"/>
              </a:spcBef>
              <a:spcAft>
                <a:spcPts val="1600"/>
              </a:spcAft>
              <a:buNone/>
            </a:pPr>
            <a:r>
              <a:rPr lang="en-US" sz="1400" dirty="0" smtClean="0"/>
              <a:t>Problem definition</a:t>
            </a:r>
            <a:endParaRPr sz="1400" dirty="0"/>
          </a:p>
        </p:txBody>
      </p:sp>
      <p:sp>
        <p:nvSpPr>
          <p:cNvPr id="3917" name="Google Shape;3917;p53"/>
          <p:cNvSpPr txBox="1">
            <a:spLocks noGrp="1"/>
          </p:cNvSpPr>
          <p:nvPr>
            <p:ph type="subTitle" idx="4294967295"/>
          </p:nvPr>
        </p:nvSpPr>
        <p:spPr>
          <a:xfrm>
            <a:off x="2731479" y="3508747"/>
            <a:ext cx="2166000" cy="607785"/>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US" dirty="0" smtClean="0"/>
              <a:t>Clustering analysis modelling</a:t>
            </a:r>
            <a:endParaRPr sz="1400" dirty="0"/>
          </a:p>
        </p:txBody>
      </p:sp>
      <p:sp>
        <p:nvSpPr>
          <p:cNvPr id="3918" name="Google Shape;3918;p53"/>
          <p:cNvSpPr txBox="1">
            <a:spLocks noGrp="1"/>
          </p:cNvSpPr>
          <p:nvPr>
            <p:ph type="subTitle" idx="4294967295"/>
          </p:nvPr>
        </p:nvSpPr>
        <p:spPr>
          <a:xfrm>
            <a:off x="6607350" y="2253874"/>
            <a:ext cx="1821900" cy="57842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smtClean="0"/>
              <a:t>Data preprocessing</a:t>
            </a:r>
            <a:endParaRPr dirty="0"/>
          </a:p>
        </p:txBody>
      </p:sp>
      <p:cxnSp>
        <p:nvCxnSpPr>
          <p:cNvPr id="3919" name="Google Shape;3919;p53"/>
          <p:cNvCxnSpPr/>
          <p:nvPr/>
        </p:nvCxnSpPr>
        <p:spPr>
          <a:xfrm>
            <a:off x="3944450" y="570550"/>
            <a:ext cx="5250900" cy="0"/>
          </a:xfrm>
          <a:prstGeom prst="straightConnector1">
            <a:avLst/>
          </a:prstGeom>
          <a:noFill/>
          <a:ln w="28575" cap="flat" cmpd="sng">
            <a:solidFill>
              <a:schemeClr val="accent4"/>
            </a:solidFill>
            <a:prstDash val="solid"/>
            <a:round/>
            <a:headEnd type="none" w="med" len="med"/>
            <a:tailEnd type="none" w="med" len="med"/>
          </a:ln>
        </p:spPr>
      </p:cxnSp>
      <p:cxnSp>
        <p:nvCxnSpPr>
          <p:cNvPr id="3920" name="Google Shape;3920;p53"/>
          <p:cNvCxnSpPr/>
          <p:nvPr/>
        </p:nvCxnSpPr>
        <p:spPr>
          <a:xfrm>
            <a:off x="-68200" y="856888"/>
            <a:ext cx="779400" cy="0"/>
          </a:xfrm>
          <a:prstGeom prst="straightConnector1">
            <a:avLst/>
          </a:prstGeom>
          <a:noFill/>
          <a:ln w="28575" cap="flat" cmpd="sng">
            <a:solidFill>
              <a:schemeClr val="accent4"/>
            </a:solidFill>
            <a:prstDash val="solid"/>
            <a:round/>
            <a:headEnd type="none" w="med" len="med"/>
            <a:tailEnd type="none" w="med" len="med"/>
          </a:ln>
        </p:spPr>
      </p:cxn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22"/>
        <p:cNvGrpSpPr/>
        <p:nvPr/>
      </p:nvGrpSpPr>
      <p:grpSpPr>
        <a:xfrm>
          <a:off x="0" y="0"/>
          <a:ext cx="0" cy="0"/>
          <a:chOff x="0" y="0"/>
          <a:chExt cx="0" cy="0"/>
        </a:xfrm>
      </p:grpSpPr>
      <p:sp>
        <p:nvSpPr>
          <p:cNvPr id="423" name="Google Shape;423;p27"/>
          <p:cNvSpPr txBox="1">
            <a:spLocks noGrp="1"/>
          </p:cNvSpPr>
          <p:nvPr>
            <p:ph type="body" idx="1"/>
          </p:nvPr>
        </p:nvSpPr>
        <p:spPr>
          <a:xfrm>
            <a:off x="616250" y="1427564"/>
            <a:ext cx="7916700" cy="3132000"/>
          </a:xfrm>
          <a:prstGeom prst="rect">
            <a:avLst/>
          </a:prstGeom>
        </p:spPr>
        <p:txBody>
          <a:bodyPr spcFirstLastPara="1" wrap="square" lIns="91425" tIns="91425" rIns="91425" bIns="91425" anchor="t" anchorCtr="0">
            <a:noAutofit/>
          </a:bodyPr>
          <a:lstStyle/>
          <a:p>
            <a:r>
              <a:rPr lang="en-US" dirty="0"/>
              <a:t>In this project, using mice protein expression data, we construct frequent pattern mining models and clustering analysis models, and implement them above on the data, and analyze the performance of each classification model.</a:t>
            </a:r>
          </a:p>
          <a:p>
            <a:pPr marL="0" lvl="0" indent="0" algn="l" rtl="0">
              <a:spcBef>
                <a:spcPts val="1600"/>
              </a:spcBef>
              <a:spcAft>
                <a:spcPts val="0"/>
              </a:spcAft>
              <a:buClr>
                <a:schemeClr val="dk1"/>
              </a:buClr>
              <a:buSzPts val="1100"/>
              <a:buFont typeface="Arial"/>
              <a:buNone/>
            </a:pPr>
            <a:endParaRPr sz="1200" dirty="0"/>
          </a:p>
          <a:p>
            <a:pPr marL="0" lvl="0" indent="0" algn="l" rtl="0">
              <a:spcBef>
                <a:spcPts val="1600"/>
              </a:spcBef>
              <a:spcAft>
                <a:spcPts val="1600"/>
              </a:spcAft>
              <a:buNone/>
            </a:pPr>
            <a:endParaRPr sz="1200" dirty="0"/>
          </a:p>
        </p:txBody>
      </p:sp>
      <p:sp>
        <p:nvSpPr>
          <p:cNvPr id="424" name="Google Shape;424;p27"/>
          <p:cNvSpPr txBox="1">
            <a:spLocks noGrp="1"/>
          </p:cNvSpPr>
          <p:nvPr>
            <p:ph type="title"/>
          </p:nvPr>
        </p:nvSpPr>
        <p:spPr>
          <a:xfrm>
            <a:off x="1310400" y="555270"/>
            <a:ext cx="6523200" cy="572700"/>
          </a:xfrm>
          <a:prstGeom prst="rect">
            <a:avLst/>
          </a:prstGeom>
        </p:spPr>
        <p:txBody>
          <a:bodyPr spcFirstLastPara="1" wrap="square" lIns="91425" tIns="91425" rIns="91425" bIns="91425" anchor="ctr" anchorCtr="0">
            <a:noAutofit/>
          </a:bodyPr>
          <a:lstStyle/>
          <a:p>
            <a:pPr lvl="0"/>
            <a:r>
              <a:rPr lang="en-US" dirty="0">
                <a:solidFill>
                  <a:schemeClr val="bg1"/>
                </a:solidFill>
              </a:rPr>
              <a:t>Problem Definition</a:t>
            </a:r>
            <a:endParaRPr dirty="0">
              <a:solidFill>
                <a:schemeClr val="bg1"/>
              </a:solidFill>
            </a:endParaRPr>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428"/>
        <p:cNvGrpSpPr/>
        <p:nvPr/>
      </p:nvGrpSpPr>
      <p:grpSpPr>
        <a:xfrm>
          <a:off x="0" y="0"/>
          <a:ext cx="0" cy="0"/>
          <a:chOff x="0" y="0"/>
          <a:chExt cx="0" cy="0"/>
        </a:xfrm>
      </p:grpSpPr>
      <p:sp>
        <p:nvSpPr>
          <p:cNvPr id="432" name="Google Shape;432;p28"/>
          <p:cNvSpPr txBox="1">
            <a:spLocks noGrp="1"/>
          </p:cNvSpPr>
          <p:nvPr>
            <p:ph type="title"/>
          </p:nvPr>
        </p:nvSpPr>
        <p:spPr>
          <a:xfrm>
            <a:off x="617200" y="555270"/>
            <a:ext cx="44463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smtClean="0"/>
              <a:t>Dataset Description</a:t>
            </a:r>
            <a:endParaRPr dirty="0"/>
          </a:p>
        </p:txBody>
      </p:sp>
      <p:sp>
        <p:nvSpPr>
          <p:cNvPr id="20" name="TextBox 19"/>
          <p:cNvSpPr txBox="1"/>
          <p:nvPr/>
        </p:nvSpPr>
        <p:spPr>
          <a:xfrm>
            <a:off x="617200" y="1355834"/>
            <a:ext cx="7938221" cy="1600438"/>
          </a:xfrm>
          <a:prstGeom prst="rect">
            <a:avLst/>
          </a:prstGeom>
          <a:noFill/>
        </p:spPr>
        <p:txBody>
          <a:bodyPr wrap="square" rtlCol="0">
            <a:spAutoFit/>
          </a:bodyPr>
          <a:lstStyle/>
          <a:p>
            <a:r>
              <a:rPr lang="en-US" dirty="0">
                <a:solidFill>
                  <a:schemeClr val="bg1"/>
                </a:solidFill>
              </a:rPr>
              <a:t>Mice protein expression data consists of the expression levels of 77 proteins/protein modifications that produced detectable signals in the nuclear fraction of cortex. There are 38 control mice and 34 </a:t>
            </a:r>
            <a:r>
              <a:rPr lang="en-US" dirty="0" err="1">
                <a:solidFill>
                  <a:schemeClr val="bg1"/>
                </a:solidFill>
              </a:rPr>
              <a:t>trisomic</a:t>
            </a:r>
            <a:r>
              <a:rPr lang="en-US" dirty="0">
                <a:solidFill>
                  <a:schemeClr val="bg1"/>
                </a:solidFill>
              </a:rPr>
              <a:t> mice (Down syndrome), for a total of 72 mice. In the experiments, 15 measurements were registered of each protein per sample/mouse. Therefore, for control mice, there are 38x15, or 570 measurements, and for </a:t>
            </a:r>
            <a:r>
              <a:rPr lang="en-US" dirty="0" err="1">
                <a:solidFill>
                  <a:schemeClr val="bg1"/>
                </a:solidFill>
              </a:rPr>
              <a:t>trisomic</a:t>
            </a:r>
            <a:r>
              <a:rPr lang="en-US" dirty="0">
                <a:solidFill>
                  <a:schemeClr val="bg1"/>
                </a:solidFill>
              </a:rPr>
              <a:t> mice, there are 34x15, or 510 measurements. The dataset contains a total of 1080 measurements per protein. Each measurement can be considered as an independent sample/mouse.  We have 8 class(PARAPHRASE)</a:t>
            </a:r>
            <a:endParaRPr lang="en-US" sz="800" dirty="0">
              <a:solidFill>
                <a:schemeClr val="bg1"/>
              </a:solidFill>
            </a:endParaRPr>
          </a:p>
        </p:txBody>
      </p:sp>
      <p:pic>
        <p:nvPicPr>
          <p:cNvPr id="21" name="Picture 2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361" y="3184136"/>
            <a:ext cx="6826445" cy="1047896"/>
          </a:xfrm>
          <a:prstGeom prst="rect">
            <a:avLst/>
          </a:prstGeom>
        </p:spPr>
      </p:pic>
      <p:pic>
        <p:nvPicPr>
          <p:cNvPr id="22" name="Picture 21"/>
          <p:cNvPicPr>
            <a:picLocks noChangeAspect="1"/>
          </p:cNvPicPr>
          <p:nvPr/>
        </p:nvPicPr>
        <p:blipFill rotWithShape="1">
          <a:blip r:embed="rId4">
            <a:extLst>
              <a:ext uri="{28A0092B-C50C-407E-A947-70E740481C1C}">
                <a14:useLocalDpi xmlns:a14="http://schemas.microsoft.com/office/drawing/2010/main" val="0"/>
              </a:ext>
            </a:extLst>
          </a:blip>
          <a:srcRect l="74580"/>
          <a:stretch/>
        </p:blipFill>
        <p:spPr>
          <a:xfrm>
            <a:off x="6915806" y="3184136"/>
            <a:ext cx="2154622" cy="1047896"/>
          </a:xfrm>
          <a:prstGeom prst="rect">
            <a:avLst/>
          </a:prstGeom>
        </p:spPr>
      </p:pic>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idx="1"/>
          </p:nvPr>
        </p:nvSpPr>
        <p:spPr/>
        <p:txBody>
          <a:bodyPr/>
          <a:lstStyle/>
          <a:p>
            <a:pPr>
              <a:defRPr>
                <a:solidFill>
                  <a:srgbClr val="1F347A"/>
                </a:solidFill>
                <a:latin typeface="Times New Roman"/>
                <a:ea typeface="Times New Roman"/>
                <a:cs typeface="Times New Roman"/>
                <a:sym typeface="Times New Roman"/>
              </a:defRPr>
            </a:pPr>
            <a:r>
              <a:rPr lang="en-US" sz="1400" dirty="0">
                <a:solidFill>
                  <a:schemeClr val="bg1"/>
                </a:solidFill>
              </a:rPr>
              <a:t>Numerical Attributes </a:t>
            </a:r>
            <a:r>
              <a:rPr lang="en-US" sz="1400" dirty="0" smtClean="0">
                <a:solidFill>
                  <a:schemeClr val="bg1"/>
                </a:solidFill>
              </a:rPr>
              <a:t>(</a:t>
            </a:r>
            <a:r>
              <a:rPr lang="en-US" sz="1400" dirty="0" err="1">
                <a:solidFill>
                  <a:schemeClr val="bg1"/>
                </a:solidFill>
              </a:rPr>
              <a:t>MouseID</a:t>
            </a:r>
            <a:r>
              <a:rPr lang="en-US" sz="1400" dirty="0">
                <a:solidFill>
                  <a:schemeClr val="bg1"/>
                </a:solidFill>
              </a:rPr>
              <a:t>, 77 values of expression </a:t>
            </a:r>
            <a:r>
              <a:rPr lang="en-US" sz="1400" dirty="0" smtClean="0">
                <a:solidFill>
                  <a:schemeClr val="bg1"/>
                </a:solidFill>
              </a:rPr>
              <a:t>levels </a:t>
            </a:r>
            <a:r>
              <a:rPr lang="en-US" sz="1400" dirty="0">
                <a:solidFill>
                  <a:schemeClr val="bg1"/>
                </a:solidFill>
              </a:rPr>
              <a:t>of proteins</a:t>
            </a:r>
            <a:r>
              <a:rPr lang="en-US" sz="1400" dirty="0" smtClean="0">
                <a:solidFill>
                  <a:schemeClr val="bg1"/>
                </a:solidFill>
              </a:rPr>
              <a:t>).</a:t>
            </a:r>
            <a:endParaRPr lang="en-US" sz="1400" dirty="0">
              <a:solidFill>
                <a:schemeClr val="bg1"/>
              </a:solidFill>
            </a:endParaRPr>
          </a:p>
          <a:p>
            <a:pPr marL="139700" indent="0">
              <a:buNone/>
            </a:pPr>
            <a:endParaRPr lang="en-US" dirty="0"/>
          </a:p>
        </p:txBody>
      </p:sp>
      <p:sp>
        <p:nvSpPr>
          <p:cNvPr id="5" name="Text Placeholder 4"/>
          <p:cNvSpPr>
            <a:spLocks noGrp="1"/>
          </p:cNvSpPr>
          <p:nvPr>
            <p:ph type="body" idx="2"/>
          </p:nvPr>
        </p:nvSpPr>
        <p:spPr>
          <a:xfrm>
            <a:off x="4808425" y="1608083"/>
            <a:ext cx="3631800" cy="2902184"/>
          </a:xfrm>
        </p:spPr>
        <p:txBody>
          <a:bodyPr/>
          <a:lstStyle/>
          <a:p>
            <a:r>
              <a:rPr lang="en-US" dirty="0">
                <a:solidFill>
                  <a:schemeClr val="bg1"/>
                </a:solidFill>
              </a:rPr>
              <a:t>Categorical </a:t>
            </a:r>
            <a:r>
              <a:rPr lang="en-US" dirty="0" smtClean="0">
                <a:solidFill>
                  <a:schemeClr val="bg1"/>
                </a:solidFill>
              </a:rPr>
              <a:t>Attributes </a:t>
            </a:r>
            <a:r>
              <a:rPr lang="en-US" dirty="0">
                <a:solidFill>
                  <a:schemeClr val="bg1"/>
                </a:solidFill>
              </a:rPr>
              <a:t>(</a:t>
            </a:r>
            <a:r>
              <a:rPr lang="en-US" dirty="0" err="1" smtClean="0">
                <a:solidFill>
                  <a:schemeClr val="bg1"/>
                </a:solidFill>
              </a:rPr>
              <a:t>Genotype,Treatment</a:t>
            </a:r>
            <a:r>
              <a:rPr lang="en-US" dirty="0" smtClean="0">
                <a:solidFill>
                  <a:schemeClr val="bg1"/>
                </a:solidFill>
              </a:rPr>
              <a:t>, </a:t>
            </a:r>
            <a:r>
              <a:rPr lang="en-US" dirty="0">
                <a:solidFill>
                  <a:schemeClr val="bg1"/>
                </a:solidFill>
              </a:rPr>
              <a:t>Behavior, Class)</a:t>
            </a:r>
          </a:p>
          <a:p>
            <a:endParaRPr lang="en-US" dirty="0"/>
          </a:p>
        </p:txBody>
      </p:sp>
      <p:sp>
        <p:nvSpPr>
          <p:cNvPr id="2" name="Title 1"/>
          <p:cNvSpPr>
            <a:spLocks noGrp="1"/>
          </p:cNvSpPr>
          <p:nvPr>
            <p:ph type="title"/>
          </p:nvPr>
        </p:nvSpPr>
        <p:spPr>
          <a:xfrm>
            <a:off x="711599" y="168166"/>
            <a:ext cx="3355903" cy="959234"/>
          </a:xfrm>
        </p:spPr>
        <p:txBody>
          <a:bodyPr/>
          <a:lstStyle/>
          <a:p>
            <a:r>
              <a:rPr lang="en-US" dirty="0"/>
              <a:t>Attributes of Dataset</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58208" y="2501462"/>
            <a:ext cx="504403" cy="2437724"/>
          </a:xfrm>
          <a:prstGeom prst="rect">
            <a:avLst/>
          </a:prstGeom>
        </p:spPr>
      </p:pic>
      <p:sp>
        <p:nvSpPr>
          <p:cNvPr id="6" name="TextBox 5"/>
          <p:cNvSpPr txBox="1"/>
          <p:nvPr/>
        </p:nvSpPr>
        <p:spPr>
          <a:xfrm>
            <a:off x="1126199" y="2420011"/>
            <a:ext cx="1983330" cy="276999"/>
          </a:xfrm>
          <a:prstGeom prst="rect">
            <a:avLst/>
          </a:prstGeom>
          <a:noFill/>
        </p:spPr>
        <p:txBody>
          <a:bodyPr wrap="square" rtlCol="0">
            <a:spAutoFit/>
          </a:bodyPr>
          <a:lstStyle/>
          <a:p>
            <a:r>
              <a:rPr lang="en-US" sz="1200" dirty="0" smtClean="0">
                <a:solidFill>
                  <a:schemeClr val="bg1"/>
                </a:solidFill>
              </a:rPr>
              <a:t>One protein type column:</a:t>
            </a:r>
            <a:endParaRPr lang="en-US" sz="1200" dirty="0">
              <a:solidFill>
                <a:schemeClr val="bg1"/>
              </a:solidFill>
            </a:endParaRPr>
          </a:p>
        </p:txBody>
      </p:sp>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565287" y="2249214"/>
            <a:ext cx="563767" cy="2695099"/>
          </a:xfrm>
          <a:prstGeom prst="rect">
            <a:avLst/>
          </a:prstGeom>
        </p:spPr>
      </p:pic>
      <p:sp>
        <p:nvSpPr>
          <p:cNvPr id="8" name="TextBox 7"/>
          <p:cNvSpPr txBox="1"/>
          <p:nvPr/>
        </p:nvSpPr>
        <p:spPr>
          <a:xfrm>
            <a:off x="5244502" y="2143012"/>
            <a:ext cx="1166592" cy="276999"/>
          </a:xfrm>
          <a:prstGeom prst="rect">
            <a:avLst/>
          </a:prstGeom>
          <a:noFill/>
        </p:spPr>
        <p:txBody>
          <a:bodyPr wrap="square" rtlCol="0">
            <a:spAutoFit/>
          </a:bodyPr>
          <a:lstStyle/>
          <a:p>
            <a:r>
              <a:rPr lang="en-US" sz="1200" dirty="0" smtClean="0">
                <a:solidFill>
                  <a:schemeClr val="bg1"/>
                </a:solidFill>
              </a:rPr>
              <a:t>Class column:</a:t>
            </a:r>
            <a:endParaRPr lang="en-US" sz="1200" dirty="0">
              <a:solidFill>
                <a:schemeClr val="bg1"/>
              </a:solidFill>
            </a:endParaRPr>
          </a:p>
        </p:txBody>
      </p:sp>
    </p:spTree>
    <p:extLst>
      <p:ext uri="{BB962C8B-B14F-4D97-AF65-F5344CB8AC3E}">
        <p14:creationId xmlns:p14="http://schemas.microsoft.com/office/powerpoint/2010/main" val="2112772002"/>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Preprocessing Data</a:t>
            </a:r>
          </a:p>
        </p:txBody>
      </p:sp>
      <p:sp>
        <p:nvSpPr>
          <p:cNvPr id="3" name="Text Placeholder 2"/>
          <p:cNvSpPr>
            <a:spLocks noGrp="1"/>
          </p:cNvSpPr>
          <p:nvPr>
            <p:ph type="body" idx="1"/>
          </p:nvPr>
        </p:nvSpPr>
        <p:spPr/>
        <p:txBody>
          <a:bodyPr/>
          <a:lstStyle/>
          <a:p>
            <a:r>
              <a:rPr lang="en-US" dirty="0" smtClean="0"/>
              <a:t>Preprocessing data is a must step in each data mining project; where data is normalized and cleaned.</a:t>
            </a:r>
          </a:p>
          <a:p>
            <a:pPr marL="139700" indent="0">
              <a:buNone/>
            </a:pPr>
            <a:endParaRPr lang="en-US" dirty="0" smtClean="0"/>
          </a:p>
          <a:p>
            <a:r>
              <a:rPr lang="en-US" dirty="0" smtClean="0"/>
              <a:t>We normalized our numerical attributes into range of 0 to 1.</a:t>
            </a:r>
          </a:p>
          <a:p>
            <a:pPr marL="139700" indent="0">
              <a:buNone/>
            </a:pPr>
            <a:endParaRPr lang="en-US" dirty="0" smtClean="0"/>
          </a:p>
          <a:p>
            <a:r>
              <a:rPr lang="en-US" dirty="0" smtClean="0"/>
              <a:t>We changed our categorical attributes to hold a value between 0 to 1 by Ordinal encoder class.</a:t>
            </a:r>
          </a:p>
          <a:p>
            <a:pPr marL="139700" indent="0">
              <a:buNone/>
            </a:pPr>
            <a:endParaRPr lang="en-US" dirty="0" smtClean="0"/>
          </a:p>
          <a:p>
            <a:r>
              <a:rPr lang="en-US" dirty="0" smtClean="0"/>
              <a:t>We used the mode function to replace all our missing values in each corresponding attribute.</a:t>
            </a:r>
          </a:p>
          <a:p>
            <a:pPr marL="139700" indent="0">
              <a:buNone/>
            </a:pPr>
            <a:endParaRPr lang="en-US" dirty="0" smtClean="0"/>
          </a:p>
          <a:p>
            <a:r>
              <a:rPr lang="en-US" dirty="0" smtClean="0"/>
              <a:t>We cleaned all our infinite and NANs values.</a:t>
            </a:r>
          </a:p>
          <a:p>
            <a:pPr marL="139700" indent="0">
              <a:buNone/>
            </a:pPr>
            <a:endParaRPr lang="en-US" dirty="0"/>
          </a:p>
          <a:p>
            <a:pPr marL="139700" indent="0">
              <a:buNone/>
            </a:pPr>
            <a:endParaRPr lang="en-US" dirty="0" smtClean="0"/>
          </a:p>
          <a:p>
            <a:endParaRPr lang="en-US" dirty="0" smtClean="0"/>
          </a:p>
          <a:p>
            <a:endParaRPr lang="en-US" dirty="0"/>
          </a:p>
        </p:txBody>
      </p:sp>
    </p:spTree>
    <p:extLst>
      <p:ext uri="{BB962C8B-B14F-4D97-AF65-F5344CB8AC3E}">
        <p14:creationId xmlns:p14="http://schemas.microsoft.com/office/powerpoint/2010/main" val="1196608116"/>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672662" y="599090"/>
            <a:ext cx="3899338" cy="338554"/>
          </a:xfrm>
          <a:prstGeom prst="rect">
            <a:avLst/>
          </a:prstGeom>
          <a:noFill/>
        </p:spPr>
        <p:txBody>
          <a:bodyPr wrap="square" rtlCol="0">
            <a:spAutoFit/>
          </a:bodyPr>
          <a:lstStyle/>
          <a:p>
            <a:r>
              <a:rPr lang="en-US" sz="1600" b="1" dirty="0" smtClean="0">
                <a:solidFill>
                  <a:schemeClr val="bg1"/>
                </a:solidFill>
              </a:rPr>
              <a:t>Data after  preprocessing:</a:t>
            </a:r>
            <a:endParaRPr lang="en-US" sz="1600" b="1" dirty="0">
              <a:solidFill>
                <a:schemeClr val="bg1"/>
              </a:solidFill>
            </a:endParaRPr>
          </a:p>
        </p:txBody>
      </p:sp>
      <p:pic>
        <p:nvPicPr>
          <p:cNvPr id="5" name="Pictur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5240" y="1141745"/>
            <a:ext cx="7059010" cy="1514686"/>
          </a:xfrm>
          <a:prstGeom prst="rect">
            <a:avLst/>
          </a:prstGeom>
        </p:spPr>
      </p:pic>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0509" y="2771832"/>
            <a:ext cx="6277851" cy="1533739"/>
          </a:xfrm>
          <a:prstGeom prst="rect">
            <a:avLst/>
          </a:prstGeom>
        </p:spPr>
      </p:pic>
    </p:spTree>
    <p:extLst>
      <p:ext uri="{BB962C8B-B14F-4D97-AF65-F5344CB8AC3E}">
        <p14:creationId xmlns:p14="http://schemas.microsoft.com/office/powerpoint/2010/main" val="3344524987"/>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469"/>
        <p:cNvGrpSpPr/>
        <p:nvPr/>
      </p:nvGrpSpPr>
      <p:grpSpPr>
        <a:xfrm>
          <a:off x="0" y="0"/>
          <a:ext cx="0" cy="0"/>
          <a:chOff x="0" y="0"/>
          <a:chExt cx="0" cy="0"/>
        </a:xfrm>
      </p:grpSpPr>
      <p:sp>
        <p:nvSpPr>
          <p:cNvPr id="470" name="Google Shape;470;p29"/>
          <p:cNvSpPr txBox="1">
            <a:spLocks noGrp="1"/>
          </p:cNvSpPr>
          <p:nvPr>
            <p:ph type="subTitle" idx="1"/>
          </p:nvPr>
        </p:nvSpPr>
        <p:spPr>
          <a:xfrm>
            <a:off x="5250162" y="2906675"/>
            <a:ext cx="2776800" cy="1521923"/>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US" dirty="0" smtClean="0"/>
              <a:t>We implement 3 frequent patterns models: </a:t>
            </a:r>
            <a:r>
              <a:rPr lang="en-US" dirty="0" err="1" smtClean="0"/>
              <a:t>Apriori</a:t>
            </a:r>
            <a:r>
              <a:rPr lang="en-US" dirty="0" smtClean="0"/>
              <a:t>, </a:t>
            </a:r>
            <a:r>
              <a:rPr lang="en-US" dirty="0" err="1" smtClean="0"/>
              <a:t>Fpgrowth</a:t>
            </a:r>
            <a:r>
              <a:rPr lang="en-US" dirty="0" smtClean="0"/>
              <a:t> and ECLAT.</a:t>
            </a:r>
          </a:p>
          <a:p>
            <a:pPr marL="0" lvl="0" indent="0" algn="ctr" rtl="0">
              <a:spcBef>
                <a:spcPts val="0"/>
              </a:spcBef>
              <a:spcAft>
                <a:spcPts val="0"/>
              </a:spcAft>
              <a:buClr>
                <a:schemeClr val="dk1"/>
              </a:buClr>
              <a:buSzPts val="1100"/>
              <a:buFont typeface="Arial"/>
              <a:buNone/>
            </a:pPr>
            <a:r>
              <a:rPr lang="en-US" dirty="0" smtClean="0"/>
              <a:t>As a result we got 3 set of rules.</a:t>
            </a:r>
            <a:endParaRPr dirty="0"/>
          </a:p>
        </p:txBody>
      </p:sp>
      <p:sp>
        <p:nvSpPr>
          <p:cNvPr id="471" name="Google Shape;471;p29"/>
          <p:cNvSpPr txBox="1">
            <a:spLocks noGrp="1"/>
          </p:cNvSpPr>
          <p:nvPr>
            <p:ph type="title" idx="4294967295"/>
          </p:nvPr>
        </p:nvSpPr>
        <p:spPr>
          <a:xfrm>
            <a:off x="5173575" y="1474650"/>
            <a:ext cx="2776800" cy="1090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MISSION STATEMENT</a:t>
            </a:r>
            <a:endParaRPr/>
          </a:p>
        </p:txBody>
      </p:sp>
      <p:grpSp>
        <p:nvGrpSpPr>
          <p:cNvPr id="472" name="Google Shape;472;p29"/>
          <p:cNvGrpSpPr/>
          <p:nvPr/>
        </p:nvGrpSpPr>
        <p:grpSpPr>
          <a:xfrm>
            <a:off x="989850" y="1233833"/>
            <a:ext cx="3271043" cy="3194766"/>
            <a:chOff x="1751775" y="1242000"/>
            <a:chExt cx="4109350" cy="4013525"/>
          </a:xfrm>
        </p:grpSpPr>
        <p:sp>
          <p:nvSpPr>
            <p:cNvPr id="473" name="Google Shape;473;p29"/>
            <p:cNvSpPr/>
            <p:nvPr/>
          </p:nvSpPr>
          <p:spPr>
            <a:xfrm>
              <a:off x="1751775" y="2712175"/>
              <a:ext cx="4109350" cy="2366225"/>
            </a:xfrm>
            <a:custGeom>
              <a:avLst/>
              <a:gdLst/>
              <a:ahLst/>
              <a:cxnLst/>
              <a:rect l="l" t="t" r="r" b="b"/>
              <a:pathLst>
                <a:path w="164374" h="94649" extrusionOk="0">
                  <a:moveTo>
                    <a:pt x="81919" y="1"/>
                  </a:moveTo>
                  <a:cubicBezTo>
                    <a:pt x="80672" y="1"/>
                    <a:pt x="79425" y="273"/>
                    <a:pt x="78471" y="817"/>
                  </a:cubicBezTo>
                  <a:lnTo>
                    <a:pt x="1892" y="45324"/>
                  </a:lnTo>
                  <a:cubicBezTo>
                    <a:pt x="0" y="46429"/>
                    <a:pt x="0" y="48220"/>
                    <a:pt x="1909" y="49325"/>
                  </a:cubicBezTo>
                  <a:lnTo>
                    <a:pt x="79006" y="93833"/>
                  </a:lnTo>
                  <a:cubicBezTo>
                    <a:pt x="79961" y="94377"/>
                    <a:pt x="81208" y="94649"/>
                    <a:pt x="82452" y="94649"/>
                  </a:cubicBezTo>
                  <a:cubicBezTo>
                    <a:pt x="83697" y="94649"/>
                    <a:pt x="84940" y="94377"/>
                    <a:pt x="85886" y="93833"/>
                  </a:cubicBezTo>
                  <a:lnTo>
                    <a:pt x="162482" y="49325"/>
                  </a:lnTo>
                  <a:cubicBezTo>
                    <a:pt x="164373" y="48220"/>
                    <a:pt x="164356" y="46429"/>
                    <a:pt x="162448" y="45324"/>
                  </a:cubicBezTo>
                  <a:lnTo>
                    <a:pt x="85367" y="817"/>
                  </a:lnTo>
                  <a:cubicBezTo>
                    <a:pt x="84413" y="273"/>
                    <a:pt x="83166" y="1"/>
                    <a:pt x="81919" y="1"/>
                  </a:cubicBezTo>
                  <a:close/>
                </a:path>
              </a:pathLst>
            </a:custGeom>
            <a:solidFill>
              <a:srgbClr val="503E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 name="Google Shape;474;p29"/>
            <p:cNvSpPr/>
            <p:nvPr/>
          </p:nvSpPr>
          <p:spPr>
            <a:xfrm>
              <a:off x="1763075" y="3895075"/>
              <a:ext cx="4085900" cy="1360450"/>
            </a:xfrm>
            <a:custGeom>
              <a:avLst/>
              <a:gdLst/>
              <a:ahLst/>
              <a:cxnLst/>
              <a:rect l="l" t="t" r="r" b="b"/>
              <a:pathLst>
                <a:path w="163436" h="54418" extrusionOk="0">
                  <a:moveTo>
                    <a:pt x="163436" y="17"/>
                  </a:moveTo>
                  <a:lnTo>
                    <a:pt x="163436" y="23"/>
                  </a:lnTo>
                  <a:lnTo>
                    <a:pt x="163436" y="23"/>
                  </a:lnTo>
                  <a:cubicBezTo>
                    <a:pt x="163436" y="21"/>
                    <a:pt x="163436" y="19"/>
                    <a:pt x="163436" y="17"/>
                  </a:cubicBezTo>
                  <a:close/>
                  <a:moveTo>
                    <a:pt x="17" y="0"/>
                  </a:moveTo>
                  <a:lnTo>
                    <a:pt x="0" y="7081"/>
                  </a:lnTo>
                  <a:cubicBezTo>
                    <a:pt x="0" y="7800"/>
                    <a:pt x="486" y="8520"/>
                    <a:pt x="1440" y="9089"/>
                  </a:cubicBezTo>
                  <a:lnTo>
                    <a:pt x="78521" y="53597"/>
                  </a:lnTo>
                  <a:cubicBezTo>
                    <a:pt x="78755" y="53714"/>
                    <a:pt x="78990" y="53831"/>
                    <a:pt x="79224" y="53932"/>
                  </a:cubicBezTo>
                  <a:lnTo>
                    <a:pt x="79274" y="53932"/>
                  </a:lnTo>
                  <a:cubicBezTo>
                    <a:pt x="79308" y="53949"/>
                    <a:pt x="79341" y="53965"/>
                    <a:pt x="79391" y="53982"/>
                  </a:cubicBezTo>
                  <a:cubicBezTo>
                    <a:pt x="79525" y="54032"/>
                    <a:pt x="79676" y="54083"/>
                    <a:pt x="79827" y="54133"/>
                  </a:cubicBezTo>
                  <a:cubicBezTo>
                    <a:pt x="79893" y="54149"/>
                    <a:pt x="79977" y="54166"/>
                    <a:pt x="80061" y="54183"/>
                  </a:cubicBezTo>
                  <a:cubicBezTo>
                    <a:pt x="80111" y="54200"/>
                    <a:pt x="80161" y="54216"/>
                    <a:pt x="80212" y="54216"/>
                  </a:cubicBezTo>
                  <a:cubicBezTo>
                    <a:pt x="80245" y="54233"/>
                    <a:pt x="80295" y="54250"/>
                    <a:pt x="80329" y="54250"/>
                  </a:cubicBezTo>
                  <a:cubicBezTo>
                    <a:pt x="80496" y="54283"/>
                    <a:pt x="80647" y="54317"/>
                    <a:pt x="80814" y="54334"/>
                  </a:cubicBezTo>
                  <a:cubicBezTo>
                    <a:pt x="80864" y="54350"/>
                    <a:pt x="80931" y="54350"/>
                    <a:pt x="80981" y="54350"/>
                  </a:cubicBezTo>
                  <a:cubicBezTo>
                    <a:pt x="81032" y="54350"/>
                    <a:pt x="81065" y="54367"/>
                    <a:pt x="81115" y="54367"/>
                  </a:cubicBezTo>
                  <a:cubicBezTo>
                    <a:pt x="81166" y="54367"/>
                    <a:pt x="81233" y="54384"/>
                    <a:pt x="81283" y="54384"/>
                  </a:cubicBezTo>
                  <a:cubicBezTo>
                    <a:pt x="81450" y="54401"/>
                    <a:pt x="81601" y="54401"/>
                    <a:pt x="81768" y="54417"/>
                  </a:cubicBezTo>
                  <a:lnTo>
                    <a:pt x="82270" y="54417"/>
                  </a:lnTo>
                  <a:cubicBezTo>
                    <a:pt x="82438" y="54401"/>
                    <a:pt x="82622" y="54384"/>
                    <a:pt x="82806" y="54367"/>
                  </a:cubicBezTo>
                  <a:lnTo>
                    <a:pt x="82856" y="54367"/>
                  </a:lnTo>
                  <a:cubicBezTo>
                    <a:pt x="82906" y="54367"/>
                    <a:pt x="82957" y="54350"/>
                    <a:pt x="83007" y="54350"/>
                  </a:cubicBezTo>
                  <a:cubicBezTo>
                    <a:pt x="83141" y="54334"/>
                    <a:pt x="83291" y="54317"/>
                    <a:pt x="83425" y="54283"/>
                  </a:cubicBezTo>
                  <a:cubicBezTo>
                    <a:pt x="83492" y="54283"/>
                    <a:pt x="83542" y="54250"/>
                    <a:pt x="83593" y="54250"/>
                  </a:cubicBezTo>
                  <a:cubicBezTo>
                    <a:pt x="83760" y="54216"/>
                    <a:pt x="83927" y="54166"/>
                    <a:pt x="84095" y="54116"/>
                  </a:cubicBezTo>
                  <a:cubicBezTo>
                    <a:pt x="84179" y="54099"/>
                    <a:pt x="84262" y="54083"/>
                    <a:pt x="84346" y="54049"/>
                  </a:cubicBezTo>
                  <a:cubicBezTo>
                    <a:pt x="84413" y="54032"/>
                    <a:pt x="84480" y="53999"/>
                    <a:pt x="84547" y="53982"/>
                  </a:cubicBezTo>
                  <a:cubicBezTo>
                    <a:pt x="84614" y="53965"/>
                    <a:pt x="84664" y="53932"/>
                    <a:pt x="84731" y="53915"/>
                  </a:cubicBezTo>
                  <a:cubicBezTo>
                    <a:pt x="84965" y="53815"/>
                    <a:pt x="85200" y="53714"/>
                    <a:pt x="85417" y="53580"/>
                  </a:cubicBezTo>
                  <a:lnTo>
                    <a:pt x="161996" y="9089"/>
                  </a:lnTo>
                  <a:cubicBezTo>
                    <a:pt x="162030" y="9073"/>
                    <a:pt x="162046" y="9056"/>
                    <a:pt x="162063" y="9039"/>
                  </a:cubicBezTo>
                  <a:cubicBezTo>
                    <a:pt x="162147" y="8989"/>
                    <a:pt x="162214" y="8922"/>
                    <a:pt x="162297" y="8872"/>
                  </a:cubicBezTo>
                  <a:cubicBezTo>
                    <a:pt x="162415" y="8788"/>
                    <a:pt x="162548" y="8704"/>
                    <a:pt x="162649" y="8621"/>
                  </a:cubicBezTo>
                  <a:cubicBezTo>
                    <a:pt x="162649" y="8604"/>
                    <a:pt x="162666" y="8604"/>
                    <a:pt x="162682" y="8587"/>
                  </a:cubicBezTo>
                  <a:cubicBezTo>
                    <a:pt x="162783" y="8487"/>
                    <a:pt x="162883" y="8370"/>
                    <a:pt x="162984" y="8269"/>
                  </a:cubicBezTo>
                  <a:cubicBezTo>
                    <a:pt x="163000" y="8236"/>
                    <a:pt x="163017" y="8219"/>
                    <a:pt x="163034" y="8185"/>
                  </a:cubicBezTo>
                  <a:cubicBezTo>
                    <a:pt x="163051" y="8169"/>
                    <a:pt x="163067" y="8135"/>
                    <a:pt x="163084" y="8102"/>
                  </a:cubicBezTo>
                  <a:cubicBezTo>
                    <a:pt x="163118" y="8068"/>
                    <a:pt x="163151" y="8018"/>
                    <a:pt x="163168" y="7968"/>
                  </a:cubicBezTo>
                  <a:cubicBezTo>
                    <a:pt x="163218" y="7884"/>
                    <a:pt x="163268" y="7784"/>
                    <a:pt x="163302" y="7700"/>
                  </a:cubicBezTo>
                  <a:cubicBezTo>
                    <a:pt x="163302" y="7683"/>
                    <a:pt x="163302" y="7667"/>
                    <a:pt x="163318" y="7650"/>
                  </a:cubicBezTo>
                  <a:cubicBezTo>
                    <a:pt x="163318" y="7633"/>
                    <a:pt x="163318" y="7616"/>
                    <a:pt x="163335" y="7600"/>
                  </a:cubicBezTo>
                  <a:cubicBezTo>
                    <a:pt x="163352" y="7549"/>
                    <a:pt x="163369" y="7482"/>
                    <a:pt x="163385" y="7415"/>
                  </a:cubicBezTo>
                  <a:cubicBezTo>
                    <a:pt x="163402" y="7332"/>
                    <a:pt x="163402" y="7231"/>
                    <a:pt x="163419" y="7148"/>
                  </a:cubicBezTo>
                  <a:lnTo>
                    <a:pt x="163419" y="7097"/>
                  </a:lnTo>
                  <a:lnTo>
                    <a:pt x="163436" y="23"/>
                  </a:lnTo>
                  <a:lnTo>
                    <a:pt x="163436" y="23"/>
                  </a:lnTo>
                  <a:cubicBezTo>
                    <a:pt x="163435" y="188"/>
                    <a:pt x="163402" y="354"/>
                    <a:pt x="163352" y="519"/>
                  </a:cubicBezTo>
                  <a:cubicBezTo>
                    <a:pt x="163352" y="536"/>
                    <a:pt x="163335" y="553"/>
                    <a:pt x="163335" y="586"/>
                  </a:cubicBezTo>
                  <a:cubicBezTo>
                    <a:pt x="163285" y="737"/>
                    <a:pt x="163201" y="887"/>
                    <a:pt x="163101" y="1038"/>
                  </a:cubicBezTo>
                  <a:cubicBezTo>
                    <a:pt x="163084" y="1055"/>
                    <a:pt x="163067" y="1088"/>
                    <a:pt x="163051" y="1105"/>
                  </a:cubicBezTo>
                  <a:cubicBezTo>
                    <a:pt x="162950" y="1256"/>
                    <a:pt x="162816" y="1406"/>
                    <a:pt x="162666" y="1540"/>
                  </a:cubicBezTo>
                  <a:cubicBezTo>
                    <a:pt x="162565" y="1624"/>
                    <a:pt x="162431" y="1708"/>
                    <a:pt x="162314" y="1791"/>
                  </a:cubicBezTo>
                  <a:cubicBezTo>
                    <a:pt x="162214" y="1858"/>
                    <a:pt x="162130" y="1942"/>
                    <a:pt x="162013" y="2009"/>
                  </a:cubicBezTo>
                  <a:lnTo>
                    <a:pt x="85434" y="46517"/>
                  </a:lnTo>
                  <a:cubicBezTo>
                    <a:pt x="85216" y="46634"/>
                    <a:pt x="84999" y="46734"/>
                    <a:pt x="84748" y="46835"/>
                  </a:cubicBezTo>
                  <a:cubicBezTo>
                    <a:pt x="84697" y="46851"/>
                    <a:pt x="84631" y="46885"/>
                    <a:pt x="84564" y="46902"/>
                  </a:cubicBezTo>
                  <a:cubicBezTo>
                    <a:pt x="84413" y="46952"/>
                    <a:pt x="84262" y="47002"/>
                    <a:pt x="84112" y="47036"/>
                  </a:cubicBezTo>
                  <a:cubicBezTo>
                    <a:pt x="83944" y="47086"/>
                    <a:pt x="83777" y="47136"/>
                    <a:pt x="83626" y="47170"/>
                  </a:cubicBezTo>
                  <a:cubicBezTo>
                    <a:pt x="83425" y="47203"/>
                    <a:pt x="83224" y="47236"/>
                    <a:pt x="83024" y="47270"/>
                  </a:cubicBezTo>
                  <a:cubicBezTo>
                    <a:pt x="82973" y="47270"/>
                    <a:pt x="82923" y="47287"/>
                    <a:pt x="82890" y="47287"/>
                  </a:cubicBezTo>
                  <a:cubicBezTo>
                    <a:pt x="82605" y="47320"/>
                    <a:pt x="82337" y="47337"/>
                    <a:pt x="82070" y="47337"/>
                  </a:cubicBezTo>
                  <a:lnTo>
                    <a:pt x="81936" y="47337"/>
                  </a:lnTo>
                  <a:cubicBezTo>
                    <a:pt x="81668" y="47337"/>
                    <a:pt x="81400" y="47320"/>
                    <a:pt x="81132" y="47287"/>
                  </a:cubicBezTo>
                  <a:lnTo>
                    <a:pt x="80998" y="47287"/>
                  </a:lnTo>
                  <a:cubicBezTo>
                    <a:pt x="80730" y="47253"/>
                    <a:pt x="80479" y="47203"/>
                    <a:pt x="80228" y="47153"/>
                  </a:cubicBezTo>
                  <a:cubicBezTo>
                    <a:pt x="80178" y="47136"/>
                    <a:pt x="80128" y="47119"/>
                    <a:pt x="80078" y="47119"/>
                  </a:cubicBezTo>
                  <a:cubicBezTo>
                    <a:pt x="79843" y="47052"/>
                    <a:pt x="79626" y="46985"/>
                    <a:pt x="79408" y="46902"/>
                  </a:cubicBezTo>
                  <a:cubicBezTo>
                    <a:pt x="79375" y="46885"/>
                    <a:pt x="79324" y="46885"/>
                    <a:pt x="79291" y="46868"/>
                  </a:cubicBezTo>
                  <a:cubicBezTo>
                    <a:pt x="79023" y="46768"/>
                    <a:pt x="78772" y="46651"/>
                    <a:pt x="78538" y="46517"/>
                  </a:cubicBezTo>
                  <a:lnTo>
                    <a:pt x="1457" y="2009"/>
                  </a:lnTo>
                  <a:cubicBezTo>
                    <a:pt x="503" y="1457"/>
                    <a:pt x="17" y="720"/>
                    <a:pt x="17" y="0"/>
                  </a:cubicBezTo>
                  <a:close/>
                </a:path>
              </a:pathLst>
            </a:custGeom>
            <a:solidFill>
              <a:srgbClr val="954D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 name="Google Shape;475;p29"/>
            <p:cNvSpPr/>
            <p:nvPr/>
          </p:nvSpPr>
          <p:spPr>
            <a:xfrm>
              <a:off x="1751775" y="2712175"/>
              <a:ext cx="4109350" cy="2366225"/>
            </a:xfrm>
            <a:custGeom>
              <a:avLst/>
              <a:gdLst/>
              <a:ahLst/>
              <a:cxnLst/>
              <a:rect l="l" t="t" r="r" b="b"/>
              <a:pathLst>
                <a:path w="164374" h="94649" extrusionOk="0">
                  <a:moveTo>
                    <a:pt x="81919" y="1"/>
                  </a:moveTo>
                  <a:cubicBezTo>
                    <a:pt x="80672" y="1"/>
                    <a:pt x="79425" y="273"/>
                    <a:pt x="78471" y="817"/>
                  </a:cubicBezTo>
                  <a:lnTo>
                    <a:pt x="1892" y="45324"/>
                  </a:lnTo>
                  <a:cubicBezTo>
                    <a:pt x="0" y="46429"/>
                    <a:pt x="0" y="48220"/>
                    <a:pt x="1909" y="49325"/>
                  </a:cubicBezTo>
                  <a:lnTo>
                    <a:pt x="79006" y="93833"/>
                  </a:lnTo>
                  <a:cubicBezTo>
                    <a:pt x="79961" y="94377"/>
                    <a:pt x="81208" y="94649"/>
                    <a:pt x="82452" y="94649"/>
                  </a:cubicBezTo>
                  <a:cubicBezTo>
                    <a:pt x="83697" y="94649"/>
                    <a:pt x="84940" y="94377"/>
                    <a:pt x="85886" y="93833"/>
                  </a:cubicBezTo>
                  <a:lnTo>
                    <a:pt x="162482" y="49325"/>
                  </a:lnTo>
                  <a:cubicBezTo>
                    <a:pt x="164373" y="48220"/>
                    <a:pt x="164356" y="46429"/>
                    <a:pt x="162448" y="45324"/>
                  </a:cubicBezTo>
                  <a:lnTo>
                    <a:pt x="85367" y="817"/>
                  </a:lnTo>
                  <a:cubicBezTo>
                    <a:pt x="84413" y="273"/>
                    <a:pt x="83166" y="1"/>
                    <a:pt x="8191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 name="Google Shape;476;p29"/>
            <p:cNvSpPr/>
            <p:nvPr/>
          </p:nvSpPr>
          <p:spPr>
            <a:xfrm>
              <a:off x="1763075" y="3895075"/>
              <a:ext cx="4085900" cy="1360450"/>
            </a:xfrm>
            <a:custGeom>
              <a:avLst/>
              <a:gdLst/>
              <a:ahLst/>
              <a:cxnLst/>
              <a:rect l="l" t="t" r="r" b="b"/>
              <a:pathLst>
                <a:path w="163436" h="54418" extrusionOk="0">
                  <a:moveTo>
                    <a:pt x="163436" y="17"/>
                  </a:moveTo>
                  <a:lnTo>
                    <a:pt x="163436" y="23"/>
                  </a:lnTo>
                  <a:lnTo>
                    <a:pt x="163436" y="23"/>
                  </a:lnTo>
                  <a:cubicBezTo>
                    <a:pt x="163436" y="21"/>
                    <a:pt x="163436" y="19"/>
                    <a:pt x="163436" y="17"/>
                  </a:cubicBezTo>
                  <a:close/>
                  <a:moveTo>
                    <a:pt x="17" y="0"/>
                  </a:moveTo>
                  <a:lnTo>
                    <a:pt x="0" y="7081"/>
                  </a:lnTo>
                  <a:cubicBezTo>
                    <a:pt x="0" y="7800"/>
                    <a:pt x="486" y="8520"/>
                    <a:pt x="1440" y="9089"/>
                  </a:cubicBezTo>
                  <a:lnTo>
                    <a:pt x="78521" y="53597"/>
                  </a:lnTo>
                  <a:cubicBezTo>
                    <a:pt x="78755" y="53714"/>
                    <a:pt x="78990" y="53831"/>
                    <a:pt x="79224" y="53932"/>
                  </a:cubicBezTo>
                  <a:lnTo>
                    <a:pt x="79274" y="53932"/>
                  </a:lnTo>
                  <a:cubicBezTo>
                    <a:pt x="79308" y="53949"/>
                    <a:pt x="79341" y="53965"/>
                    <a:pt x="79391" y="53982"/>
                  </a:cubicBezTo>
                  <a:cubicBezTo>
                    <a:pt x="79525" y="54032"/>
                    <a:pt x="79676" y="54083"/>
                    <a:pt x="79827" y="54133"/>
                  </a:cubicBezTo>
                  <a:cubicBezTo>
                    <a:pt x="79893" y="54149"/>
                    <a:pt x="79977" y="54166"/>
                    <a:pt x="80061" y="54183"/>
                  </a:cubicBezTo>
                  <a:cubicBezTo>
                    <a:pt x="80111" y="54200"/>
                    <a:pt x="80161" y="54216"/>
                    <a:pt x="80212" y="54216"/>
                  </a:cubicBezTo>
                  <a:cubicBezTo>
                    <a:pt x="80245" y="54233"/>
                    <a:pt x="80295" y="54250"/>
                    <a:pt x="80329" y="54250"/>
                  </a:cubicBezTo>
                  <a:cubicBezTo>
                    <a:pt x="80496" y="54283"/>
                    <a:pt x="80647" y="54317"/>
                    <a:pt x="80814" y="54334"/>
                  </a:cubicBezTo>
                  <a:cubicBezTo>
                    <a:pt x="80864" y="54350"/>
                    <a:pt x="80931" y="54350"/>
                    <a:pt x="80981" y="54350"/>
                  </a:cubicBezTo>
                  <a:cubicBezTo>
                    <a:pt x="81032" y="54350"/>
                    <a:pt x="81065" y="54367"/>
                    <a:pt x="81115" y="54367"/>
                  </a:cubicBezTo>
                  <a:cubicBezTo>
                    <a:pt x="81166" y="54367"/>
                    <a:pt x="81233" y="54384"/>
                    <a:pt x="81283" y="54384"/>
                  </a:cubicBezTo>
                  <a:cubicBezTo>
                    <a:pt x="81450" y="54401"/>
                    <a:pt x="81601" y="54401"/>
                    <a:pt x="81768" y="54417"/>
                  </a:cubicBezTo>
                  <a:lnTo>
                    <a:pt x="82270" y="54417"/>
                  </a:lnTo>
                  <a:cubicBezTo>
                    <a:pt x="82438" y="54401"/>
                    <a:pt x="82622" y="54384"/>
                    <a:pt x="82806" y="54367"/>
                  </a:cubicBezTo>
                  <a:lnTo>
                    <a:pt x="82856" y="54367"/>
                  </a:lnTo>
                  <a:cubicBezTo>
                    <a:pt x="82906" y="54367"/>
                    <a:pt x="82957" y="54350"/>
                    <a:pt x="83007" y="54350"/>
                  </a:cubicBezTo>
                  <a:cubicBezTo>
                    <a:pt x="83141" y="54334"/>
                    <a:pt x="83291" y="54317"/>
                    <a:pt x="83425" y="54283"/>
                  </a:cubicBezTo>
                  <a:cubicBezTo>
                    <a:pt x="83492" y="54283"/>
                    <a:pt x="83542" y="54250"/>
                    <a:pt x="83593" y="54250"/>
                  </a:cubicBezTo>
                  <a:cubicBezTo>
                    <a:pt x="83760" y="54216"/>
                    <a:pt x="83927" y="54166"/>
                    <a:pt x="84095" y="54116"/>
                  </a:cubicBezTo>
                  <a:cubicBezTo>
                    <a:pt x="84179" y="54099"/>
                    <a:pt x="84262" y="54083"/>
                    <a:pt x="84346" y="54049"/>
                  </a:cubicBezTo>
                  <a:cubicBezTo>
                    <a:pt x="84413" y="54032"/>
                    <a:pt x="84480" y="53999"/>
                    <a:pt x="84547" y="53982"/>
                  </a:cubicBezTo>
                  <a:cubicBezTo>
                    <a:pt x="84614" y="53965"/>
                    <a:pt x="84664" y="53932"/>
                    <a:pt x="84731" y="53915"/>
                  </a:cubicBezTo>
                  <a:cubicBezTo>
                    <a:pt x="84965" y="53815"/>
                    <a:pt x="85200" y="53714"/>
                    <a:pt x="85417" y="53580"/>
                  </a:cubicBezTo>
                  <a:lnTo>
                    <a:pt x="161996" y="9089"/>
                  </a:lnTo>
                  <a:cubicBezTo>
                    <a:pt x="162030" y="9073"/>
                    <a:pt x="162046" y="9056"/>
                    <a:pt x="162063" y="9039"/>
                  </a:cubicBezTo>
                  <a:cubicBezTo>
                    <a:pt x="162147" y="8989"/>
                    <a:pt x="162214" y="8922"/>
                    <a:pt x="162297" y="8872"/>
                  </a:cubicBezTo>
                  <a:cubicBezTo>
                    <a:pt x="162415" y="8788"/>
                    <a:pt x="162548" y="8704"/>
                    <a:pt x="162649" y="8621"/>
                  </a:cubicBezTo>
                  <a:cubicBezTo>
                    <a:pt x="162649" y="8604"/>
                    <a:pt x="162666" y="8604"/>
                    <a:pt x="162682" y="8587"/>
                  </a:cubicBezTo>
                  <a:cubicBezTo>
                    <a:pt x="162783" y="8487"/>
                    <a:pt x="162883" y="8370"/>
                    <a:pt x="162984" y="8269"/>
                  </a:cubicBezTo>
                  <a:cubicBezTo>
                    <a:pt x="163000" y="8236"/>
                    <a:pt x="163017" y="8219"/>
                    <a:pt x="163034" y="8185"/>
                  </a:cubicBezTo>
                  <a:cubicBezTo>
                    <a:pt x="163051" y="8169"/>
                    <a:pt x="163067" y="8135"/>
                    <a:pt x="163084" y="8102"/>
                  </a:cubicBezTo>
                  <a:cubicBezTo>
                    <a:pt x="163118" y="8068"/>
                    <a:pt x="163151" y="8018"/>
                    <a:pt x="163168" y="7968"/>
                  </a:cubicBezTo>
                  <a:cubicBezTo>
                    <a:pt x="163218" y="7884"/>
                    <a:pt x="163268" y="7784"/>
                    <a:pt x="163302" y="7700"/>
                  </a:cubicBezTo>
                  <a:cubicBezTo>
                    <a:pt x="163302" y="7683"/>
                    <a:pt x="163302" y="7667"/>
                    <a:pt x="163318" y="7650"/>
                  </a:cubicBezTo>
                  <a:cubicBezTo>
                    <a:pt x="163318" y="7633"/>
                    <a:pt x="163318" y="7616"/>
                    <a:pt x="163335" y="7600"/>
                  </a:cubicBezTo>
                  <a:cubicBezTo>
                    <a:pt x="163352" y="7549"/>
                    <a:pt x="163369" y="7482"/>
                    <a:pt x="163385" y="7415"/>
                  </a:cubicBezTo>
                  <a:cubicBezTo>
                    <a:pt x="163402" y="7332"/>
                    <a:pt x="163402" y="7231"/>
                    <a:pt x="163419" y="7148"/>
                  </a:cubicBezTo>
                  <a:lnTo>
                    <a:pt x="163419" y="7097"/>
                  </a:lnTo>
                  <a:lnTo>
                    <a:pt x="163436" y="23"/>
                  </a:lnTo>
                  <a:lnTo>
                    <a:pt x="163436" y="23"/>
                  </a:lnTo>
                  <a:cubicBezTo>
                    <a:pt x="163435" y="188"/>
                    <a:pt x="163402" y="354"/>
                    <a:pt x="163352" y="519"/>
                  </a:cubicBezTo>
                  <a:cubicBezTo>
                    <a:pt x="163352" y="536"/>
                    <a:pt x="163335" y="553"/>
                    <a:pt x="163335" y="586"/>
                  </a:cubicBezTo>
                  <a:cubicBezTo>
                    <a:pt x="163285" y="737"/>
                    <a:pt x="163201" y="887"/>
                    <a:pt x="163101" y="1038"/>
                  </a:cubicBezTo>
                  <a:cubicBezTo>
                    <a:pt x="163084" y="1055"/>
                    <a:pt x="163067" y="1088"/>
                    <a:pt x="163051" y="1105"/>
                  </a:cubicBezTo>
                  <a:cubicBezTo>
                    <a:pt x="162950" y="1256"/>
                    <a:pt x="162816" y="1406"/>
                    <a:pt x="162666" y="1540"/>
                  </a:cubicBezTo>
                  <a:cubicBezTo>
                    <a:pt x="162565" y="1624"/>
                    <a:pt x="162431" y="1708"/>
                    <a:pt x="162314" y="1791"/>
                  </a:cubicBezTo>
                  <a:cubicBezTo>
                    <a:pt x="162214" y="1858"/>
                    <a:pt x="162130" y="1942"/>
                    <a:pt x="162013" y="2009"/>
                  </a:cubicBezTo>
                  <a:lnTo>
                    <a:pt x="85434" y="46517"/>
                  </a:lnTo>
                  <a:cubicBezTo>
                    <a:pt x="85216" y="46634"/>
                    <a:pt x="84999" y="46734"/>
                    <a:pt x="84748" y="46835"/>
                  </a:cubicBezTo>
                  <a:cubicBezTo>
                    <a:pt x="84697" y="46851"/>
                    <a:pt x="84631" y="46885"/>
                    <a:pt x="84564" y="46902"/>
                  </a:cubicBezTo>
                  <a:cubicBezTo>
                    <a:pt x="84413" y="46952"/>
                    <a:pt x="84262" y="47002"/>
                    <a:pt x="84112" y="47036"/>
                  </a:cubicBezTo>
                  <a:cubicBezTo>
                    <a:pt x="83944" y="47086"/>
                    <a:pt x="83777" y="47136"/>
                    <a:pt x="83626" y="47170"/>
                  </a:cubicBezTo>
                  <a:cubicBezTo>
                    <a:pt x="83425" y="47203"/>
                    <a:pt x="83224" y="47236"/>
                    <a:pt x="83024" y="47270"/>
                  </a:cubicBezTo>
                  <a:cubicBezTo>
                    <a:pt x="82973" y="47270"/>
                    <a:pt x="82923" y="47287"/>
                    <a:pt x="82890" y="47287"/>
                  </a:cubicBezTo>
                  <a:cubicBezTo>
                    <a:pt x="82605" y="47320"/>
                    <a:pt x="82337" y="47337"/>
                    <a:pt x="82070" y="47337"/>
                  </a:cubicBezTo>
                  <a:lnTo>
                    <a:pt x="81936" y="47337"/>
                  </a:lnTo>
                  <a:cubicBezTo>
                    <a:pt x="81668" y="47337"/>
                    <a:pt x="81400" y="47320"/>
                    <a:pt x="81132" y="47287"/>
                  </a:cubicBezTo>
                  <a:lnTo>
                    <a:pt x="80998" y="47287"/>
                  </a:lnTo>
                  <a:cubicBezTo>
                    <a:pt x="80730" y="47253"/>
                    <a:pt x="80479" y="47203"/>
                    <a:pt x="80228" y="47153"/>
                  </a:cubicBezTo>
                  <a:cubicBezTo>
                    <a:pt x="80178" y="47136"/>
                    <a:pt x="80128" y="47119"/>
                    <a:pt x="80078" y="47119"/>
                  </a:cubicBezTo>
                  <a:cubicBezTo>
                    <a:pt x="79843" y="47052"/>
                    <a:pt x="79626" y="46985"/>
                    <a:pt x="79408" y="46902"/>
                  </a:cubicBezTo>
                  <a:cubicBezTo>
                    <a:pt x="79375" y="46885"/>
                    <a:pt x="79324" y="46885"/>
                    <a:pt x="79291" y="46868"/>
                  </a:cubicBezTo>
                  <a:cubicBezTo>
                    <a:pt x="79023" y="46768"/>
                    <a:pt x="78772" y="46651"/>
                    <a:pt x="78538" y="46517"/>
                  </a:cubicBezTo>
                  <a:lnTo>
                    <a:pt x="1457" y="2009"/>
                  </a:lnTo>
                  <a:cubicBezTo>
                    <a:pt x="503" y="1457"/>
                    <a:pt x="17" y="720"/>
                    <a:pt x="1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 name="Google Shape;477;p29"/>
            <p:cNvSpPr/>
            <p:nvPr/>
          </p:nvSpPr>
          <p:spPr>
            <a:xfrm>
              <a:off x="2174850" y="2949750"/>
              <a:ext cx="3263200" cy="1890225"/>
            </a:xfrm>
            <a:custGeom>
              <a:avLst/>
              <a:gdLst/>
              <a:ahLst/>
              <a:cxnLst/>
              <a:rect l="l" t="t" r="r" b="b"/>
              <a:pathLst>
                <a:path w="130528" h="75609" extrusionOk="0">
                  <a:moveTo>
                    <a:pt x="65046" y="1"/>
                  </a:moveTo>
                  <a:lnTo>
                    <a:pt x="63473" y="921"/>
                  </a:lnTo>
                  <a:lnTo>
                    <a:pt x="60728" y="2512"/>
                  </a:lnTo>
                  <a:lnTo>
                    <a:pt x="57564" y="4353"/>
                  </a:lnTo>
                  <a:lnTo>
                    <a:pt x="54802" y="5960"/>
                  </a:lnTo>
                  <a:lnTo>
                    <a:pt x="51639" y="7801"/>
                  </a:lnTo>
                  <a:lnTo>
                    <a:pt x="48893" y="9391"/>
                  </a:lnTo>
                  <a:lnTo>
                    <a:pt x="45730" y="11232"/>
                  </a:lnTo>
                  <a:lnTo>
                    <a:pt x="42985" y="12839"/>
                  </a:lnTo>
                  <a:lnTo>
                    <a:pt x="39821" y="14664"/>
                  </a:lnTo>
                  <a:lnTo>
                    <a:pt x="37059" y="16271"/>
                  </a:lnTo>
                  <a:lnTo>
                    <a:pt x="33896" y="18112"/>
                  </a:lnTo>
                  <a:lnTo>
                    <a:pt x="31151" y="19702"/>
                  </a:lnTo>
                  <a:lnTo>
                    <a:pt x="27987" y="21543"/>
                  </a:lnTo>
                  <a:lnTo>
                    <a:pt x="25225" y="23150"/>
                  </a:lnTo>
                  <a:lnTo>
                    <a:pt x="22078" y="24975"/>
                  </a:lnTo>
                  <a:lnTo>
                    <a:pt x="19316" y="26582"/>
                  </a:lnTo>
                  <a:lnTo>
                    <a:pt x="16153" y="28423"/>
                  </a:lnTo>
                  <a:lnTo>
                    <a:pt x="13391" y="30030"/>
                  </a:lnTo>
                  <a:lnTo>
                    <a:pt x="10227" y="31854"/>
                  </a:lnTo>
                  <a:lnTo>
                    <a:pt x="7482" y="33461"/>
                  </a:lnTo>
                  <a:lnTo>
                    <a:pt x="4319" y="35302"/>
                  </a:lnTo>
                  <a:lnTo>
                    <a:pt x="1574" y="36893"/>
                  </a:lnTo>
                  <a:lnTo>
                    <a:pt x="0" y="37813"/>
                  </a:lnTo>
                  <a:lnTo>
                    <a:pt x="1574" y="38717"/>
                  </a:lnTo>
                  <a:lnTo>
                    <a:pt x="4352" y="40324"/>
                  </a:lnTo>
                  <a:lnTo>
                    <a:pt x="7532" y="42165"/>
                  </a:lnTo>
                  <a:lnTo>
                    <a:pt x="10294" y="43755"/>
                  </a:lnTo>
                  <a:lnTo>
                    <a:pt x="13491" y="45597"/>
                  </a:lnTo>
                  <a:lnTo>
                    <a:pt x="16253" y="47204"/>
                  </a:lnTo>
                  <a:lnTo>
                    <a:pt x="19434" y="49028"/>
                  </a:lnTo>
                  <a:lnTo>
                    <a:pt x="22212" y="50635"/>
                  </a:lnTo>
                  <a:lnTo>
                    <a:pt x="25392" y="52476"/>
                  </a:lnTo>
                  <a:lnTo>
                    <a:pt x="28171" y="54066"/>
                  </a:lnTo>
                  <a:lnTo>
                    <a:pt x="31351" y="55908"/>
                  </a:lnTo>
                  <a:lnTo>
                    <a:pt x="34113" y="57515"/>
                  </a:lnTo>
                  <a:lnTo>
                    <a:pt x="37310" y="59356"/>
                  </a:lnTo>
                  <a:lnTo>
                    <a:pt x="40072" y="60946"/>
                  </a:lnTo>
                  <a:lnTo>
                    <a:pt x="43253" y="62787"/>
                  </a:lnTo>
                  <a:lnTo>
                    <a:pt x="46031" y="64394"/>
                  </a:lnTo>
                  <a:lnTo>
                    <a:pt x="49211" y="66219"/>
                  </a:lnTo>
                  <a:lnTo>
                    <a:pt x="51990" y="67825"/>
                  </a:lnTo>
                  <a:lnTo>
                    <a:pt x="55170" y="69667"/>
                  </a:lnTo>
                  <a:lnTo>
                    <a:pt x="57932" y="71257"/>
                  </a:lnTo>
                  <a:lnTo>
                    <a:pt x="61113" y="73098"/>
                  </a:lnTo>
                  <a:lnTo>
                    <a:pt x="63891" y="74705"/>
                  </a:lnTo>
                  <a:lnTo>
                    <a:pt x="65465" y="75609"/>
                  </a:lnTo>
                  <a:lnTo>
                    <a:pt x="130527" y="37813"/>
                  </a:lnTo>
                  <a:lnTo>
                    <a:pt x="6504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 name="Google Shape;478;p29"/>
            <p:cNvSpPr/>
            <p:nvPr/>
          </p:nvSpPr>
          <p:spPr>
            <a:xfrm>
              <a:off x="5329650" y="3917675"/>
              <a:ext cx="215950" cy="124725"/>
            </a:xfrm>
            <a:custGeom>
              <a:avLst/>
              <a:gdLst/>
              <a:ahLst/>
              <a:cxnLst/>
              <a:rect l="l" t="t" r="r" b="b"/>
              <a:pathLst>
                <a:path w="8638" h="4989" extrusionOk="0">
                  <a:moveTo>
                    <a:pt x="2762" y="0"/>
                  </a:moveTo>
                  <a:lnTo>
                    <a:pt x="0" y="1607"/>
                  </a:lnTo>
                  <a:lnTo>
                    <a:pt x="5875" y="4988"/>
                  </a:lnTo>
                  <a:lnTo>
                    <a:pt x="8637" y="3398"/>
                  </a:lnTo>
                  <a:lnTo>
                    <a:pt x="2762"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 name="Google Shape;479;p29"/>
            <p:cNvSpPr/>
            <p:nvPr/>
          </p:nvSpPr>
          <p:spPr>
            <a:xfrm>
              <a:off x="5181925" y="4003875"/>
              <a:ext cx="215525" cy="124725"/>
            </a:xfrm>
            <a:custGeom>
              <a:avLst/>
              <a:gdLst/>
              <a:ahLst/>
              <a:cxnLst/>
              <a:rect l="l" t="t" r="r" b="b"/>
              <a:pathLst>
                <a:path w="8621" h="4989" extrusionOk="0">
                  <a:moveTo>
                    <a:pt x="2745" y="0"/>
                  </a:moveTo>
                  <a:lnTo>
                    <a:pt x="0" y="1590"/>
                  </a:lnTo>
                  <a:lnTo>
                    <a:pt x="5876" y="4988"/>
                  </a:lnTo>
                  <a:lnTo>
                    <a:pt x="8621" y="3381"/>
                  </a:lnTo>
                  <a:lnTo>
                    <a:pt x="2745"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 name="Google Shape;480;p29"/>
            <p:cNvSpPr/>
            <p:nvPr/>
          </p:nvSpPr>
          <p:spPr>
            <a:xfrm>
              <a:off x="3840325" y="2887825"/>
              <a:ext cx="215125" cy="124725"/>
            </a:xfrm>
            <a:custGeom>
              <a:avLst/>
              <a:gdLst/>
              <a:ahLst/>
              <a:cxnLst/>
              <a:rect l="l" t="t" r="r" b="b"/>
              <a:pathLst>
                <a:path w="8605" h="4989" extrusionOk="0">
                  <a:moveTo>
                    <a:pt x="5842" y="1"/>
                  </a:moveTo>
                  <a:lnTo>
                    <a:pt x="1" y="3398"/>
                  </a:lnTo>
                  <a:lnTo>
                    <a:pt x="2779" y="4989"/>
                  </a:lnTo>
                  <a:lnTo>
                    <a:pt x="8604" y="1607"/>
                  </a:lnTo>
                  <a:lnTo>
                    <a:pt x="5842"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481;p29"/>
            <p:cNvSpPr/>
            <p:nvPr/>
          </p:nvSpPr>
          <p:spPr>
            <a:xfrm>
              <a:off x="3546150" y="2887825"/>
              <a:ext cx="215525" cy="124725"/>
            </a:xfrm>
            <a:custGeom>
              <a:avLst/>
              <a:gdLst/>
              <a:ahLst/>
              <a:cxnLst/>
              <a:rect l="l" t="t" r="r" b="b"/>
              <a:pathLst>
                <a:path w="8621" h="4989" extrusionOk="0">
                  <a:moveTo>
                    <a:pt x="2745" y="1"/>
                  </a:moveTo>
                  <a:lnTo>
                    <a:pt x="0" y="1607"/>
                  </a:lnTo>
                  <a:lnTo>
                    <a:pt x="5876" y="4989"/>
                  </a:lnTo>
                  <a:lnTo>
                    <a:pt x="8621" y="3398"/>
                  </a:lnTo>
                  <a:lnTo>
                    <a:pt x="2745"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29"/>
            <p:cNvSpPr/>
            <p:nvPr/>
          </p:nvSpPr>
          <p:spPr>
            <a:xfrm>
              <a:off x="3989300" y="2974025"/>
              <a:ext cx="215125" cy="124725"/>
            </a:xfrm>
            <a:custGeom>
              <a:avLst/>
              <a:gdLst/>
              <a:ahLst/>
              <a:cxnLst/>
              <a:rect l="l" t="t" r="r" b="b"/>
              <a:pathLst>
                <a:path w="8605" h="4989" extrusionOk="0">
                  <a:moveTo>
                    <a:pt x="5825" y="1"/>
                  </a:moveTo>
                  <a:lnTo>
                    <a:pt x="0" y="3382"/>
                  </a:lnTo>
                  <a:lnTo>
                    <a:pt x="2779" y="4989"/>
                  </a:lnTo>
                  <a:lnTo>
                    <a:pt x="8604" y="1591"/>
                  </a:lnTo>
                  <a:lnTo>
                    <a:pt x="5825"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 name="Google Shape;483;p29"/>
            <p:cNvSpPr/>
            <p:nvPr/>
          </p:nvSpPr>
          <p:spPr>
            <a:xfrm>
              <a:off x="3398425" y="2974025"/>
              <a:ext cx="215525" cy="124725"/>
            </a:xfrm>
            <a:custGeom>
              <a:avLst/>
              <a:gdLst/>
              <a:ahLst/>
              <a:cxnLst/>
              <a:rect l="l" t="t" r="r" b="b"/>
              <a:pathLst>
                <a:path w="8621" h="4989" extrusionOk="0">
                  <a:moveTo>
                    <a:pt x="2746" y="1"/>
                  </a:moveTo>
                  <a:lnTo>
                    <a:pt x="1" y="1591"/>
                  </a:lnTo>
                  <a:lnTo>
                    <a:pt x="5859" y="4989"/>
                  </a:lnTo>
                  <a:lnTo>
                    <a:pt x="8621" y="3382"/>
                  </a:lnTo>
                  <a:lnTo>
                    <a:pt x="2746"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 name="Google Shape;484;p29"/>
            <p:cNvSpPr/>
            <p:nvPr/>
          </p:nvSpPr>
          <p:spPr>
            <a:xfrm>
              <a:off x="4138275" y="3059825"/>
              <a:ext cx="215125" cy="124725"/>
            </a:xfrm>
            <a:custGeom>
              <a:avLst/>
              <a:gdLst/>
              <a:ahLst/>
              <a:cxnLst/>
              <a:rect l="l" t="t" r="r" b="b"/>
              <a:pathLst>
                <a:path w="8605" h="4989" extrusionOk="0">
                  <a:moveTo>
                    <a:pt x="5825" y="0"/>
                  </a:moveTo>
                  <a:lnTo>
                    <a:pt x="0" y="3398"/>
                  </a:lnTo>
                  <a:lnTo>
                    <a:pt x="2762" y="4988"/>
                  </a:lnTo>
                  <a:lnTo>
                    <a:pt x="8604" y="1607"/>
                  </a:lnTo>
                  <a:lnTo>
                    <a:pt x="5825"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29"/>
            <p:cNvSpPr/>
            <p:nvPr/>
          </p:nvSpPr>
          <p:spPr>
            <a:xfrm>
              <a:off x="3250300" y="3059825"/>
              <a:ext cx="215525" cy="124725"/>
            </a:xfrm>
            <a:custGeom>
              <a:avLst/>
              <a:gdLst/>
              <a:ahLst/>
              <a:cxnLst/>
              <a:rect l="l" t="t" r="r" b="b"/>
              <a:pathLst>
                <a:path w="8621" h="4989" extrusionOk="0">
                  <a:moveTo>
                    <a:pt x="2762" y="0"/>
                  </a:moveTo>
                  <a:lnTo>
                    <a:pt x="0" y="1607"/>
                  </a:lnTo>
                  <a:lnTo>
                    <a:pt x="5875" y="4988"/>
                  </a:lnTo>
                  <a:lnTo>
                    <a:pt x="8621" y="3398"/>
                  </a:lnTo>
                  <a:lnTo>
                    <a:pt x="2762"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486;p29"/>
            <p:cNvSpPr/>
            <p:nvPr/>
          </p:nvSpPr>
          <p:spPr>
            <a:xfrm>
              <a:off x="3102575" y="3145600"/>
              <a:ext cx="215525" cy="125150"/>
            </a:xfrm>
            <a:custGeom>
              <a:avLst/>
              <a:gdLst/>
              <a:ahLst/>
              <a:cxnLst/>
              <a:rect l="l" t="t" r="r" b="b"/>
              <a:pathLst>
                <a:path w="8621" h="5006" extrusionOk="0">
                  <a:moveTo>
                    <a:pt x="2746" y="1"/>
                  </a:moveTo>
                  <a:lnTo>
                    <a:pt x="0" y="1607"/>
                  </a:lnTo>
                  <a:lnTo>
                    <a:pt x="5876" y="5005"/>
                  </a:lnTo>
                  <a:lnTo>
                    <a:pt x="8621" y="3398"/>
                  </a:lnTo>
                  <a:lnTo>
                    <a:pt x="2746"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 name="Google Shape;487;p29"/>
            <p:cNvSpPr/>
            <p:nvPr/>
          </p:nvSpPr>
          <p:spPr>
            <a:xfrm>
              <a:off x="2954450" y="3231800"/>
              <a:ext cx="215950" cy="124725"/>
            </a:xfrm>
            <a:custGeom>
              <a:avLst/>
              <a:gdLst/>
              <a:ahLst/>
              <a:cxnLst/>
              <a:rect l="l" t="t" r="r" b="b"/>
              <a:pathLst>
                <a:path w="8638" h="4989" extrusionOk="0">
                  <a:moveTo>
                    <a:pt x="2762" y="1"/>
                  </a:moveTo>
                  <a:lnTo>
                    <a:pt x="0" y="1591"/>
                  </a:lnTo>
                  <a:lnTo>
                    <a:pt x="5875" y="4989"/>
                  </a:lnTo>
                  <a:lnTo>
                    <a:pt x="8637" y="3382"/>
                  </a:lnTo>
                  <a:lnTo>
                    <a:pt x="2762"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 name="Google Shape;488;p29"/>
            <p:cNvSpPr/>
            <p:nvPr/>
          </p:nvSpPr>
          <p:spPr>
            <a:xfrm>
              <a:off x="4584775" y="3317600"/>
              <a:ext cx="215125" cy="124725"/>
            </a:xfrm>
            <a:custGeom>
              <a:avLst/>
              <a:gdLst/>
              <a:ahLst/>
              <a:cxnLst/>
              <a:rect l="l" t="t" r="r" b="b"/>
              <a:pathLst>
                <a:path w="8605" h="4989" extrusionOk="0">
                  <a:moveTo>
                    <a:pt x="5825" y="0"/>
                  </a:moveTo>
                  <a:lnTo>
                    <a:pt x="0" y="3398"/>
                  </a:lnTo>
                  <a:lnTo>
                    <a:pt x="2762" y="4988"/>
                  </a:lnTo>
                  <a:lnTo>
                    <a:pt x="8604" y="1607"/>
                  </a:lnTo>
                  <a:lnTo>
                    <a:pt x="5825"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 name="Google Shape;489;p29"/>
            <p:cNvSpPr/>
            <p:nvPr/>
          </p:nvSpPr>
          <p:spPr>
            <a:xfrm>
              <a:off x="2806725" y="3317600"/>
              <a:ext cx="215525" cy="124725"/>
            </a:xfrm>
            <a:custGeom>
              <a:avLst/>
              <a:gdLst/>
              <a:ahLst/>
              <a:cxnLst/>
              <a:rect l="l" t="t" r="r" b="b"/>
              <a:pathLst>
                <a:path w="8621" h="4989" extrusionOk="0">
                  <a:moveTo>
                    <a:pt x="2762" y="0"/>
                  </a:moveTo>
                  <a:lnTo>
                    <a:pt x="0" y="1607"/>
                  </a:lnTo>
                  <a:lnTo>
                    <a:pt x="5876" y="4988"/>
                  </a:lnTo>
                  <a:lnTo>
                    <a:pt x="8621" y="3398"/>
                  </a:lnTo>
                  <a:lnTo>
                    <a:pt x="2762"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 name="Google Shape;490;p29"/>
            <p:cNvSpPr/>
            <p:nvPr/>
          </p:nvSpPr>
          <p:spPr>
            <a:xfrm>
              <a:off x="4733750" y="3403800"/>
              <a:ext cx="215100" cy="124725"/>
            </a:xfrm>
            <a:custGeom>
              <a:avLst/>
              <a:gdLst/>
              <a:ahLst/>
              <a:cxnLst/>
              <a:rect l="l" t="t" r="r" b="b"/>
              <a:pathLst>
                <a:path w="8604" h="4989" extrusionOk="0">
                  <a:moveTo>
                    <a:pt x="5825" y="0"/>
                  </a:moveTo>
                  <a:lnTo>
                    <a:pt x="0" y="3381"/>
                  </a:lnTo>
                  <a:lnTo>
                    <a:pt x="2762" y="4988"/>
                  </a:lnTo>
                  <a:lnTo>
                    <a:pt x="8604" y="1590"/>
                  </a:lnTo>
                  <a:lnTo>
                    <a:pt x="5825"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 name="Google Shape;491;p29"/>
            <p:cNvSpPr/>
            <p:nvPr/>
          </p:nvSpPr>
          <p:spPr>
            <a:xfrm>
              <a:off x="2659000" y="3403800"/>
              <a:ext cx="215525" cy="124725"/>
            </a:xfrm>
            <a:custGeom>
              <a:avLst/>
              <a:gdLst/>
              <a:ahLst/>
              <a:cxnLst/>
              <a:rect l="l" t="t" r="r" b="b"/>
              <a:pathLst>
                <a:path w="8621" h="4989" extrusionOk="0">
                  <a:moveTo>
                    <a:pt x="2746" y="0"/>
                  </a:moveTo>
                  <a:lnTo>
                    <a:pt x="1" y="1590"/>
                  </a:lnTo>
                  <a:lnTo>
                    <a:pt x="5859" y="4988"/>
                  </a:lnTo>
                  <a:lnTo>
                    <a:pt x="8621" y="3381"/>
                  </a:lnTo>
                  <a:lnTo>
                    <a:pt x="2746"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 name="Google Shape;492;p29"/>
            <p:cNvSpPr/>
            <p:nvPr/>
          </p:nvSpPr>
          <p:spPr>
            <a:xfrm>
              <a:off x="4882725" y="3489575"/>
              <a:ext cx="215100" cy="124725"/>
            </a:xfrm>
            <a:custGeom>
              <a:avLst/>
              <a:gdLst/>
              <a:ahLst/>
              <a:cxnLst/>
              <a:rect l="l" t="t" r="r" b="b"/>
              <a:pathLst>
                <a:path w="8604" h="4989" extrusionOk="0">
                  <a:moveTo>
                    <a:pt x="5825" y="1"/>
                  </a:moveTo>
                  <a:lnTo>
                    <a:pt x="0" y="3382"/>
                  </a:lnTo>
                  <a:lnTo>
                    <a:pt x="2762" y="4989"/>
                  </a:lnTo>
                  <a:lnTo>
                    <a:pt x="8604" y="1608"/>
                  </a:lnTo>
                  <a:lnTo>
                    <a:pt x="5825"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 name="Google Shape;493;p29"/>
            <p:cNvSpPr/>
            <p:nvPr/>
          </p:nvSpPr>
          <p:spPr>
            <a:xfrm>
              <a:off x="2510875" y="3489575"/>
              <a:ext cx="215950" cy="124725"/>
            </a:xfrm>
            <a:custGeom>
              <a:avLst/>
              <a:gdLst/>
              <a:ahLst/>
              <a:cxnLst/>
              <a:rect l="l" t="t" r="r" b="b"/>
              <a:pathLst>
                <a:path w="8638" h="4989" extrusionOk="0">
                  <a:moveTo>
                    <a:pt x="2762" y="1"/>
                  </a:moveTo>
                  <a:lnTo>
                    <a:pt x="0" y="1608"/>
                  </a:lnTo>
                  <a:lnTo>
                    <a:pt x="5875" y="4989"/>
                  </a:lnTo>
                  <a:lnTo>
                    <a:pt x="8637" y="3382"/>
                  </a:lnTo>
                  <a:lnTo>
                    <a:pt x="2762"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 name="Google Shape;494;p29"/>
            <p:cNvSpPr/>
            <p:nvPr/>
          </p:nvSpPr>
          <p:spPr>
            <a:xfrm>
              <a:off x="5031275" y="3575375"/>
              <a:ext cx="215125" cy="125125"/>
            </a:xfrm>
            <a:custGeom>
              <a:avLst/>
              <a:gdLst/>
              <a:ahLst/>
              <a:cxnLst/>
              <a:rect l="l" t="t" r="r" b="b"/>
              <a:pathLst>
                <a:path w="8605" h="5005" extrusionOk="0">
                  <a:moveTo>
                    <a:pt x="5842" y="0"/>
                  </a:moveTo>
                  <a:lnTo>
                    <a:pt x="0" y="3398"/>
                  </a:lnTo>
                  <a:lnTo>
                    <a:pt x="2779" y="5005"/>
                  </a:lnTo>
                  <a:lnTo>
                    <a:pt x="8604" y="1607"/>
                  </a:lnTo>
                  <a:lnTo>
                    <a:pt x="5842"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 name="Google Shape;495;p29"/>
            <p:cNvSpPr/>
            <p:nvPr/>
          </p:nvSpPr>
          <p:spPr>
            <a:xfrm>
              <a:off x="2363150" y="3575375"/>
              <a:ext cx="215525" cy="125125"/>
            </a:xfrm>
            <a:custGeom>
              <a:avLst/>
              <a:gdLst/>
              <a:ahLst/>
              <a:cxnLst/>
              <a:rect l="l" t="t" r="r" b="b"/>
              <a:pathLst>
                <a:path w="8621" h="5005" extrusionOk="0">
                  <a:moveTo>
                    <a:pt x="2746" y="0"/>
                  </a:moveTo>
                  <a:lnTo>
                    <a:pt x="0" y="1607"/>
                  </a:lnTo>
                  <a:lnTo>
                    <a:pt x="5859" y="5005"/>
                  </a:lnTo>
                  <a:lnTo>
                    <a:pt x="8621" y="3398"/>
                  </a:lnTo>
                  <a:lnTo>
                    <a:pt x="2746"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 name="Google Shape;496;p29"/>
            <p:cNvSpPr/>
            <p:nvPr/>
          </p:nvSpPr>
          <p:spPr>
            <a:xfrm>
              <a:off x="5180250" y="3661575"/>
              <a:ext cx="215125" cy="124725"/>
            </a:xfrm>
            <a:custGeom>
              <a:avLst/>
              <a:gdLst/>
              <a:ahLst/>
              <a:cxnLst/>
              <a:rect l="l" t="t" r="r" b="b"/>
              <a:pathLst>
                <a:path w="8605" h="4989" extrusionOk="0">
                  <a:moveTo>
                    <a:pt x="5825" y="0"/>
                  </a:moveTo>
                  <a:lnTo>
                    <a:pt x="0" y="3381"/>
                  </a:lnTo>
                  <a:lnTo>
                    <a:pt x="2779" y="4988"/>
                  </a:lnTo>
                  <a:lnTo>
                    <a:pt x="8604" y="1590"/>
                  </a:lnTo>
                  <a:lnTo>
                    <a:pt x="5825"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 name="Google Shape;497;p29"/>
            <p:cNvSpPr/>
            <p:nvPr/>
          </p:nvSpPr>
          <p:spPr>
            <a:xfrm>
              <a:off x="5329225" y="3747350"/>
              <a:ext cx="215100" cy="124725"/>
            </a:xfrm>
            <a:custGeom>
              <a:avLst/>
              <a:gdLst/>
              <a:ahLst/>
              <a:cxnLst/>
              <a:rect l="l" t="t" r="r" b="b"/>
              <a:pathLst>
                <a:path w="8604" h="4989" extrusionOk="0">
                  <a:moveTo>
                    <a:pt x="5825" y="1"/>
                  </a:moveTo>
                  <a:lnTo>
                    <a:pt x="0" y="3398"/>
                  </a:lnTo>
                  <a:lnTo>
                    <a:pt x="2762" y="4989"/>
                  </a:lnTo>
                  <a:lnTo>
                    <a:pt x="8604" y="1607"/>
                  </a:lnTo>
                  <a:lnTo>
                    <a:pt x="5825"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 name="Google Shape;498;p29"/>
            <p:cNvSpPr/>
            <p:nvPr/>
          </p:nvSpPr>
          <p:spPr>
            <a:xfrm>
              <a:off x="2217100" y="4003875"/>
              <a:ext cx="215125" cy="124725"/>
            </a:xfrm>
            <a:custGeom>
              <a:avLst/>
              <a:gdLst/>
              <a:ahLst/>
              <a:cxnLst/>
              <a:rect l="l" t="t" r="r" b="b"/>
              <a:pathLst>
                <a:path w="8605" h="4989" extrusionOk="0">
                  <a:moveTo>
                    <a:pt x="5842" y="0"/>
                  </a:moveTo>
                  <a:lnTo>
                    <a:pt x="1" y="3381"/>
                  </a:lnTo>
                  <a:lnTo>
                    <a:pt x="2779" y="4988"/>
                  </a:lnTo>
                  <a:lnTo>
                    <a:pt x="8604" y="1590"/>
                  </a:lnTo>
                  <a:lnTo>
                    <a:pt x="5842"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 name="Google Shape;499;p29"/>
            <p:cNvSpPr/>
            <p:nvPr/>
          </p:nvSpPr>
          <p:spPr>
            <a:xfrm>
              <a:off x="5034200" y="4089650"/>
              <a:ext cx="215525" cy="124725"/>
            </a:xfrm>
            <a:custGeom>
              <a:avLst/>
              <a:gdLst/>
              <a:ahLst/>
              <a:cxnLst/>
              <a:rect l="l" t="t" r="r" b="b"/>
              <a:pathLst>
                <a:path w="8621" h="4989" extrusionOk="0">
                  <a:moveTo>
                    <a:pt x="2746" y="1"/>
                  </a:moveTo>
                  <a:lnTo>
                    <a:pt x="1" y="1608"/>
                  </a:lnTo>
                  <a:lnTo>
                    <a:pt x="5859" y="4989"/>
                  </a:lnTo>
                  <a:lnTo>
                    <a:pt x="8621" y="3382"/>
                  </a:lnTo>
                  <a:lnTo>
                    <a:pt x="2746"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 name="Google Shape;500;p29"/>
            <p:cNvSpPr/>
            <p:nvPr/>
          </p:nvSpPr>
          <p:spPr>
            <a:xfrm>
              <a:off x="2366075" y="4089650"/>
              <a:ext cx="215125" cy="124725"/>
            </a:xfrm>
            <a:custGeom>
              <a:avLst/>
              <a:gdLst/>
              <a:ahLst/>
              <a:cxnLst/>
              <a:rect l="l" t="t" r="r" b="b"/>
              <a:pathLst>
                <a:path w="8605" h="4989" extrusionOk="0">
                  <a:moveTo>
                    <a:pt x="5842" y="1"/>
                  </a:moveTo>
                  <a:lnTo>
                    <a:pt x="1" y="3399"/>
                  </a:lnTo>
                  <a:lnTo>
                    <a:pt x="2779" y="4989"/>
                  </a:lnTo>
                  <a:lnTo>
                    <a:pt x="8604" y="1608"/>
                  </a:lnTo>
                  <a:lnTo>
                    <a:pt x="5842"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 name="Google Shape;501;p29"/>
            <p:cNvSpPr/>
            <p:nvPr/>
          </p:nvSpPr>
          <p:spPr>
            <a:xfrm>
              <a:off x="4886075" y="4175450"/>
              <a:ext cx="215525" cy="124725"/>
            </a:xfrm>
            <a:custGeom>
              <a:avLst/>
              <a:gdLst/>
              <a:ahLst/>
              <a:cxnLst/>
              <a:rect l="l" t="t" r="r" b="b"/>
              <a:pathLst>
                <a:path w="8621" h="4989" extrusionOk="0">
                  <a:moveTo>
                    <a:pt x="2762" y="0"/>
                  </a:moveTo>
                  <a:lnTo>
                    <a:pt x="0" y="1607"/>
                  </a:lnTo>
                  <a:lnTo>
                    <a:pt x="5875" y="4988"/>
                  </a:lnTo>
                  <a:lnTo>
                    <a:pt x="8621" y="3398"/>
                  </a:lnTo>
                  <a:lnTo>
                    <a:pt x="2762"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 name="Google Shape;502;p29"/>
            <p:cNvSpPr/>
            <p:nvPr/>
          </p:nvSpPr>
          <p:spPr>
            <a:xfrm>
              <a:off x="2515050" y="4175450"/>
              <a:ext cx="215125" cy="124725"/>
            </a:xfrm>
            <a:custGeom>
              <a:avLst/>
              <a:gdLst/>
              <a:ahLst/>
              <a:cxnLst/>
              <a:rect l="l" t="t" r="r" b="b"/>
              <a:pathLst>
                <a:path w="8605" h="4989" extrusionOk="0">
                  <a:moveTo>
                    <a:pt x="5826" y="0"/>
                  </a:moveTo>
                  <a:lnTo>
                    <a:pt x="1" y="3398"/>
                  </a:lnTo>
                  <a:lnTo>
                    <a:pt x="2762" y="4988"/>
                  </a:lnTo>
                  <a:lnTo>
                    <a:pt x="8604" y="1607"/>
                  </a:lnTo>
                  <a:lnTo>
                    <a:pt x="5826"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 name="Google Shape;503;p29"/>
            <p:cNvSpPr/>
            <p:nvPr/>
          </p:nvSpPr>
          <p:spPr>
            <a:xfrm>
              <a:off x="4738350" y="4261650"/>
              <a:ext cx="215525" cy="124725"/>
            </a:xfrm>
            <a:custGeom>
              <a:avLst/>
              <a:gdLst/>
              <a:ahLst/>
              <a:cxnLst/>
              <a:rect l="l" t="t" r="r" b="b"/>
              <a:pathLst>
                <a:path w="8621" h="4989" extrusionOk="0">
                  <a:moveTo>
                    <a:pt x="2746" y="0"/>
                  </a:moveTo>
                  <a:lnTo>
                    <a:pt x="0" y="1590"/>
                  </a:lnTo>
                  <a:lnTo>
                    <a:pt x="5859" y="4988"/>
                  </a:lnTo>
                  <a:lnTo>
                    <a:pt x="8621" y="3381"/>
                  </a:lnTo>
                  <a:lnTo>
                    <a:pt x="2746"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 name="Google Shape;504;p29"/>
            <p:cNvSpPr/>
            <p:nvPr/>
          </p:nvSpPr>
          <p:spPr>
            <a:xfrm>
              <a:off x="4590225" y="4347425"/>
              <a:ext cx="215950" cy="124725"/>
            </a:xfrm>
            <a:custGeom>
              <a:avLst/>
              <a:gdLst/>
              <a:ahLst/>
              <a:cxnLst/>
              <a:rect l="l" t="t" r="r" b="b"/>
              <a:pathLst>
                <a:path w="8638" h="4989" extrusionOk="0">
                  <a:moveTo>
                    <a:pt x="2762" y="1"/>
                  </a:moveTo>
                  <a:lnTo>
                    <a:pt x="0" y="1608"/>
                  </a:lnTo>
                  <a:lnTo>
                    <a:pt x="5875" y="4989"/>
                  </a:lnTo>
                  <a:lnTo>
                    <a:pt x="8637" y="3399"/>
                  </a:lnTo>
                  <a:lnTo>
                    <a:pt x="2762"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 name="Google Shape;505;p29"/>
            <p:cNvSpPr/>
            <p:nvPr/>
          </p:nvSpPr>
          <p:spPr>
            <a:xfrm>
              <a:off x="4442500" y="4433225"/>
              <a:ext cx="215525" cy="125125"/>
            </a:xfrm>
            <a:custGeom>
              <a:avLst/>
              <a:gdLst/>
              <a:ahLst/>
              <a:cxnLst/>
              <a:rect l="l" t="t" r="r" b="b"/>
              <a:pathLst>
                <a:path w="8621" h="5005" extrusionOk="0">
                  <a:moveTo>
                    <a:pt x="2762" y="0"/>
                  </a:moveTo>
                  <a:lnTo>
                    <a:pt x="0" y="1607"/>
                  </a:lnTo>
                  <a:lnTo>
                    <a:pt x="5876" y="5005"/>
                  </a:lnTo>
                  <a:lnTo>
                    <a:pt x="8621" y="3398"/>
                  </a:lnTo>
                  <a:lnTo>
                    <a:pt x="2762"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 name="Google Shape;506;p29"/>
            <p:cNvSpPr/>
            <p:nvPr/>
          </p:nvSpPr>
          <p:spPr>
            <a:xfrm>
              <a:off x="4294775" y="4519425"/>
              <a:ext cx="215525" cy="124725"/>
            </a:xfrm>
            <a:custGeom>
              <a:avLst/>
              <a:gdLst/>
              <a:ahLst/>
              <a:cxnLst/>
              <a:rect l="l" t="t" r="r" b="b"/>
              <a:pathLst>
                <a:path w="8621" h="4989" extrusionOk="0">
                  <a:moveTo>
                    <a:pt x="2746" y="0"/>
                  </a:moveTo>
                  <a:lnTo>
                    <a:pt x="1" y="1590"/>
                  </a:lnTo>
                  <a:lnTo>
                    <a:pt x="5859" y="4988"/>
                  </a:lnTo>
                  <a:lnTo>
                    <a:pt x="8621" y="3381"/>
                  </a:lnTo>
                  <a:lnTo>
                    <a:pt x="2746"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 name="Google Shape;507;p29"/>
            <p:cNvSpPr/>
            <p:nvPr/>
          </p:nvSpPr>
          <p:spPr>
            <a:xfrm>
              <a:off x="3110525" y="4519425"/>
              <a:ext cx="215125" cy="124725"/>
            </a:xfrm>
            <a:custGeom>
              <a:avLst/>
              <a:gdLst/>
              <a:ahLst/>
              <a:cxnLst/>
              <a:rect l="l" t="t" r="r" b="b"/>
              <a:pathLst>
                <a:path w="8605" h="4989" extrusionOk="0">
                  <a:moveTo>
                    <a:pt x="5826" y="0"/>
                  </a:moveTo>
                  <a:lnTo>
                    <a:pt x="1" y="3398"/>
                  </a:lnTo>
                  <a:lnTo>
                    <a:pt x="2762" y="4988"/>
                  </a:lnTo>
                  <a:lnTo>
                    <a:pt x="8604" y="1607"/>
                  </a:lnTo>
                  <a:lnTo>
                    <a:pt x="5826"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 name="Google Shape;508;p29"/>
            <p:cNvSpPr/>
            <p:nvPr/>
          </p:nvSpPr>
          <p:spPr>
            <a:xfrm>
              <a:off x="4146650" y="4605200"/>
              <a:ext cx="215525" cy="124725"/>
            </a:xfrm>
            <a:custGeom>
              <a:avLst/>
              <a:gdLst/>
              <a:ahLst/>
              <a:cxnLst/>
              <a:rect l="l" t="t" r="r" b="b"/>
              <a:pathLst>
                <a:path w="8621" h="4989" extrusionOk="0">
                  <a:moveTo>
                    <a:pt x="2745" y="1"/>
                  </a:moveTo>
                  <a:lnTo>
                    <a:pt x="0" y="1607"/>
                  </a:lnTo>
                  <a:lnTo>
                    <a:pt x="5875" y="4989"/>
                  </a:lnTo>
                  <a:lnTo>
                    <a:pt x="8621" y="3399"/>
                  </a:lnTo>
                  <a:lnTo>
                    <a:pt x="2745"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 name="Google Shape;509;p29"/>
            <p:cNvSpPr/>
            <p:nvPr/>
          </p:nvSpPr>
          <p:spPr>
            <a:xfrm>
              <a:off x="3998925" y="4691400"/>
              <a:ext cx="215525" cy="124725"/>
            </a:xfrm>
            <a:custGeom>
              <a:avLst/>
              <a:gdLst/>
              <a:ahLst/>
              <a:cxnLst/>
              <a:rect l="l" t="t" r="r" b="b"/>
              <a:pathLst>
                <a:path w="8621" h="4989" extrusionOk="0">
                  <a:moveTo>
                    <a:pt x="2746" y="1"/>
                  </a:moveTo>
                  <a:lnTo>
                    <a:pt x="0" y="1591"/>
                  </a:lnTo>
                  <a:lnTo>
                    <a:pt x="5859" y="4989"/>
                  </a:lnTo>
                  <a:lnTo>
                    <a:pt x="8621" y="3382"/>
                  </a:lnTo>
                  <a:lnTo>
                    <a:pt x="2746"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 name="Google Shape;510;p29"/>
            <p:cNvSpPr/>
            <p:nvPr/>
          </p:nvSpPr>
          <p:spPr>
            <a:xfrm>
              <a:off x="3850800" y="4777200"/>
              <a:ext cx="215525" cy="124725"/>
            </a:xfrm>
            <a:custGeom>
              <a:avLst/>
              <a:gdLst/>
              <a:ahLst/>
              <a:cxnLst/>
              <a:rect l="l" t="t" r="r" b="b"/>
              <a:pathLst>
                <a:path w="8621" h="4989" extrusionOk="0">
                  <a:moveTo>
                    <a:pt x="2762" y="0"/>
                  </a:moveTo>
                  <a:lnTo>
                    <a:pt x="0" y="1607"/>
                  </a:lnTo>
                  <a:lnTo>
                    <a:pt x="5875" y="4988"/>
                  </a:lnTo>
                  <a:lnTo>
                    <a:pt x="8620" y="3398"/>
                  </a:lnTo>
                  <a:lnTo>
                    <a:pt x="2762"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 name="Google Shape;511;p29"/>
            <p:cNvSpPr/>
            <p:nvPr/>
          </p:nvSpPr>
          <p:spPr>
            <a:xfrm>
              <a:off x="4286825" y="3145600"/>
              <a:ext cx="215125" cy="125150"/>
            </a:xfrm>
            <a:custGeom>
              <a:avLst/>
              <a:gdLst/>
              <a:ahLst/>
              <a:cxnLst/>
              <a:rect l="l" t="t" r="r" b="b"/>
              <a:pathLst>
                <a:path w="8605" h="5006" extrusionOk="0">
                  <a:moveTo>
                    <a:pt x="5842" y="1"/>
                  </a:moveTo>
                  <a:lnTo>
                    <a:pt x="1" y="3398"/>
                  </a:lnTo>
                  <a:lnTo>
                    <a:pt x="2779" y="5005"/>
                  </a:lnTo>
                  <a:lnTo>
                    <a:pt x="8604" y="1607"/>
                  </a:lnTo>
                  <a:lnTo>
                    <a:pt x="5842"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 name="Google Shape;512;p29"/>
            <p:cNvSpPr/>
            <p:nvPr/>
          </p:nvSpPr>
          <p:spPr>
            <a:xfrm>
              <a:off x="4435800" y="3231800"/>
              <a:ext cx="215125" cy="124725"/>
            </a:xfrm>
            <a:custGeom>
              <a:avLst/>
              <a:gdLst/>
              <a:ahLst/>
              <a:cxnLst/>
              <a:rect l="l" t="t" r="r" b="b"/>
              <a:pathLst>
                <a:path w="8605" h="4989" extrusionOk="0">
                  <a:moveTo>
                    <a:pt x="5842" y="1"/>
                  </a:moveTo>
                  <a:lnTo>
                    <a:pt x="1" y="3382"/>
                  </a:lnTo>
                  <a:lnTo>
                    <a:pt x="2779" y="4989"/>
                  </a:lnTo>
                  <a:lnTo>
                    <a:pt x="8604" y="1591"/>
                  </a:lnTo>
                  <a:lnTo>
                    <a:pt x="5842"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 name="Google Shape;513;p29"/>
            <p:cNvSpPr/>
            <p:nvPr/>
          </p:nvSpPr>
          <p:spPr>
            <a:xfrm>
              <a:off x="2068550" y="3917675"/>
              <a:ext cx="215125" cy="124725"/>
            </a:xfrm>
            <a:custGeom>
              <a:avLst/>
              <a:gdLst/>
              <a:ahLst/>
              <a:cxnLst/>
              <a:rect l="l" t="t" r="r" b="b"/>
              <a:pathLst>
                <a:path w="8605" h="4989" extrusionOk="0">
                  <a:moveTo>
                    <a:pt x="5826" y="0"/>
                  </a:moveTo>
                  <a:lnTo>
                    <a:pt x="0" y="3398"/>
                  </a:lnTo>
                  <a:lnTo>
                    <a:pt x="2762" y="4988"/>
                  </a:lnTo>
                  <a:lnTo>
                    <a:pt x="8604" y="1607"/>
                  </a:lnTo>
                  <a:lnTo>
                    <a:pt x="5826"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 name="Google Shape;514;p29"/>
            <p:cNvSpPr/>
            <p:nvPr/>
          </p:nvSpPr>
          <p:spPr>
            <a:xfrm>
              <a:off x="2812575" y="4347425"/>
              <a:ext cx="215125" cy="124725"/>
            </a:xfrm>
            <a:custGeom>
              <a:avLst/>
              <a:gdLst/>
              <a:ahLst/>
              <a:cxnLst/>
              <a:rect l="l" t="t" r="r" b="b"/>
              <a:pathLst>
                <a:path w="8605" h="4989" extrusionOk="0">
                  <a:moveTo>
                    <a:pt x="5842" y="1"/>
                  </a:moveTo>
                  <a:lnTo>
                    <a:pt x="1" y="3399"/>
                  </a:lnTo>
                  <a:lnTo>
                    <a:pt x="2779" y="4989"/>
                  </a:lnTo>
                  <a:lnTo>
                    <a:pt x="8604" y="1608"/>
                  </a:lnTo>
                  <a:lnTo>
                    <a:pt x="5842"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 name="Google Shape;515;p29"/>
            <p:cNvSpPr/>
            <p:nvPr/>
          </p:nvSpPr>
          <p:spPr>
            <a:xfrm>
              <a:off x="2663600" y="4261650"/>
              <a:ext cx="215550" cy="124725"/>
            </a:xfrm>
            <a:custGeom>
              <a:avLst/>
              <a:gdLst/>
              <a:ahLst/>
              <a:cxnLst/>
              <a:rect l="l" t="t" r="r" b="b"/>
              <a:pathLst>
                <a:path w="8622" h="4989" extrusionOk="0">
                  <a:moveTo>
                    <a:pt x="5842" y="0"/>
                  </a:moveTo>
                  <a:lnTo>
                    <a:pt x="1" y="3381"/>
                  </a:lnTo>
                  <a:lnTo>
                    <a:pt x="2779" y="4988"/>
                  </a:lnTo>
                  <a:lnTo>
                    <a:pt x="8621" y="1590"/>
                  </a:lnTo>
                  <a:lnTo>
                    <a:pt x="5842"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 name="Google Shape;516;p29"/>
            <p:cNvSpPr/>
            <p:nvPr/>
          </p:nvSpPr>
          <p:spPr>
            <a:xfrm>
              <a:off x="2961550" y="4433625"/>
              <a:ext cx="215125" cy="124725"/>
            </a:xfrm>
            <a:custGeom>
              <a:avLst/>
              <a:gdLst/>
              <a:ahLst/>
              <a:cxnLst/>
              <a:rect l="l" t="t" r="r" b="b"/>
              <a:pathLst>
                <a:path w="8605" h="4989" extrusionOk="0">
                  <a:moveTo>
                    <a:pt x="5842" y="1"/>
                  </a:moveTo>
                  <a:lnTo>
                    <a:pt x="1" y="3382"/>
                  </a:lnTo>
                  <a:lnTo>
                    <a:pt x="2779" y="4989"/>
                  </a:lnTo>
                  <a:lnTo>
                    <a:pt x="8604" y="1591"/>
                  </a:lnTo>
                  <a:lnTo>
                    <a:pt x="5842"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 name="Google Shape;517;p29"/>
            <p:cNvSpPr/>
            <p:nvPr/>
          </p:nvSpPr>
          <p:spPr>
            <a:xfrm>
              <a:off x="3557025" y="4777200"/>
              <a:ext cx="215125" cy="124725"/>
            </a:xfrm>
            <a:custGeom>
              <a:avLst/>
              <a:gdLst/>
              <a:ahLst/>
              <a:cxnLst/>
              <a:rect l="l" t="t" r="r" b="b"/>
              <a:pathLst>
                <a:path w="8605" h="4989" extrusionOk="0">
                  <a:moveTo>
                    <a:pt x="5826" y="0"/>
                  </a:moveTo>
                  <a:lnTo>
                    <a:pt x="1" y="3398"/>
                  </a:lnTo>
                  <a:lnTo>
                    <a:pt x="2779" y="4988"/>
                  </a:lnTo>
                  <a:lnTo>
                    <a:pt x="8604" y="1607"/>
                  </a:lnTo>
                  <a:lnTo>
                    <a:pt x="5826"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 name="Google Shape;518;p29"/>
            <p:cNvSpPr/>
            <p:nvPr/>
          </p:nvSpPr>
          <p:spPr>
            <a:xfrm>
              <a:off x="3408050" y="4691400"/>
              <a:ext cx="215125" cy="124725"/>
            </a:xfrm>
            <a:custGeom>
              <a:avLst/>
              <a:gdLst/>
              <a:ahLst/>
              <a:cxnLst/>
              <a:rect l="l" t="t" r="r" b="b"/>
              <a:pathLst>
                <a:path w="8605" h="4989" extrusionOk="0">
                  <a:moveTo>
                    <a:pt x="5842" y="1"/>
                  </a:moveTo>
                  <a:lnTo>
                    <a:pt x="1" y="3382"/>
                  </a:lnTo>
                  <a:lnTo>
                    <a:pt x="2779" y="4989"/>
                  </a:lnTo>
                  <a:lnTo>
                    <a:pt x="8604" y="1591"/>
                  </a:lnTo>
                  <a:lnTo>
                    <a:pt x="5842"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 name="Google Shape;519;p29"/>
            <p:cNvSpPr/>
            <p:nvPr/>
          </p:nvSpPr>
          <p:spPr>
            <a:xfrm>
              <a:off x="3259500" y="4605200"/>
              <a:ext cx="215125" cy="124725"/>
            </a:xfrm>
            <a:custGeom>
              <a:avLst/>
              <a:gdLst/>
              <a:ahLst/>
              <a:cxnLst/>
              <a:rect l="l" t="t" r="r" b="b"/>
              <a:pathLst>
                <a:path w="8605" h="4989" extrusionOk="0">
                  <a:moveTo>
                    <a:pt x="5825" y="1"/>
                  </a:moveTo>
                  <a:lnTo>
                    <a:pt x="0" y="3399"/>
                  </a:lnTo>
                  <a:lnTo>
                    <a:pt x="2762" y="4989"/>
                  </a:lnTo>
                  <a:lnTo>
                    <a:pt x="8604" y="1607"/>
                  </a:lnTo>
                  <a:lnTo>
                    <a:pt x="5825"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 name="Google Shape;520;p29"/>
            <p:cNvSpPr/>
            <p:nvPr/>
          </p:nvSpPr>
          <p:spPr>
            <a:xfrm>
              <a:off x="2215000" y="3661575"/>
              <a:ext cx="215550" cy="124725"/>
            </a:xfrm>
            <a:custGeom>
              <a:avLst/>
              <a:gdLst/>
              <a:ahLst/>
              <a:cxnLst/>
              <a:rect l="l" t="t" r="r" b="b"/>
              <a:pathLst>
                <a:path w="8622" h="4989" extrusionOk="0">
                  <a:moveTo>
                    <a:pt x="2763" y="0"/>
                  </a:moveTo>
                  <a:lnTo>
                    <a:pt x="1" y="1590"/>
                  </a:lnTo>
                  <a:lnTo>
                    <a:pt x="5876" y="4988"/>
                  </a:lnTo>
                  <a:lnTo>
                    <a:pt x="8621" y="3381"/>
                  </a:lnTo>
                  <a:lnTo>
                    <a:pt x="2763"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 name="Google Shape;521;p29"/>
            <p:cNvSpPr/>
            <p:nvPr/>
          </p:nvSpPr>
          <p:spPr>
            <a:xfrm>
              <a:off x="2067300" y="3747350"/>
              <a:ext cx="215525" cy="124725"/>
            </a:xfrm>
            <a:custGeom>
              <a:avLst/>
              <a:gdLst/>
              <a:ahLst/>
              <a:cxnLst/>
              <a:rect l="l" t="t" r="r" b="b"/>
              <a:pathLst>
                <a:path w="8621" h="4989" extrusionOk="0">
                  <a:moveTo>
                    <a:pt x="2745" y="1"/>
                  </a:moveTo>
                  <a:lnTo>
                    <a:pt x="0" y="1607"/>
                  </a:lnTo>
                  <a:lnTo>
                    <a:pt x="5876" y="4989"/>
                  </a:lnTo>
                  <a:lnTo>
                    <a:pt x="8621" y="3398"/>
                  </a:lnTo>
                  <a:lnTo>
                    <a:pt x="2745"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 name="Google Shape;522;p29"/>
            <p:cNvSpPr/>
            <p:nvPr/>
          </p:nvSpPr>
          <p:spPr>
            <a:xfrm>
              <a:off x="2431775" y="3070375"/>
              <a:ext cx="2749325" cy="1578325"/>
            </a:xfrm>
            <a:custGeom>
              <a:avLst/>
              <a:gdLst/>
              <a:ahLst/>
              <a:cxnLst/>
              <a:rect l="l" t="t" r="r" b="b"/>
              <a:pathLst>
                <a:path w="109973" h="63133" extrusionOk="0">
                  <a:moveTo>
                    <a:pt x="54803" y="1"/>
                  </a:moveTo>
                  <a:cubicBezTo>
                    <a:pt x="53505" y="1"/>
                    <a:pt x="52208" y="289"/>
                    <a:pt x="51221" y="867"/>
                  </a:cubicBezTo>
                  <a:lnTo>
                    <a:pt x="1976" y="29490"/>
                  </a:lnTo>
                  <a:cubicBezTo>
                    <a:pt x="1" y="30645"/>
                    <a:pt x="1" y="32503"/>
                    <a:pt x="1992" y="33641"/>
                  </a:cubicBezTo>
                  <a:lnTo>
                    <a:pt x="51572" y="62281"/>
                  </a:lnTo>
                  <a:cubicBezTo>
                    <a:pt x="52564" y="62848"/>
                    <a:pt x="53860" y="63132"/>
                    <a:pt x="55152" y="63132"/>
                  </a:cubicBezTo>
                  <a:cubicBezTo>
                    <a:pt x="56454" y="63132"/>
                    <a:pt x="57753" y="62844"/>
                    <a:pt x="58736" y="62264"/>
                  </a:cubicBezTo>
                  <a:lnTo>
                    <a:pt x="107998" y="33641"/>
                  </a:lnTo>
                  <a:cubicBezTo>
                    <a:pt x="109973" y="32503"/>
                    <a:pt x="109956" y="30645"/>
                    <a:pt x="107981" y="29490"/>
                  </a:cubicBezTo>
                  <a:lnTo>
                    <a:pt x="58385" y="867"/>
                  </a:lnTo>
                  <a:cubicBezTo>
                    <a:pt x="57397" y="289"/>
                    <a:pt x="56100" y="1"/>
                    <a:pt x="5480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 name="Google Shape;523;p29"/>
            <p:cNvSpPr/>
            <p:nvPr/>
          </p:nvSpPr>
          <p:spPr>
            <a:xfrm>
              <a:off x="2527175" y="3125100"/>
              <a:ext cx="2558525" cy="1468825"/>
            </a:xfrm>
            <a:custGeom>
              <a:avLst/>
              <a:gdLst/>
              <a:ahLst/>
              <a:cxnLst/>
              <a:rect l="l" t="t" r="r" b="b"/>
              <a:pathLst>
                <a:path w="102341" h="58753" extrusionOk="0">
                  <a:moveTo>
                    <a:pt x="51003" y="0"/>
                  </a:moveTo>
                  <a:cubicBezTo>
                    <a:pt x="49798" y="0"/>
                    <a:pt x="48593" y="268"/>
                    <a:pt x="47672" y="804"/>
                  </a:cubicBezTo>
                  <a:lnTo>
                    <a:pt x="1825" y="27452"/>
                  </a:lnTo>
                  <a:cubicBezTo>
                    <a:pt x="1" y="28523"/>
                    <a:pt x="1" y="30247"/>
                    <a:pt x="1842" y="31318"/>
                  </a:cubicBezTo>
                  <a:lnTo>
                    <a:pt x="47990" y="57949"/>
                  </a:lnTo>
                  <a:cubicBezTo>
                    <a:pt x="48919" y="58485"/>
                    <a:pt x="50129" y="58753"/>
                    <a:pt x="51336" y="58753"/>
                  </a:cubicBezTo>
                  <a:cubicBezTo>
                    <a:pt x="52543" y="58753"/>
                    <a:pt x="53748" y="58485"/>
                    <a:pt x="54669" y="57949"/>
                  </a:cubicBezTo>
                  <a:lnTo>
                    <a:pt x="100499" y="31318"/>
                  </a:lnTo>
                  <a:cubicBezTo>
                    <a:pt x="102341" y="30247"/>
                    <a:pt x="102324" y="28523"/>
                    <a:pt x="100483" y="27452"/>
                  </a:cubicBezTo>
                  <a:lnTo>
                    <a:pt x="54334" y="804"/>
                  </a:lnTo>
                  <a:cubicBezTo>
                    <a:pt x="53414" y="268"/>
                    <a:pt x="52209" y="0"/>
                    <a:pt x="51003" y="0"/>
                  </a:cubicBezTo>
                  <a:close/>
                </a:path>
              </a:pathLst>
            </a:custGeom>
            <a:solidFill>
              <a:srgbClr val="B32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 name="Google Shape;524;p29"/>
            <p:cNvSpPr/>
            <p:nvPr/>
          </p:nvSpPr>
          <p:spPr>
            <a:xfrm>
              <a:off x="2443900" y="3859075"/>
              <a:ext cx="2724650" cy="860400"/>
            </a:xfrm>
            <a:custGeom>
              <a:avLst/>
              <a:gdLst/>
              <a:ahLst/>
              <a:cxnLst/>
              <a:rect l="l" t="t" r="r" b="b"/>
              <a:pathLst>
                <a:path w="108986" h="34416" extrusionOk="0">
                  <a:moveTo>
                    <a:pt x="1" y="1"/>
                  </a:moveTo>
                  <a:lnTo>
                    <a:pt x="1" y="2830"/>
                  </a:lnTo>
                  <a:cubicBezTo>
                    <a:pt x="1" y="3600"/>
                    <a:pt x="503" y="4353"/>
                    <a:pt x="1491" y="4922"/>
                  </a:cubicBezTo>
                  <a:lnTo>
                    <a:pt x="51087" y="33545"/>
                  </a:lnTo>
                  <a:cubicBezTo>
                    <a:pt x="51305" y="33679"/>
                    <a:pt x="51556" y="33796"/>
                    <a:pt x="51807" y="33896"/>
                  </a:cubicBezTo>
                  <a:cubicBezTo>
                    <a:pt x="51824" y="33913"/>
                    <a:pt x="51840" y="33913"/>
                    <a:pt x="51857" y="33913"/>
                  </a:cubicBezTo>
                  <a:cubicBezTo>
                    <a:pt x="51891" y="33930"/>
                    <a:pt x="51941" y="33947"/>
                    <a:pt x="51974" y="33963"/>
                  </a:cubicBezTo>
                  <a:cubicBezTo>
                    <a:pt x="52125" y="34013"/>
                    <a:pt x="52276" y="34064"/>
                    <a:pt x="52426" y="34114"/>
                  </a:cubicBezTo>
                  <a:cubicBezTo>
                    <a:pt x="52510" y="34131"/>
                    <a:pt x="52594" y="34147"/>
                    <a:pt x="52677" y="34164"/>
                  </a:cubicBezTo>
                  <a:cubicBezTo>
                    <a:pt x="52727" y="34181"/>
                    <a:pt x="52778" y="34198"/>
                    <a:pt x="52828" y="34214"/>
                  </a:cubicBezTo>
                  <a:cubicBezTo>
                    <a:pt x="52861" y="34214"/>
                    <a:pt x="52912" y="34231"/>
                    <a:pt x="52945" y="34231"/>
                  </a:cubicBezTo>
                  <a:cubicBezTo>
                    <a:pt x="53112" y="34265"/>
                    <a:pt x="53280" y="34298"/>
                    <a:pt x="53447" y="34332"/>
                  </a:cubicBezTo>
                  <a:cubicBezTo>
                    <a:pt x="53514" y="34332"/>
                    <a:pt x="53581" y="34332"/>
                    <a:pt x="53631" y="34348"/>
                  </a:cubicBezTo>
                  <a:cubicBezTo>
                    <a:pt x="53682" y="34348"/>
                    <a:pt x="53715" y="34365"/>
                    <a:pt x="53765" y="34365"/>
                  </a:cubicBezTo>
                  <a:cubicBezTo>
                    <a:pt x="53832" y="34365"/>
                    <a:pt x="53882" y="34382"/>
                    <a:pt x="53949" y="34382"/>
                  </a:cubicBezTo>
                  <a:cubicBezTo>
                    <a:pt x="54117" y="34398"/>
                    <a:pt x="54267" y="34398"/>
                    <a:pt x="54435" y="34415"/>
                  </a:cubicBezTo>
                  <a:lnTo>
                    <a:pt x="54954" y="34415"/>
                  </a:lnTo>
                  <a:cubicBezTo>
                    <a:pt x="55155" y="34398"/>
                    <a:pt x="55339" y="34398"/>
                    <a:pt x="55523" y="34365"/>
                  </a:cubicBezTo>
                  <a:lnTo>
                    <a:pt x="55590" y="34365"/>
                  </a:lnTo>
                  <a:cubicBezTo>
                    <a:pt x="55640" y="34365"/>
                    <a:pt x="55690" y="34348"/>
                    <a:pt x="55740" y="34348"/>
                  </a:cubicBezTo>
                  <a:cubicBezTo>
                    <a:pt x="55891" y="34332"/>
                    <a:pt x="56025" y="34315"/>
                    <a:pt x="56176" y="34281"/>
                  </a:cubicBezTo>
                  <a:cubicBezTo>
                    <a:pt x="56243" y="34265"/>
                    <a:pt x="56293" y="34248"/>
                    <a:pt x="56360" y="34231"/>
                  </a:cubicBezTo>
                  <a:cubicBezTo>
                    <a:pt x="56527" y="34198"/>
                    <a:pt x="56694" y="34164"/>
                    <a:pt x="56862" y="34114"/>
                  </a:cubicBezTo>
                  <a:cubicBezTo>
                    <a:pt x="56946" y="34080"/>
                    <a:pt x="57046" y="34064"/>
                    <a:pt x="57130" y="34047"/>
                  </a:cubicBezTo>
                  <a:cubicBezTo>
                    <a:pt x="57213" y="34013"/>
                    <a:pt x="57264" y="33997"/>
                    <a:pt x="57347" y="33963"/>
                  </a:cubicBezTo>
                  <a:cubicBezTo>
                    <a:pt x="57414" y="33947"/>
                    <a:pt x="57481" y="33913"/>
                    <a:pt x="57531" y="33896"/>
                  </a:cubicBezTo>
                  <a:cubicBezTo>
                    <a:pt x="57782" y="33796"/>
                    <a:pt x="58034" y="33679"/>
                    <a:pt x="58251" y="33562"/>
                  </a:cubicBezTo>
                  <a:lnTo>
                    <a:pt x="107513" y="4922"/>
                  </a:lnTo>
                  <a:cubicBezTo>
                    <a:pt x="107529" y="4922"/>
                    <a:pt x="107546" y="4905"/>
                    <a:pt x="107563" y="4888"/>
                  </a:cubicBezTo>
                  <a:cubicBezTo>
                    <a:pt x="107663" y="4838"/>
                    <a:pt x="107730" y="4771"/>
                    <a:pt x="107814" y="4704"/>
                  </a:cubicBezTo>
                  <a:cubicBezTo>
                    <a:pt x="107948" y="4621"/>
                    <a:pt x="108065" y="4537"/>
                    <a:pt x="108182" y="4436"/>
                  </a:cubicBezTo>
                  <a:cubicBezTo>
                    <a:pt x="108182" y="4436"/>
                    <a:pt x="108199" y="4420"/>
                    <a:pt x="108216" y="4420"/>
                  </a:cubicBezTo>
                  <a:cubicBezTo>
                    <a:pt x="108333" y="4303"/>
                    <a:pt x="108433" y="4202"/>
                    <a:pt x="108517" y="4085"/>
                  </a:cubicBezTo>
                  <a:cubicBezTo>
                    <a:pt x="108551" y="4051"/>
                    <a:pt x="108567" y="4018"/>
                    <a:pt x="108584" y="4001"/>
                  </a:cubicBezTo>
                  <a:cubicBezTo>
                    <a:pt x="108601" y="3968"/>
                    <a:pt x="108617" y="3951"/>
                    <a:pt x="108634" y="3918"/>
                  </a:cubicBezTo>
                  <a:cubicBezTo>
                    <a:pt x="108668" y="3867"/>
                    <a:pt x="108701" y="3817"/>
                    <a:pt x="108735" y="3784"/>
                  </a:cubicBezTo>
                  <a:cubicBezTo>
                    <a:pt x="108785" y="3683"/>
                    <a:pt x="108835" y="3583"/>
                    <a:pt x="108869" y="3482"/>
                  </a:cubicBezTo>
                  <a:cubicBezTo>
                    <a:pt x="108869" y="3482"/>
                    <a:pt x="108869" y="3466"/>
                    <a:pt x="108869" y="3449"/>
                  </a:cubicBezTo>
                  <a:cubicBezTo>
                    <a:pt x="108885" y="3432"/>
                    <a:pt x="108885" y="3415"/>
                    <a:pt x="108885" y="3399"/>
                  </a:cubicBezTo>
                  <a:cubicBezTo>
                    <a:pt x="108919" y="3332"/>
                    <a:pt x="108936" y="3265"/>
                    <a:pt x="108952" y="3198"/>
                  </a:cubicBezTo>
                  <a:cubicBezTo>
                    <a:pt x="108969" y="3114"/>
                    <a:pt x="108969" y="3014"/>
                    <a:pt x="108986" y="2913"/>
                  </a:cubicBezTo>
                  <a:lnTo>
                    <a:pt x="108986" y="2863"/>
                  </a:lnTo>
                  <a:lnTo>
                    <a:pt x="108986" y="34"/>
                  </a:lnTo>
                  <a:cubicBezTo>
                    <a:pt x="108986" y="218"/>
                    <a:pt x="108952" y="386"/>
                    <a:pt x="108902" y="553"/>
                  </a:cubicBezTo>
                  <a:cubicBezTo>
                    <a:pt x="108902" y="570"/>
                    <a:pt x="108885" y="603"/>
                    <a:pt x="108885" y="620"/>
                  </a:cubicBezTo>
                  <a:cubicBezTo>
                    <a:pt x="108835" y="771"/>
                    <a:pt x="108751" y="938"/>
                    <a:pt x="108651" y="1089"/>
                  </a:cubicBezTo>
                  <a:cubicBezTo>
                    <a:pt x="108617" y="1105"/>
                    <a:pt x="108601" y="1139"/>
                    <a:pt x="108584" y="1172"/>
                  </a:cubicBezTo>
                  <a:cubicBezTo>
                    <a:pt x="108484" y="1323"/>
                    <a:pt x="108350" y="1474"/>
                    <a:pt x="108182" y="1608"/>
                  </a:cubicBezTo>
                  <a:cubicBezTo>
                    <a:pt x="108082" y="1708"/>
                    <a:pt x="107948" y="1792"/>
                    <a:pt x="107831" y="1875"/>
                  </a:cubicBezTo>
                  <a:cubicBezTo>
                    <a:pt x="107730" y="1959"/>
                    <a:pt x="107630" y="2026"/>
                    <a:pt x="107513" y="2093"/>
                  </a:cubicBezTo>
                  <a:lnTo>
                    <a:pt x="58251" y="30716"/>
                  </a:lnTo>
                  <a:cubicBezTo>
                    <a:pt x="58034" y="30850"/>
                    <a:pt x="57799" y="30967"/>
                    <a:pt x="57548" y="31051"/>
                  </a:cubicBezTo>
                  <a:cubicBezTo>
                    <a:pt x="57481" y="31084"/>
                    <a:pt x="57414" y="31101"/>
                    <a:pt x="57347" y="31134"/>
                  </a:cubicBezTo>
                  <a:cubicBezTo>
                    <a:pt x="57197" y="31185"/>
                    <a:pt x="57046" y="31235"/>
                    <a:pt x="56879" y="31285"/>
                  </a:cubicBezTo>
                  <a:cubicBezTo>
                    <a:pt x="56711" y="31319"/>
                    <a:pt x="56544" y="31369"/>
                    <a:pt x="56360" y="31402"/>
                  </a:cubicBezTo>
                  <a:cubicBezTo>
                    <a:pt x="56176" y="31452"/>
                    <a:pt x="55958" y="31486"/>
                    <a:pt x="55757" y="31503"/>
                  </a:cubicBezTo>
                  <a:cubicBezTo>
                    <a:pt x="55707" y="31519"/>
                    <a:pt x="55657" y="31519"/>
                    <a:pt x="55606" y="31536"/>
                  </a:cubicBezTo>
                  <a:cubicBezTo>
                    <a:pt x="55322" y="31553"/>
                    <a:pt x="55037" y="31570"/>
                    <a:pt x="54753" y="31586"/>
                  </a:cubicBezTo>
                  <a:lnTo>
                    <a:pt x="54619" y="31586"/>
                  </a:lnTo>
                  <a:cubicBezTo>
                    <a:pt x="54334" y="31570"/>
                    <a:pt x="54050" y="31570"/>
                    <a:pt x="53765" y="31536"/>
                  </a:cubicBezTo>
                  <a:cubicBezTo>
                    <a:pt x="53732" y="31536"/>
                    <a:pt x="53682" y="31519"/>
                    <a:pt x="53648" y="31519"/>
                  </a:cubicBezTo>
                  <a:cubicBezTo>
                    <a:pt x="53364" y="31486"/>
                    <a:pt x="53096" y="31436"/>
                    <a:pt x="52828" y="31386"/>
                  </a:cubicBezTo>
                  <a:cubicBezTo>
                    <a:pt x="52778" y="31369"/>
                    <a:pt x="52744" y="31352"/>
                    <a:pt x="52694" y="31335"/>
                  </a:cubicBezTo>
                  <a:cubicBezTo>
                    <a:pt x="52443" y="31285"/>
                    <a:pt x="52209" y="31218"/>
                    <a:pt x="51991" y="31134"/>
                  </a:cubicBezTo>
                  <a:cubicBezTo>
                    <a:pt x="51941" y="31118"/>
                    <a:pt x="51907" y="31101"/>
                    <a:pt x="51857" y="31084"/>
                  </a:cubicBezTo>
                  <a:cubicBezTo>
                    <a:pt x="51589" y="30984"/>
                    <a:pt x="51321" y="30867"/>
                    <a:pt x="51087" y="30716"/>
                  </a:cubicBezTo>
                  <a:lnTo>
                    <a:pt x="1507" y="2093"/>
                  </a:lnTo>
                  <a:cubicBezTo>
                    <a:pt x="503" y="1524"/>
                    <a:pt x="1" y="754"/>
                    <a:pt x="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 name="Google Shape;525;p29"/>
            <p:cNvSpPr/>
            <p:nvPr/>
          </p:nvSpPr>
          <p:spPr>
            <a:xfrm>
              <a:off x="4020275" y="3910550"/>
              <a:ext cx="150650" cy="87475"/>
            </a:xfrm>
            <a:custGeom>
              <a:avLst/>
              <a:gdLst/>
              <a:ahLst/>
              <a:cxnLst/>
              <a:rect l="l" t="t" r="r" b="b"/>
              <a:pathLst>
                <a:path w="6026" h="3499" extrusionOk="0">
                  <a:moveTo>
                    <a:pt x="3013" y="1"/>
                  </a:moveTo>
                  <a:lnTo>
                    <a:pt x="0" y="1741"/>
                  </a:lnTo>
                  <a:lnTo>
                    <a:pt x="3030" y="3499"/>
                  </a:lnTo>
                  <a:lnTo>
                    <a:pt x="6026" y="174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 name="Google Shape;526;p29"/>
            <p:cNvSpPr/>
            <p:nvPr/>
          </p:nvSpPr>
          <p:spPr>
            <a:xfrm>
              <a:off x="4095600" y="3954075"/>
              <a:ext cx="75325" cy="132675"/>
            </a:xfrm>
            <a:custGeom>
              <a:avLst/>
              <a:gdLst/>
              <a:ahLst/>
              <a:cxnLst/>
              <a:rect l="l" t="t" r="r" b="b"/>
              <a:pathLst>
                <a:path w="3013" h="5307" extrusionOk="0">
                  <a:moveTo>
                    <a:pt x="17" y="1758"/>
                  </a:moveTo>
                  <a:lnTo>
                    <a:pt x="0" y="5307"/>
                  </a:lnTo>
                  <a:lnTo>
                    <a:pt x="2996" y="3566"/>
                  </a:lnTo>
                  <a:lnTo>
                    <a:pt x="3013"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 name="Google Shape;527;p29"/>
            <p:cNvSpPr/>
            <p:nvPr/>
          </p:nvSpPr>
          <p:spPr>
            <a:xfrm>
              <a:off x="4020275" y="3954075"/>
              <a:ext cx="75750" cy="132675"/>
            </a:xfrm>
            <a:custGeom>
              <a:avLst/>
              <a:gdLst/>
              <a:ahLst/>
              <a:cxnLst/>
              <a:rect l="l" t="t" r="r" b="b"/>
              <a:pathLst>
                <a:path w="3030" h="5307" extrusionOk="0">
                  <a:moveTo>
                    <a:pt x="0" y="0"/>
                  </a:moveTo>
                  <a:lnTo>
                    <a:pt x="0" y="3566"/>
                  </a:lnTo>
                  <a:lnTo>
                    <a:pt x="3013" y="5307"/>
                  </a:lnTo>
                  <a:lnTo>
                    <a:pt x="3030" y="1758"/>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 name="Google Shape;528;p29"/>
            <p:cNvSpPr/>
            <p:nvPr/>
          </p:nvSpPr>
          <p:spPr>
            <a:xfrm>
              <a:off x="3721900" y="1242000"/>
              <a:ext cx="150675" cy="87500"/>
            </a:xfrm>
            <a:custGeom>
              <a:avLst/>
              <a:gdLst/>
              <a:ahLst/>
              <a:cxnLst/>
              <a:rect l="l" t="t" r="r" b="b"/>
              <a:pathLst>
                <a:path w="6027" h="3500" extrusionOk="0">
                  <a:moveTo>
                    <a:pt x="3013" y="1"/>
                  </a:moveTo>
                  <a:lnTo>
                    <a:pt x="1" y="1758"/>
                  </a:lnTo>
                  <a:lnTo>
                    <a:pt x="3030" y="3499"/>
                  </a:lnTo>
                  <a:lnTo>
                    <a:pt x="6026" y="1758"/>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 name="Google Shape;529;p29"/>
            <p:cNvSpPr/>
            <p:nvPr/>
          </p:nvSpPr>
          <p:spPr>
            <a:xfrm>
              <a:off x="3797225" y="1285950"/>
              <a:ext cx="75350" cy="132250"/>
            </a:xfrm>
            <a:custGeom>
              <a:avLst/>
              <a:gdLst/>
              <a:ahLst/>
              <a:cxnLst/>
              <a:rect l="l" t="t" r="r" b="b"/>
              <a:pathLst>
                <a:path w="3014" h="5290" extrusionOk="0">
                  <a:moveTo>
                    <a:pt x="17" y="1741"/>
                  </a:moveTo>
                  <a:lnTo>
                    <a:pt x="0" y="5290"/>
                  </a:lnTo>
                  <a:lnTo>
                    <a:pt x="2997" y="3549"/>
                  </a:lnTo>
                  <a:lnTo>
                    <a:pt x="3013"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 name="Google Shape;530;p29"/>
            <p:cNvSpPr/>
            <p:nvPr/>
          </p:nvSpPr>
          <p:spPr>
            <a:xfrm>
              <a:off x="3721900" y="1285950"/>
              <a:ext cx="75775" cy="132250"/>
            </a:xfrm>
            <a:custGeom>
              <a:avLst/>
              <a:gdLst/>
              <a:ahLst/>
              <a:cxnLst/>
              <a:rect l="l" t="t" r="r" b="b"/>
              <a:pathLst>
                <a:path w="3031" h="5290" extrusionOk="0">
                  <a:moveTo>
                    <a:pt x="1" y="0"/>
                  </a:moveTo>
                  <a:lnTo>
                    <a:pt x="1" y="3549"/>
                  </a:lnTo>
                  <a:lnTo>
                    <a:pt x="3013" y="5290"/>
                  </a:lnTo>
                  <a:lnTo>
                    <a:pt x="3030" y="174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 name="Google Shape;531;p29"/>
            <p:cNvSpPr/>
            <p:nvPr/>
          </p:nvSpPr>
          <p:spPr>
            <a:xfrm>
              <a:off x="3658300" y="4103875"/>
              <a:ext cx="181225" cy="104650"/>
            </a:xfrm>
            <a:custGeom>
              <a:avLst/>
              <a:gdLst/>
              <a:ahLst/>
              <a:cxnLst/>
              <a:rect l="l" t="t" r="r" b="b"/>
              <a:pathLst>
                <a:path w="7249" h="4186" extrusionOk="0">
                  <a:moveTo>
                    <a:pt x="3616" y="1"/>
                  </a:moveTo>
                  <a:lnTo>
                    <a:pt x="0" y="2093"/>
                  </a:lnTo>
                  <a:lnTo>
                    <a:pt x="3649" y="4185"/>
                  </a:lnTo>
                  <a:lnTo>
                    <a:pt x="7248" y="2093"/>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 name="Google Shape;532;p29"/>
            <p:cNvSpPr/>
            <p:nvPr/>
          </p:nvSpPr>
          <p:spPr>
            <a:xfrm>
              <a:off x="3749100" y="4156200"/>
              <a:ext cx="90425" cy="159450"/>
            </a:xfrm>
            <a:custGeom>
              <a:avLst/>
              <a:gdLst/>
              <a:ahLst/>
              <a:cxnLst/>
              <a:rect l="l" t="t" r="r" b="b"/>
              <a:pathLst>
                <a:path w="3617" h="6378" extrusionOk="0">
                  <a:moveTo>
                    <a:pt x="17" y="2092"/>
                  </a:moveTo>
                  <a:lnTo>
                    <a:pt x="1" y="6378"/>
                  </a:lnTo>
                  <a:lnTo>
                    <a:pt x="3616" y="4285"/>
                  </a:lnTo>
                  <a:lnTo>
                    <a:pt x="36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 name="Google Shape;533;p29"/>
            <p:cNvSpPr/>
            <p:nvPr/>
          </p:nvSpPr>
          <p:spPr>
            <a:xfrm>
              <a:off x="3658300" y="4156200"/>
              <a:ext cx="91250" cy="159450"/>
            </a:xfrm>
            <a:custGeom>
              <a:avLst/>
              <a:gdLst/>
              <a:ahLst/>
              <a:cxnLst/>
              <a:rect l="l" t="t" r="r" b="b"/>
              <a:pathLst>
                <a:path w="3650" h="6378" extrusionOk="0">
                  <a:moveTo>
                    <a:pt x="0" y="0"/>
                  </a:moveTo>
                  <a:lnTo>
                    <a:pt x="0" y="4285"/>
                  </a:lnTo>
                  <a:lnTo>
                    <a:pt x="3633" y="6378"/>
                  </a:lnTo>
                  <a:lnTo>
                    <a:pt x="3649" y="2092"/>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 name="Google Shape;534;p29"/>
            <p:cNvSpPr/>
            <p:nvPr/>
          </p:nvSpPr>
          <p:spPr>
            <a:xfrm>
              <a:off x="4228650" y="3433075"/>
              <a:ext cx="181225" cy="104650"/>
            </a:xfrm>
            <a:custGeom>
              <a:avLst/>
              <a:gdLst/>
              <a:ahLst/>
              <a:cxnLst/>
              <a:rect l="l" t="t" r="r" b="b"/>
              <a:pathLst>
                <a:path w="7249" h="4186" extrusionOk="0">
                  <a:moveTo>
                    <a:pt x="3616" y="1"/>
                  </a:moveTo>
                  <a:lnTo>
                    <a:pt x="1" y="2093"/>
                  </a:lnTo>
                  <a:lnTo>
                    <a:pt x="3633" y="4186"/>
                  </a:lnTo>
                  <a:lnTo>
                    <a:pt x="7249" y="2093"/>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 name="Google Shape;535;p29"/>
            <p:cNvSpPr/>
            <p:nvPr/>
          </p:nvSpPr>
          <p:spPr>
            <a:xfrm>
              <a:off x="4319050" y="3485400"/>
              <a:ext cx="90825" cy="159450"/>
            </a:xfrm>
            <a:custGeom>
              <a:avLst/>
              <a:gdLst/>
              <a:ahLst/>
              <a:cxnLst/>
              <a:rect l="l" t="t" r="r" b="b"/>
              <a:pathLst>
                <a:path w="3633" h="6378" extrusionOk="0">
                  <a:moveTo>
                    <a:pt x="17" y="2093"/>
                  </a:moveTo>
                  <a:lnTo>
                    <a:pt x="0" y="6378"/>
                  </a:lnTo>
                  <a:lnTo>
                    <a:pt x="3616" y="4285"/>
                  </a:lnTo>
                  <a:lnTo>
                    <a:pt x="3633"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 name="Google Shape;536;p29"/>
            <p:cNvSpPr/>
            <p:nvPr/>
          </p:nvSpPr>
          <p:spPr>
            <a:xfrm>
              <a:off x="4228250" y="3485400"/>
              <a:ext cx="91250" cy="159450"/>
            </a:xfrm>
            <a:custGeom>
              <a:avLst/>
              <a:gdLst/>
              <a:ahLst/>
              <a:cxnLst/>
              <a:rect l="l" t="t" r="r" b="b"/>
              <a:pathLst>
                <a:path w="3650" h="6378" extrusionOk="0">
                  <a:moveTo>
                    <a:pt x="17" y="0"/>
                  </a:moveTo>
                  <a:lnTo>
                    <a:pt x="0" y="4285"/>
                  </a:lnTo>
                  <a:lnTo>
                    <a:pt x="3632" y="6378"/>
                  </a:lnTo>
                  <a:lnTo>
                    <a:pt x="3649" y="209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 name="Google Shape;537;p29"/>
            <p:cNvSpPr/>
            <p:nvPr/>
          </p:nvSpPr>
          <p:spPr>
            <a:xfrm>
              <a:off x="4319475" y="2688225"/>
              <a:ext cx="181200" cy="105050"/>
            </a:xfrm>
            <a:custGeom>
              <a:avLst/>
              <a:gdLst/>
              <a:ahLst/>
              <a:cxnLst/>
              <a:rect l="l" t="t" r="r" b="b"/>
              <a:pathLst>
                <a:path w="7248" h="4202" extrusionOk="0">
                  <a:moveTo>
                    <a:pt x="3599" y="0"/>
                  </a:moveTo>
                  <a:lnTo>
                    <a:pt x="0" y="2093"/>
                  </a:lnTo>
                  <a:lnTo>
                    <a:pt x="3632" y="4202"/>
                  </a:lnTo>
                  <a:lnTo>
                    <a:pt x="7248" y="2093"/>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 name="Google Shape;538;p29"/>
            <p:cNvSpPr/>
            <p:nvPr/>
          </p:nvSpPr>
          <p:spPr>
            <a:xfrm>
              <a:off x="4409850" y="2740525"/>
              <a:ext cx="90825" cy="159875"/>
            </a:xfrm>
            <a:custGeom>
              <a:avLst/>
              <a:gdLst/>
              <a:ahLst/>
              <a:cxnLst/>
              <a:rect l="l" t="t" r="r" b="b"/>
              <a:pathLst>
                <a:path w="3633" h="6395" extrusionOk="0">
                  <a:moveTo>
                    <a:pt x="17" y="2110"/>
                  </a:moveTo>
                  <a:lnTo>
                    <a:pt x="1" y="6395"/>
                  </a:lnTo>
                  <a:lnTo>
                    <a:pt x="3616" y="4286"/>
                  </a:lnTo>
                  <a:lnTo>
                    <a:pt x="3633"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 name="Google Shape;539;p29"/>
            <p:cNvSpPr/>
            <p:nvPr/>
          </p:nvSpPr>
          <p:spPr>
            <a:xfrm>
              <a:off x="4319050" y="2740525"/>
              <a:ext cx="91250" cy="159875"/>
            </a:xfrm>
            <a:custGeom>
              <a:avLst/>
              <a:gdLst/>
              <a:ahLst/>
              <a:cxnLst/>
              <a:rect l="l" t="t" r="r" b="b"/>
              <a:pathLst>
                <a:path w="3650" h="6395" extrusionOk="0">
                  <a:moveTo>
                    <a:pt x="17" y="1"/>
                  </a:moveTo>
                  <a:lnTo>
                    <a:pt x="0" y="4286"/>
                  </a:lnTo>
                  <a:lnTo>
                    <a:pt x="3633" y="6395"/>
                  </a:lnTo>
                  <a:lnTo>
                    <a:pt x="3649" y="211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 name="Google Shape;540;p29"/>
            <p:cNvSpPr/>
            <p:nvPr/>
          </p:nvSpPr>
          <p:spPr>
            <a:xfrm>
              <a:off x="3705575" y="1585975"/>
              <a:ext cx="181225" cy="105075"/>
            </a:xfrm>
            <a:custGeom>
              <a:avLst/>
              <a:gdLst/>
              <a:ahLst/>
              <a:cxnLst/>
              <a:rect l="l" t="t" r="r" b="b"/>
              <a:pathLst>
                <a:path w="7249" h="4203" extrusionOk="0">
                  <a:moveTo>
                    <a:pt x="3616" y="1"/>
                  </a:moveTo>
                  <a:lnTo>
                    <a:pt x="1" y="2110"/>
                  </a:lnTo>
                  <a:lnTo>
                    <a:pt x="3633" y="4202"/>
                  </a:lnTo>
                  <a:lnTo>
                    <a:pt x="7249" y="211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 name="Google Shape;541;p29"/>
            <p:cNvSpPr/>
            <p:nvPr/>
          </p:nvSpPr>
          <p:spPr>
            <a:xfrm>
              <a:off x="3795975" y="1638700"/>
              <a:ext cx="90825" cy="159475"/>
            </a:xfrm>
            <a:custGeom>
              <a:avLst/>
              <a:gdLst/>
              <a:ahLst/>
              <a:cxnLst/>
              <a:rect l="l" t="t" r="r" b="b"/>
              <a:pathLst>
                <a:path w="3633" h="6379" extrusionOk="0">
                  <a:moveTo>
                    <a:pt x="17" y="2093"/>
                  </a:moveTo>
                  <a:lnTo>
                    <a:pt x="0" y="6378"/>
                  </a:lnTo>
                  <a:lnTo>
                    <a:pt x="3616" y="4286"/>
                  </a:lnTo>
                  <a:lnTo>
                    <a:pt x="3633"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 name="Google Shape;542;p29"/>
            <p:cNvSpPr/>
            <p:nvPr/>
          </p:nvSpPr>
          <p:spPr>
            <a:xfrm>
              <a:off x="3705150" y="1638700"/>
              <a:ext cx="91250" cy="159475"/>
            </a:xfrm>
            <a:custGeom>
              <a:avLst/>
              <a:gdLst/>
              <a:ahLst/>
              <a:cxnLst/>
              <a:rect l="l" t="t" r="r" b="b"/>
              <a:pathLst>
                <a:path w="3650" h="6379" extrusionOk="0">
                  <a:moveTo>
                    <a:pt x="18" y="1"/>
                  </a:moveTo>
                  <a:lnTo>
                    <a:pt x="1" y="4286"/>
                  </a:lnTo>
                  <a:lnTo>
                    <a:pt x="3633" y="6378"/>
                  </a:lnTo>
                  <a:lnTo>
                    <a:pt x="3650" y="209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 name="Google Shape;543;p29"/>
            <p:cNvSpPr/>
            <p:nvPr/>
          </p:nvSpPr>
          <p:spPr>
            <a:xfrm>
              <a:off x="3386300" y="2027050"/>
              <a:ext cx="181200" cy="105050"/>
            </a:xfrm>
            <a:custGeom>
              <a:avLst/>
              <a:gdLst/>
              <a:ahLst/>
              <a:cxnLst/>
              <a:rect l="l" t="t" r="r" b="b"/>
              <a:pathLst>
                <a:path w="7248" h="4202" extrusionOk="0">
                  <a:moveTo>
                    <a:pt x="3616" y="0"/>
                  </a:moveTo>
                  <a:lnTo>
                    <a:pt x="0" y="2109"/>
                  </a:lnTo>
                  <a:lnTo>
                    <a:pt x="3632" y="4202"/>
                  </a:lnTo>
                  <a:lnTo>
                    <a:pt x="7248" y="2109"/>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 name="Google Shape;544;p29"/>
            <p:cNvSpPr/>
            <p:nvPr/>
          </p:nvSpPr>
          <p:spPr>
            <a:xfrm>
              <a:off x="3477100" y="2079775"/>
              <a:ext cx="90400" cy="159450"/>
            </a:xfrm>
            <a:custGeom>
              <a:avLst/>
              <a:gdLst/>
              <a:ahLst/>
              <a:cxnLst/>
              <a:rect l="l" t="t" r="r" b="b"/>
              <a:pathLst>
                <a:path w="3616" h="6378" extrusionOk="0">
                  <a:moveTo>
                    <a:pt x="0" y="2093"/>
                  </a:moveTo>
                  <a:lnTo>
                    <a:pt x="0" y="6378"/>
                  </a:lnTo>
                  <a:lnTo>
                    <a:pt x="3599" y="4285"/>
                  </a:lnTo>
                  <a:lnTo>
                    <a:pt x="36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 name="Google Shape;545;p29"/>
            <p:cNvSpPr/>
            <p:nvPr/>
          </p:nvSpPr>
          <p:spPr>
            <a:xfrm>
              <a:off x="3385875" y="2079775"/>
              <a:ext cx="91250" cy="159450"/>
            </a:xfrm>
            <a:custGeom>
              <a:avLst/>
              <a:gdLst/>
              <a:ahLst/>
              <a:cxnLst/>
              <a:rect l="l" t="t" r="r" b="b"/>
              <a:pathLst>
                <a:path w="3650" h="6378" extrusionOk="0">
                  <a:moveTo>
                    <a:pt x="17" y="0"/>
                  </a:moveTo>
                  <a:lnTo>
                    <a:pt x="0" y="4285"/>
                  </a:lnTo>
                  <a:lnTo>
                    <a:pt x="3649" y="6378"/>
                  </a:lnTo>
                  <a:lnTo>
                    <a:pt x="3649" y="209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 name="Google Shape;546;p29"/>
            <p:cNvSpPr/>
            <p:nvPr/>
          </p:nvSpPr>
          <p:spPr>
            <a:xfrm>
              <a:off x="3613100" y="3433925"/>
              <a:ext cx="362825" cy="210100"/>
            </a:xfrm>
            <a:custGeom>
              <a:avLst/>
              <a:gdLst/>
              <a:ahLst/>
              <a:cxnLst/>
              <a:rect l="l" t="t" r="r" b="b"/>
              <a:pathLst>
                <a:path w="14513" h="8404" extrusionOk="0">
                  <a:moveTo>
                    <a:pt x="7232" y="0"/>
                  </a:moveTo>
                  <a:lnTo>
                    <a:pt x="1" y="4202"/>
                  </a:lnTo>
                  <a:lnTo>
                    <a:pt x="7282" y="8403"/>
                  </a:lnTo>
                  <a:lnTo>
                    <a:pt x="14513" y="4202"/>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 name="Google Shape;547;p29"/>
            <p:cNvSpPr/>
            <p:nvPr/>
          </p:nvSpPr>
          <p:spPr>
            <a:xfrm>
              <a:off x="3794725" y="3538950"/>
              <a:ext cx="181200" cy="319325"/>
            </a:xfrm>
            <a:custGeom>
              <a:avLst/>
              <a:gdLst/>
              <a:ahLst/>
              <a:cxnLst/>
              <a:rect l="l" t="t" r="r" b="b"/>
              <a:pathLst>
                <a:path w="7248" h="12773" extrusionOk="0">
                  <a:moveTo>
                    <a:pt x="17" y="4202"/>
                  </a:moveTo>
                  <a:lnTo>
                    <a:pt x="0" y="12772"/>
                  </a:lnTo>
                  <a:lnTo>
                    <a:pt x="7231" y="8571"/>
                  </a:lnTo>
                  <a:lnTo>
                    <a:pt x="724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 name="Google Shape;548;p29"/>
            <p:cNvSpPr/>
            <p:nvPr/>
          </p:nvSpPr>
          <p:spPr>
            <a:xfrm>
              <a:off x="3612675" y="3538950"/>
              <a:ext cx="182475" cy="319325"/>
            </a:xfrm>
            <a:custGeom>
              <a:avLst/>
              <a:gdLst/>
              <a:ahLst/>
              <a:cxnLst/>
              <a:rect l="l" t="t" r="r" b="b"/>
              <a:pathLst>
                <a:path w="7299" h="12773" extrusionOk="0">
                  <a:moveTo>
                    <a:pt x="18" y="1"/>
                  </a:moveTo>
                  <a:lnTo>
                    <a:pt x="1" y="8571"/>
                  </a:lnTo>
                  <a:lnTo>
                    <a:pt x="7282" y="12772"/>
                  </a:lnTo>
                  <a:lnTo>
                    <a:pt x="7299" y="4202"/>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 name="Google Shape;549;p29"/>
            <p:cNvSpPr/>
            <p:nvPr/>
          </p:nvSpPr>
          <p:spPr>
            <a:xfrm>
              <a:off x="3341100" y="3063175"/>
              <a:ext cx="362825" cy="210075"/>
            </a:xfrm>
            <a:custGeom>
              <a:avLst/>
              <a:gdLst/>
              <a:ahLst/>
              <a:cxnLst/>
              <a:rect l="l" t="t" r="r" b="b"/>
              <a:pathLst>
                <a:path w="14513" h="8403" extrusionOk="0">
                  <a:moveTo>
                    <a:pt x="7232" y="0"/>
                  </a:moveTo>
                  <a:lnTo>
                    <a:pt x="0" y="4201"/>
                  </a:lnTo>
                  <a:lnTo>
                    <a:pt x="7282" y="8403"/>
                  </a:lnTo>
                  <a:lnTo>
                    <a:pt x="14513" y="420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 name="Google Shape;550;p29"/>
            <p:cNvSpPr/>
            <p:nvPr/>
          </p:nvSpPr>
          <p:spPr>
            <a:xfrm>
              <a:off x="3522700" y="3168200"/>
              <a:ext cx="181225" cy="319725"/>
            </a:xfrm>
            <a:custGeom>
              <a:avLst/>
              <a:gdLst/>
              <a:ahLst/>
              <a:cxnLst/>
              <a:rect l="l" t="t" r="r" b="b"/>
              <a:pathLst>
                <a:path w="7249" h="12789" extrusionOk="0">
                  <a:moveTo>
                    <a:pt x="18" y="4202"/>
                  </a:moveTo>
                  <a:lnTo>
                    <a:pt x="1" y="12789"/>
                  </a:lnTo>
                  <a:lnTo>
                    <a:pt x="7232" y="8587"/>
                  </a:lnTo>
                  <a:lnTo>
                    <a:pt x="7249"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 name="Google Shape;551;p29"/>
            <p:cNvSpPr/>
            <p:nvPr/>
          </p:nvSpPr>
          <p:spPr>
            <a:xfrm>
              <a:off x="3340675" y="3168200"/>
              <a:ext cx="182475" cy="319725"/>
            </a:xfrm>
            <a:custGeom>
              <a:avLst/>
              <a:gdLst/>
              <a:ahLst/>
              <a:cxnLst/>
              <a:rect l="l" t="t" r="r" b="b"/>
              <a:pathLst>
                <a:path w="7299" h="12789" extrusionOk="0">
                  <a:moveTo>
                    <a:pt x="17" y="0"/>
                  </a:moveTo>
                  <a:lnTo>
                    <a:pt x="1" y="8587"/>
                  </a:lnTo>
                  <a:lnTo>
                    <a:pt x="7282" y="12789"/>
                  </a:lnTo>
                  <a:lnTo>
                    <a:pt x="7299" y="4202"/>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 name="Google Shape;552;p29"/>
            <p:cNvSpPr/>
            <p:nvPr/>
          </p:nvSpPr>
          <p:spPr>
            <a:xfrm>
              <a:off x="3894725" y="2958125"/>
              <a:ext cx="362825" cy="210100"/>
            </a:xfrm>
            <a:custGeom>
              <a:avLst/>
              <a:gdLst/>
              <a:ahLst/>
              <a:cxnLst/>
              <a:rect l="l" t="t" r="r" b="b"/>
              <a:pathLst>
                <a:path w="14513" h="8404" extrusionOk="0">
                  <a:moveTo>
                    <a:pt x="7232" y="1"/>
                  </a:moveTo>
                  <a:lnTo>
                    <a:pt x="1" y="4202"/>
                  </a:lnTo>
                  <a:lnTo>
                    <a:pt x="7282" y="8403"/>
                  </a:lnTo>
                  <a:lnTo>
                    <a:pt x="14513" y="4202"/>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 name="Google Shape;553;p29"/>
            <p:cNvSpPr/>
            <p:nvPr/>
          </p:nvSpPr>
          <p:spPr>
            <a:xfrm>
              <a:off x="4075925" y="3063175"/>
              <a:ext cx="181625" cy="319725"/>
            </a:xfrm>
            <a:custGeom>
              <a:avLst/>
              <a:gdLst/>
              <a:ahLst/>
              <a:cxnLst/>
              <a:rect l="l" t="t" r="r" b="b"/>
              <a:pathLst>
                <a:path w="7265" h="12789" extrusionOk="0">
                  <a:moveTo>
                    <a:pt x="34" y="4201"/>
                  </a:moveTo>
                  <a:lnTo>
                    <a:pt x="0" y="12788"/>
                  </a:lnTo>
                  <a:lnTo>
                    <a:pt x="7231" y="8587"/>
                  </a:lnTo>
                  <a:lnTo>
                    <a:pt x="726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 name="Google Shape;554;p29"/>
            <p:cNvSpPr/>
            <p:nvPr/>
          </p:nvSpPr>
          <p:spPr>
            <a:xfrm>
              <a:off x="3893900" y="3063175"/>
              <a:ext cx="182875" cy="319725"/>
            </a:xfrm>
            <a:custGeom>
              <a:avLst/>
              <a:gdLst/>
              <a:ahLst/>
              <a:cxnLst/>
              <a:rect l="l" t="t" r="r" b="b"/>
              <a:pathLst>
                <a:path w="7315" h="12789" extrusionOk="0">
                  <a:moveTo>
                    <a:pt x="34" y="0"/>
                  </a:moveTo>
                  <a:lnTo>
                    <a:pt x="0" y="8587"/>
                  </a:lnTo>
                  <a:lnTo>
                    <a:pt x="7281" y="12788"/>
                  </a:lnTo>
                  <a:lnTo>
                    <a:pt x="7315" y="420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 name="Google Shape;555;p29"/>
            <p:cNvSpPr/>
            <p:nvPr/>
          </p:nvSpPr>
          <p:spPr>
            <a:xfrm>
              <a:off x="3914825" y="1923275"/>
              <a:ext cx="362400" cy="210075"/>
            </a:xfrm>
            <a:custGeom>
              <a:avLst/>
              <a:gdLst/>
              <a:ahLst/>
              <a:cxnLst/>
              <a:rect l="l" t="t" r="r" b="b"/>
              <a:pathLst>
                <a:path w="14496" h="8403" extrusionOk="0">
                  <a:moveTo>
                    <a:pt x="7231" y="0"/>
                  </a:moveTo>
                  <a:lnTo>
                    <a:pt x="0" y="4202"/>
                  </a:lnTo>
                  <a:lnTo>
                    <a:pt x="7265" y="8403"/>
                  </a:lnTo>
                  <a:lnTo>
                    <a:pt x="14496" y="4202"/>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 name="Google Shape;556;p29"/>
            <p:cNvSpPr/>
            <p:nvPr/>
          </p:nvSpPr>
          <p:spPr>
            <a:xfrm>
              <a:off x="4096000" y="2028300"/>
              <a:ext cx="181225" cy="319325"/>
            </a:xfrm>
            <a:custGeom>
              <a:avLst/>
              <a:gdLst/>
              <a:ahLst/>
              <a:cxnLst/>
              <a:rect l="l" t="t" r="r" b="b"/>
              <a:pathLst>
                <a:path w="7249" h="12773" extrusionOk="0">
                  <a:moveTo>
                    <a:pt x="18" y="4202"/>
                  </a:moveTo>
                  <a:lnTo>
                    <a:pt x="1" y="12772"/>
                  </a:lnTo>
                  <a:lnTo>
                    <a:pt x="7232" y="8571"/>
                  </a:lnTo>
                  <a:lnTo>
                    <a:pt x="7249"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 name="Google Shape;557;p29"/>
            <p:cNvSpPr/>
            <p:nvPr/>
          </p:nvSpPr>
          <p:spPr>
            <a:xfrm>
              <a:off x="3913975" y="2028300"/>
              <a:ext cx="182475" cy="319325"/>
            </a:xfrm>
            <a:custGeom>
              <a:avLst/>
              <a:gdLst/>
              <a:ahLst/>
              <a:cxnLst/>
              <a:rect l="l" t="t" r="r" b="b"/>
              <a:pathLst>
                <a:path w="7299" h="12773" extrusionOk="0">
                  <a:moveTo>
                    <a:pt x="34" y="1"/>
                  </a:moveTo>
                  <a:lnTo>
                    <a:pt x="1" y="8571"/>
                  </a:lnTo>
                  <a:lnTo>
                    <a:pt x="7282" y="12772"/>
                  </a:lnTo>
                  <a:lnTo>
                    <a:pt x="7299" y="4202"/>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 name="Google Shape;558;p29"/>
            <p:cNvSpPr/>
            <p:nvPr/>
          </p:nvSpPr>
          <p:spPr>
            <a:xfrm>
              <a:off x="3546575" y="2347600"/>
              <a:ext cx="498825" cy="289175"/>
            </a:xfrm>
            <a:custGeom>
              <a:avLst/>
              <a:gdLst/>
              <a:ahLst/>
              <a:cxnLst/>
              <a:rect l="l" t="t" r="r" b="b"/>
              <a:pathLst>
                <a:path w="19953" h="11567" extrusionOk="0">
                  <a:moveTo>
                    <a:pt x="9943" y="0"/>
                  </a:moveTo>
                  <a:lnTo>
                    <a:pt x="0" y="5775"/>
                  </a:lnTo>
                  <a:lnTo>
                    <a:pt x="10010" y="11566"/>
                  </a:lnTo>
                  <a:lnTo>
                    <a:pt x="19952" y="5775"/>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 name="Google Shape;559;p29"/>
            <p:cNvSpPr/>
            <p:nvPr/>
          </p:nvSpPr>
          <p:spPr>
            <a:xfrm>
              <a:off x="3795975" y="2491950"/>
              <a:ext cx="249425" cy="439850"/>
            </a:xfrm>
            <a:custGeom>
              <a:avLst/>
              <a:gdLst/>
              <a:ahLst/>
              <a:cxnLst/>
              <a:rect l="l" t="t" r="r" b="b"/>
              <a:pathLst>
                <a:path w="9977" h="17594" extrusionOk="0">
                  <a:moveTo>
                    <a:pt x="34" y="5792"/>
                  </a:moveTo>
                  <a:lnTo>
                    <a:pt x="0" y="17593"/>
                  </a:lnTo>
                  <a:lnTo>
                    <a:pt x="9943" y="11802"/>
                  </a:lnTo>
                  <a:lnTo>
                    <a:pt x="997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 name="Google Shape;560;p29"/>
            <p:cNvSpPr/>
            <p:nvPr/>
          </p:nvSpPr>
          <p:spPr>
            <a:xfrm>
              <a:off x="3545725" y="2491950"/>
              <a:ext cx="251100" cy="439850"/>
            </a:xfrm>
            <a:custGeom>
              <a:avLst/>
              <a:gdLst/>
              <a:ahLst/>
              <a:cxnLst/>
              <a:rect l="l" t="t" r="r" b="b"/>
              <a:pathLst>
                <a:path w="10044" h="17594" extrusionOk="0">
                  <a:moveTo>
                    <a:pt x="34" y="1"/>
                  </a:moveTo>
                  <a:lnTo>
                    <a:pt x="1" y="11802"/>
                  </a:lnTo>
                  <a:lnTo>
                    <a:pt x="10010" y="17593"/>
                  </a:lnTo>
                  <a:lnTo>
                    <a:pt x="10044" y="5792"/>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 name="Google Shape;561;p29"/>
            <p:cNvSpPr/>
            <p:nvPr/>
          </p:nvSpPr>
          <p:spPr>
            <a:xfrm>
              <a:off x="3295475" y="3622650"/>
              <a:ext cx="362850" cy="210100"/>
            </a:xfrm>
            <a:custGeom>
              <a:avLst/>
              <a:gdLst/>
              <a:ahLst/>
              <a:cxnLst/>
              <a:rect l="l" t="t" r="r" b="b"/>
              <a:pathLst>
                <a:path w="14514" h="8404" extrusionOk="0">
                  <a:moveTo>
                    <a:pt x="7232" y="0"/>
                  </a:moveTo>
                  <a:lnTo>
                    <a:pt x="1" y="4202"/>
                  </a:lnTo>
                  <a:lnTo>
                    <a:pt x="7282" y="8403"/>
                  </a:lnTo>
                  <a:lnTo>
                    <a:pt x="14513" y="4202"/>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 name="Google Shape;562;p29"/>
            <p:cNvSpPr/>
            <p:nvPr/>
          </p:nvSpPr>
          <p:spPr>
            <a:xfrm>
              <a:off x="3476675" y="3727675"/>
              <a:ext cx="181650" cy="319325"/>
            </a:xfrm>
            <a:custGeom>
              <a:avLst/>
              <a:gdLst/>
              <a:ahLst/>
              <a:cxnLst/>
              <a:rect l="l" t="t" r="r" b="b"/>
              <a:pathLst>
                <a:path w="7266" h="12773" extrusionOk="0">
                  <a:moveTo>
                    <a:pt x="34" y="4202"/>
                  </a:moveTo>
                  <a:lnTo>
                    <a:pt x="1" y="12772"/>
                  </a:lnTo>
                  <a:lnTo>
                    <a:pt x="7232" y="8571"/>
                  </a:lnTo>
                  <a:lnTo>
                    <a:pt x="726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 name="Google Shape;563;p29"/>
            <p:cNvSpPr/>
            <p:nvPr/>
          </p:nvSpPr>
          <p:spPr>
            <a:xfrm>
              <a:off x="3294650" y="3727675"/>
              <a:ext cx="182900" cy="319325"/>
            </a:xfrm>
            <a:custGeom>
              <a:avLst/>
              <a:gdLst/>
              <a:ahLst/>
              <a:cxnLst/>
              <a:rect l="l" t="t" r="r" b="b"/>
              <a:pathLst>
                <a:path w="7316" h="12773" extrusionOk="0">
                  <a:moveTo>
                    <a:pt x="34" y="1"/>
                  </a:moveTo>
                  <a:lnTo>
                    <a:pt x="0" y="8571"/>
                  </a:lnTo>
                  <a:lnTo>
                    <a:pt x="7282" y="12772"/>
                  </a:lnTo>
                  <a:lnTo>
                    <a:pt x="7315" y="4202"/>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 name="Google Shape;564;p29"/>
            <p:cNvSpPr/>
            <p:nvPr/>
          </p:nvSpPr>
          <p:spPr>
            <a:xfrm>
              <a:off x="4076350" y="3661150"/>
              <a:ext cx="40600" cy="191675"/>
            </a:xfrm>
            <a:custGeom>
              <a:avLst/>
              <a:gdLst/>
              <a:ahLst/>
              <a:cxnLst/>
              <a:rect l="l" t="t" r="r" b="b"/>
              <a:pathLst>
                <a:path w="1624" h="7667" extrusionOk="0">
                  <a:moveTo>
                    <a:pt x="804" y="7667"/>
                  </a:moveTo>
                  <a:cubicBezTo>
                    <a:pt x="368" y="7667"/>
                    <a:pt x="0" y="7315"/>
                    <a:pt x="0" y="6863"/>
                  </a:cubicBezTo>
                  <a:lnTo>
                    <a:pt x="0" y="821"/>
                  </a:lnTo>
                  <a:cubicBezTo>
                    <a:pt x="0" y="369"/>
                    <a:pt x="368" y="0"/>
                    <a:pt x="804" y="0"/>
                  </a:cubicBezTo>
                  <a:cubicBezTo>
                    <a:pt x="1255" y="0"/>
                    <a:pt x="1624" y="369"/>
                    <a:pt x="1624" y="821"/>
                  </a:cubicBezTo>
                  <a:lnTo>
                    <a:pt x="1624" y="6863"/>
                  </a:lnTo>
                  <a:cubicBezTo>
                    <a:pt x="1624" y="7315"/>
                    <a:pt x="1255" y="7667"/>
                    <a:pt x="804" y="7667"/>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 name="Google Shape;565;p29"/>
            <p:cNvSpPr/>
            <p:nvPr/>
          </p:nvSpPr>
          <p:spPr>
            <a:xfrm>
              <a:off x="3295475" y="2516650"/>
              <a:ext cx="40200" cy="191675"/>
            </a:xfrm>
            <a:custGeom>
              <a:avLst/>
              <a:gdLst/>
              <a:ahLst/>
              <a:cxnLst/>
              <a:rect l="l" t="t" r="r" b="b"/>
              <a:pathLst>
                <a:path w="1608" h="7667" extrusionOk="0">
                  <a:moveTo>
                    <a:pt x="804" y="7667"/>
                  </a:moveTo>
                  <a:cubicBezTo>
                    <a:pt x="352" y="7667"/>
                    <a:pt x="1" y="7315"/>
                    <a:pt x="1" y="6863"/>
                  </a:cubicBezTo>
                  <a:lnTo>
                    <a:pt x="1" y="821"/>
                  </a:lnTo>
                  <a:cubicBezTo>
                    <a:pt x="1" y="369"/>
                    <a:pt x="352" y="0"/>
                    <a:pt x="804" y="0"/>
                  </a:cubicBezTo>
                  <a:cubicBezTo>
                    <a:pt x="1256" y="0"/>
                    <a:pt x="1608" y="369"/>
                    <a:pt x="1608" y="821"/>
                  </a:cubicBezTo>
                  <a:lnTo>
                    <a:pt x="1608" y="6863"/>
                  </a:lnTo>
                  <a:cubicBezTo>
                    <a:pt x="1608" y="7315"/>
                    <a:pt x="1256" y="7667"/>
                    <a:pt x="804" y="7667"/>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 name="Google Shape;566;p29"/>
            <p:cNvSpPr/>
            <p:nvPr/>
          </p:nvSpPr>
          <p:spPr>
            <a:xfrm>
              <a:off x="4076350" y="1490150"/>
              <a:ext cx="40600" cy="298825"/>
            </a:xfrm>
            <a:custGeom>
              <a:avLst/>
              <a:gdLst/>
              <a:ahLst/>
              <a:cxnLst/>
              <a:rect l="l" t="t" r="r" b="b"/>
              <a:pathLst>
                <a:path w="1624" h="11953" extrusionOk="0">
                  <a:moveTo>
                    <a:pt x="804" y="11952"/>
                  </a:moveTo>
                  <a:cubicBezTo>
                    <a:pt x="368" y="11952"/>
                    <a:pt x="0" y="11584"/>
                    <a:pt x="0" y="11149"/>
                  </a:cubicBezTo>
                  <a:lnTo>
                    <a:pt x="0" y="821"/>
                  </a:lnTo>
                  <a:cubicBezTo>
                    <a:pt x="0" y="369"/>
                    <a:pt x="368" y="1"/>
                    <a:pt x="804" y="1"/>
                  </a:cubicBezTo>
                  <a:cubicBezTo>
                    <a:pt x="1255" y="1"/>
                    <a:pt x="1624" y="369"/>
                    <a:pt x="1624" y="821"/>
                  </a:cubicBezTo>
                  <a:lnTo>
                    <a:pt x="1624" y="11149"/>
                  </a:lnTo>
                  <a:cubicBezTo>
                    <a:pt x="1624" y="11584"/>
                    <a:pt x="1255" y="11952"/>
                    <a:pt x="804" y="11952"/>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 name="Google Shape;567;p29"/>
            <p:cNvSpPr/>
            <p:nvPr/>
          </p:nvSpPr>
          <p:spPr>
            <a:xfrm>
              <a:off x="4113175" y="2675250"/>
              <a:ext cx="40175" cy="191675"/>
            </a:xfrm>
            <a:custGeom>
              <a:avLst/>
              <a:gdLst/>
              <a:ahLst/>
              <a:cxnLst/>
              <a:rect l="l" t="t" r="r" b="b"/>
              <a:pathLst>
                <a:path w="1607" h="7667" extrusionOk="0">
                  <a:moveTo>
                    <a:pt x="804" y="7667"/>
                  </a:moveTo>
                  <a:cubicBezTo>
                    <a:pt x="352" y="7667"/>
                    <a:pt x="0" y="7315"/>
                    <a:pt x="0" y="6863"/>
                  </a:cubicBezTo>
                  <a:lnTo>
                    <a:pt x="0" y="821"/>
                  </a:lnTo>
                  <a:cubicBezTo>
                    <a:pt x="0" y="369"/>
                    <a:pt x="352" y="0"/>
                    <a:pt x="804" y="0"/>
                  </a:cubicBezTo>
                  <a:cubicBezTo>
                    <a:pt x="1255" y="0"/>
                    <a:pt x="1607" y="369"/>
                    <a:pt x="1607" y="821"/>
                  </a:cubicBezTo>
                  <a:lnTo>
                    <a:pt x="1607" y="6863"/>
                  </a:lnTo>
                  <a:cubicBezTo>
                    <a:pt x="1607" y="7315"/>
                    <a:pt x="1255" y="7667"/>
                    <a:pt x="804" y="7667"/>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 name="Google Shape;568;p29"/>
            <p:cNvSpPr/>
            <p:nvPr/>
          </p:nvSpPr>
          <p:spPr>
            <a:xfrm>
              <a:off x="3456600" y="1309800"/>
              <a:ext cx="40600" cy="191675"/>
            </a:xfrm>
            <a:custGeom>
              <a:avLst/>
              <a:gdLst/>
              <a:ahLst/>
              <a:cxnLst/>
              <a:rect l="l" t="t" r="r" b="b"/>
              <a:pathLst>
                <a:path w="1624" h="7667" extrusionOk="0">
                  <a:moveTo>
                    <a:pt x="804" y="7667"/>
                  </a:moveTo>
                  <a:cubicBezTo>
                    <a:pt x="369" y="7667"/>
                    <a:pt x="0" y="7315"/>
                    <a:pt x="0" y="6863"/>
                  </a:cubicBezTo>
                  <a:lnTo>
                    <a:pt x="0" y="821"/>
                  </a:lnTo>
                  <a:cubicBezTo>
                    <a:pt x="0" y="369"/>
                    <a:pt x="369" y="0"/>
                    <a:pt x="804" y="0"/>
                  </a:cubicBezTo>
                  <a:cubicBezTo>
                    <a:pt x="1256" y="0"/>
                    <a:pt x="1624" y="369"/>
                    <a:pt x="1624" y="821"/>
                  </a:cubicBezTo>
                  <a:lnTo>
                    <a:pt x="1624" y="6863"/>
                  </a:lnTo>
                  <a:cubicBezTo>
                    <a:pt x="1624" y="7315"/>
                    <a:pt x="1256" y="7667"/>
                    <a:pt x="804" y="7667"/>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 name="Google Shape;569;p29"/>
            <p:cNvSpPr/>
            <p:nvPr/>
          </p:nvSpPr>
          <p:spPr>
            <a:xfrm>
              <a:off x="3703500" y="1842075"/>
              <a:ext cx="40600" cy="310525"/>
            </a:xfrm>
            <a:custGeom>
              <a:avLst/>
              <a:gdLst/>
              <a:ahLst/>
              <a:cxnLst/>
              <a:rect l="l" t="t" r="r" b="b"/>
              <a:pathLst>
                <a:path w="1624" h="12421" extrusionOk="0">
                  <a:moveTo>
                    <a:pt x="820" y="12421"/>
                  </a:moveTo>
                  <a:cubicBezTo>
                    <a:pt x="368" y="12421"/>
                    <a:pt x="0" y="12053"/>
                    <a:pt x="0" y="11601"/>
                  </a:cubicBezTo>
                  <a:lnTo>
                    <a:pt x="0" y="804"/>
                  </a:lnTo>
                  <a:cubicBezTo>
                    <a:pt x="0" y="369"/>
                    <a:pt x="368" y="1"/>
                    <a:pt x="820" y="1"/>
                  </a:cubicBezTo>
                  <a:cubicBezTo>
                    <a:pt x="1255" y="1"/>
                    <a:pt x="1624" y="369"/>
                    <a:pt x="1624" y="804"/>
                  </a:cubicBezTo>
                  <a:lnTo>
                    <a:pt x="1624" y="11601"/>
                  </a:lnTo>
                  <a:cubicBezTo>
                    <a:pt x="1624" y="12053"/>
                    <a:pt x="1255" y="12421"/>
                    <a:pt x="820" y="1242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 name="Google Shape;570;p29"/>
            <p:cNvSpPr/>
            <p:nvPr/>
          </p:nvSpPr>
          <p:spPr>
            <a:xfrm>
              <a:off x="3286275" y="2820450"/>
              <a:ext cx="69500" cy="69500"/>
            </a:xfrm>
            <a:custGeom>
              <a:avLst/>
              <a:gdLst/>
              <a:ahLst/>
              <a:cxnLst/>
              <a:rect l="l" t="t" r="r" b="b"/>
              <a:pathLst>
                <a:path w="2780" h="2780" extrusionOk="0">
                  <a:moveTo>
                    <a:pt x="2779" y="1390"/>
                  </a:moveTo>
                  <a:cubicBezTo>
                    <a:pt x="2779" y="2160"/>
                    <a:pt x="2160" y="2779"/>
                    <a:pt x="1390" y="2779"/>
                  </a:cubicBezTo>
                  <a:cubicBezTo>
                    <a:pt x="620" y="2779"/>
                    <a:pt x="1" y="2160"/>
                    <a:pt x="1" y="1390"/>
                  </a:cubicBezTo>
                  <a:cubicBezTo>
                    <a:pt x="1" y="620"/>
                    <a:pt x="620" y="1"/>
                    <a:pt x="1390" y="1"/>
                  </a:cubicBezTo>
                  <a:cubicBezTo>
                    <a:pt x="2160" y="1"/>
                    <a:pt x="2779" y="620"/>
                    <a:pt x="2779" y="139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 name="Google Shape;571;p29"/>
            <p:cNvSpPr/>
            <p:nvPr/>
          </p:nvSpPr>
          <p:spPr>
            <a:xfrm>
              <a:off x="4193925" y="2577750"/>
              <a:ext cx="69500" cy="69475"/>
            </a:xfrm>
            <a:custGeom>
              <a:avLst/>
              <a:gdLst/>
              <a:ahLst/>
              <a:cxnLst/>
              <a:rect l="l" t="t" r="r" b="b"/>
              <a:pathLst>
                <a:path w="2780" h="2779" extrusionOk="0">
                  <a:moveTo>
                    <a:pt x="2779" y="1390"/>
                  </a:moveTo>
                  <a:cubicBezTo>
                    <a:pt x="2779" y="2160"/>
                    <a:pt x="2160" y="2779"/>
                    <a:pt x="1390" y="2779"/>
                  </a:cubicBezTo>
                  <a:cubicBezTo>
                    <a:pt x="620" y="2779"/>
                    <a:pt x="1" y="2160"/>
                    <a:pt x="1" y="1390"/>
                  </a:cubicBezTo>
                  <a:cubicBezTo>
                    <a:pt x="1" y="620"/>
                    <a:pt x="620" y="0"/>
                    <a:pt x="1390" y="0"/>
                  </a:cubicBezTo>
                  <a:cubicBezTo>
                    <a:pt x="2160" y="0"/>
                    <a:pt x="2779" y="620"/>
                    <a:pt x="2779" y="139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 name="Google Shape;572;p29"/>
            <p:cNvSpPr/>
            <p:nvPr/>
          </p:nvSpPr>
          <p:spPr>
            <a:xfrm>
              <a:off x="3442775" y="1729511"/>
              <a:ext cx="69500" cy="69475"/>
            </a:xfrm>
            <a:custGeom>
              <a:avLst/>
              <a:gdLst/>
              <a:ahLst/>
              <a:cxnLst/>
              <a:rect l="l" t="t" r="r" b="b"/>
              <a:pathLst>
                <a:path w="2780" h="2779" extrusionOk="0">
                  <a:moveTo>
                    <a:pt x="2780" y="1389"/>
                  </a:moveTo>
                  <a:cubicBezTo>
                    <a:pt x="2780" y="2159"/>
                    <a:pt x="2160" y="2779"/>
                    <a:pt x="1390" y="2779"/>
                  </a:cubicBezTo>
                  <a:cubicBezTo>
                    <a:pt x="620" y="2779"/>
                    <a:pt x="1" y="2159"/>
                    <a:pt x="1" y="1389"/>
                  </a:cubicBezTo>
                  <a:cubicBezTo>
                    <a:pt x="1" y="619"/>
                    <a:pt x="620" y="0"/>
                    <a:pt x="1390" y="0"/>
                  </a:cubicBezTo>
                  <a:cubicBezTo>
                    <a:pt x="2160" y="0"/>
                    <a:pt x="2780" y="619"/>
                    <a:pt x="2780" y="1389"/>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 name="Google Shape;573;p29"/>
            <p:cNvSpPr/>
            <p:nvPr/>
          </p:nvSpPr>
          <p:spPr>
            <a:xfrm>
              <a:off x="4284545" y="1348702"/>
              <a:ext cx="69475" cy="69500"/>
            </a:xfrm>
            <a:custGeom>
              <a:avLst/>
              <a:gdLst/>
              <a:ahLst/>
              <a:cxnLst/>
              <a:rect l="l" t="t" r="r" b="b"/>
              <a:pathLst>
                <a:path w="2779" h="2780" extrusionOk="0">
                  <a:moveTo>
                    <a:pt x="2779" y="1390"/>
                  </a:moveTo>
                  <a:cubicBezTo>
                    <a:pt x="2779" y="2160"/>
                    <a:pt x="2160" y="2779"/>
                    <a:pt x="1390" y="2779"/>
                  </a:cubicBezTo>
                  <a:cubicBezTo>
                    <a:pt x="620" y="2779"/>
                    <a:pt x="0" y="2160"/>
                    <a:pt x="0" y="1390"/>
                  </a:cubicBezTo>
                  <a:cubicBezTo>
                    <a:pt x="0" y="620"/>
                    <a:pt x="620" y="1"/>
                    <a:pt x="1390" y="1"/>
                  </a:cubicBezTo>
                  <a:cubicBezTo>
                    <a:pt x="2160" y="1"/>
                    <a:pt x="2779" y="620"/>
                    <a:pt x="2779" y="139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74" name="Google Shape;574;p29"/>
          <p:cNvSpPr txBox="1">
            <a:spLocks noGrp="1"/>
          </p:cNvSpPr>
          <p:nvPr>
            <p:ph type="title"/>
          </p:nvPr>
        </p:nvSpPr>
        <p:spPr>
          <a:xfrm>
            <a:off x="5173574" y="1318768"/>
            <a:ext cx="2982453" cy="1393038"/>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dirty="0" smtClean="0"/>
              <a:t>Frequent pattern models</a:t>
            </a:r>
            <a:endParaRPr dirty="0"/>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6125" y="365514"/>
            <a:ext cx="6216202" cy="572700"/>
          </a:xfrm>
        </p:spPr>
        <p:txBody>
          <a:bodyPr/>
          <a:lstStyle/>
          <a:p>
            <a:r>
              <a:rPr lang="en-US" sz="1600" b="0" dirty="0" smtClean="0">
                <a:solidFill>
                  <a:schemeClr val="bg1"/>
                </a:solidFill>
              </a:rPr>
              <a:t>Data should be changes into a transaction </a:t>
            </a:r>
            <a:r>
              <a:rPr lang="en-US" sz="1600" b="0" dirty="0" err="1" smtClean="0">
                <a:solidFill>
                  <a:schemeClr val="bg1"/>
                </a:solidFill>
              </a:rPr>
              <a:t>dataframe</a:t>
            </a:r>
            <a:r>
              <a:rPr lang="en-US" sz="1600" b="0" dirty="0">
                <a:solidFill>
                  <a:schemeClr val="bg1"/>
                </a:solidFill>
              </a:rPr>
              <a:t>.</a:t>
            </a:r>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88579" y="1127401"/>
            <a:ext cx="7806226" cy="3362876"/>
          </a:xfrm>
          <a:prstGeom prst="rect">
            <a:avLst/>
          </a:prstGeom>
        </p:spPr>
      </p:pic>
      <p:sp>
        <p:nvSpPr>
          <p:cNvPr id="4" name="TextBox 3"/>
          <p:cNvSpPr txBox="1"/>
          <p:nvPr/>
        </p:nvSpPr>
        <p:spPr>
          <a:xfrm>
            <a:off x="515007" y="4624552"/>
            <a:ext cx="7879798" cy="523220"/>
          </a:xfrm>
          <a:prstGeom prst="rect">
            <a:avLst/>
          </a:prstGeom>
          <a:noFill/>
        </p:spPr>
        <p:txBody>
          <a:bodyPr wrap="square" rtlCol="0">
            <a:spAutoFit/>
          </a:bodyPr>
          <a:lstStyle/>
          <a:p>
            <a:r>
              <a:rPr lang="en-US" dirty="0" smtClean="0">
                <a:solidFill>
                  <a:schemeClr val="bg1"/>
                </a:solidFill>
              </a:rPr>
              <a:t>Each row is a transaction and each column is a value type from each column in data. Each index shows whether this specific type is in the transaction or not.</a:t>
            </a:r>
            <a:endParaRPr lang="en-US" dirty="0">
              <a:solidFill>
                <a:schemeClr val="bg1"/>
              </a:solidFill>
            </a:endParaRPr>
          </a:p>
        </p:txBody>
      </p:sp>
    </p:spTree>
    <p:extLst>
      <p:ext uri="{BB962C8B-B14F-4D97-AF65-F5344CB8AC3E}">
        <p14:creationId xmlns:p14="http://schemas.microsoft.com/office/powerpoint/2010/main" val="2425846706"/>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02"/>
        <p:cNvGrpSpPr/>
        <p:nvPr/>
      </p:nvGrpSpPr>
      <p:grpSpPr>
        <a:xfrm>
          <a:off x="0" y="0"/>
          <a:ext cx="0" cy="0"/>
          <a:chOff x="0" y="0"/>
          <a:chExt cx="0" cy="0"/>
        </a:xfrm>
      </p:grpSpPr>
      <p:sp>
        <p:nvSpPr>
          <p:cNvPr id="604" name="Google Shape;604;p32"/>
          <p:cNvSpPr txBox="1">
            <a:spLocks noGrp="1"/>
          </p:cNvSpPr>
          <p:nvPr>
            <p:ph type="title"/>
          </p:nvPr>
        </p:nvSpPr>
        <p:spPr>
          <a:xfrm>
            <a:off x="2685425" y="554700"/>
            <a:ext cx="37731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Apriori Algorithm</a:t>
            </a:r>
            <a:endParaRPr dirty="0"/>
          </a:p>
        </p:txBody>
      </p:sp>
      <p:cxnSp>
        <p:nvCxnSpPr>
          <p:cNvPr id="606" name="Google Shape;606;p32"/>
          <p:cNvCxnSpPr/>
          <p:nvPr/>
        </p:nvCxnSpPr>
        <p:spPr>
          <a:xfrm>
            <a:off x="6439500" y="843080"/>
            <a:ext cx="2786400" cy="0"/>
          </a:xfrm>
          <a:prstGeom prst="straightConnector1">
            <a:avLst/>
          </a:prstGeom>
          <a:noFill/>
          <a:ln w="28575" cap="flat" cmpd="sng">
            <a:solidFill>
              <a:schemeClr val="accent4"/>
            </a:solidFill>
            <a:prstDash val="solid"/>
            <a:round/>
            <a:headEnd type="none" w="med" len="med"/>
            <a:tailEnd type="none" w="med" len="med"/>
          </a:ln>
        </p:spPr>
      </p:cxnSp>
      <p:cxnSp>
        <p:nvCxnSpPr>
          <p:cNvPr id="607" name="Google Shape;607;p32"/>
          <p:cNvCxnSpPr/>
          <p:nvPr/>
        </p:nvCxnSpPr>
        <p:spPr>
          <a:xfrm>
            <a:off x="-17150" y="973475"/>
            <a:ext cx="2702700" cy="0"/>
          </a:xfrm>
          <a:prstGeom prst="straightConnector1">
            <a:avLst/>
          </a:prstGeom>
          <a:noFill/>
          <a:ln w="28575" cap="flat" cmpd="sng">
            <a:solidFill>
              <a:schemeClr val="accent4"/>
            </a:solidFill>
            <a:prstDash val="solid"/>
            <a:round/>
            <a:headEnd type="none" w="med" len="med"/>
            <a:tailEnd type="none" w="med" len="med"/>
          </a:ln>
        </p:spPr>
      </p:cxnSp>
      <p:cxnSp>
        <p:nvCxnSpPr>
          <p:cNvPr id="608" name="Google Shape;608;p32"/>
          <p:cNvCxnSpPr/>
          <p:nvPr/>
        </p:nvCxnSpPr>
        <p:spPr>
          <a:xfrm>
            <a:off x="-17150" y="709750"/>
            <a:ext cx="2702700" cy="0"/>
          </a:xfrm>
          <a:prstGeom prst="straightConnector1">
            <a:avLst/>
          </a:prstGeom>
          <a:noFill/>
          <a:ln w="28575" cap="flat" cmpd="sng">
            <a:solidFill>
              <a:schemeClr val="accent4"/>
            </a:solidFill>
            <a:prstDash val="solid"/>
            <a:round/>
            <a:headEnd type="none" w="med" len="med"/>
            <a:tailEnd type="none" w="med" len="med"/>
          </a:ln>
        </p:spPr>
      </p:cxnSp>
      <p:cxnSp>
        <p:nvCxnSpPr>
          <p:cNvPr id="609" name="Google Shape;609;p32"/>
          <p:cNvCxnSpPr/>
          <p:nvPr/>
        </p:nvCxnSpPr>
        <p:spPr>
          <a:xfrm>
            <a:off x="-17150" y="845212"/>
            <a:ext cx="2702700" cy="0"/>
          </a:xfrm>
          <a:prstGeom prst="straightConnector1">
            <a:avLst/>
          </a:prstGeom>
          <a:noFill/>
          <a:ln w="28575" cap="flat" cmpd="sng">
            <a:solidFill>
              <a:schemeClr val="accent4"/>
            </a:solidFill>
            <a:prstDash val="solid"/>
            <a:round/>
            <a:headEnd type="none" w="med" len="med"/>
            <a:tailEnd type="none" w="med" len="med"/>
          </a:ln>
        </p:spPr>
      </p:cxnSp>
      <p:sp>
        <p:nvSpPr>
          <p:cNvPr id="2" name="TextBox 1"/>
          <p:cNvSpPr txBox="1"/>
          <p:nvPr/>
        </p:nvSpPr>
        <p:spPr>
          <a:xfrm>
            <a:off x="493986" y="1439917"/>
            <a:ext cx="7641021" cy="738664"/>
          </a:xfrm>
          <a:prstGeom prst="rect">
            <a:avLst/>
          </a:prstGeom>
          <a:noFill/>
        </p:spPr>
        <p:txBody>
          <a:bodyPr wrap="square" rtlCol="0">
            <a:spAutoFit/>
          </a:bodyPr>
          <a:lstStyle/>
          <a:p>
            <a:r>
              <a:rPr lang="en-US" dirty="0" err="1">
                <a:solidFill>
                  <a:schemeClr val="bg1"/>
                </a:solidFill>
              </a:rPr>
              <a:t>Apriori</a:t>
            </a:r>
            <a:r>
              <a:rPr lang="en-US" dirty="0">
                <a:solidFill>
                  <a:schemeClr val="bg1"/>
                </a:solidFill>
              </a:rPr>
              <a:t> Algorithm: proceeds by identifying the frequent individual items in a dataset with the help of a support parameter (how popular an </a:t>
            </a:r>
            <a:r>
              <a:rPr lang="en-US" dirty="0" err="1">
                <a:solidFill>
                  <a:schemeClr val="bg1"/>
                </a:solidFill>
              </a:rPr>
              <a:t>itemset</a:t>
            </a:r>
            <a:r>
              <a:rPr lang="en-US" dirty="0">
                <a:solidFill>
                  <a:schemeClr val="bg1"/>
                </a:solidFill>
              </a:rPr>
              <a:t> is), mainly used for large datasets.</a:t>
            </a:r>
          </a:p>
          <a:p>
            <a:r>
              <a:rPr lang="en-US" dirty="0" smtClean="0">
                <a:solidFill>
                  <a:schemeClr val="bg1"/>
                </a:solidFill>
              </a:rPr>
              <a:t>Some of the </a:t>
            </a:r>
            <a:r>
              <a:rPr lang="en-US" dirty="0">
                <a:solidFill>
                  <a:schemeClr val="bg1"/>
                </a:solidFill>
              </a:rPr>
              <a:t>rules we got after applying the </a:t>
            </a:r>
            <a:r>
              <a:rPr lang="en-US" dirty="0" err="1">
                <a:solidFill>
                  <a:schemeClr val="bg1"/>
                </a:solidFill>
              </a:rPr>
              <a:t>Apriori</a:t>
            </a:r>
            <a:r>
              <a:rPr lang="en-US" dirty="0">
                <a:solidFill>
                  <a:schemeClr val="bg1"/>
                </a:solidFill>
              </a:rPr>
              <a:t> model:</a:t>
            </a:r>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3986" y="2368207"/>
            <a:ext cx="7407151" cy="1941597"/>
          </a:xfrm>
          <a:prstGeom prst="rect">
            <a:avLst/>
          </a:prstGeom>
        </p:spPr>
      </p:pic>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Google Shape;604;p32"/>
          <p:cNvSpPr txBox="1">
            <a:spLocks noGrp="1"/>
          </p:cNvSpPr>
          <p:nvPr>
            <p:ph type="title"/>
          </p:nvPr>
        </p:nvSpPr>
        <p:spPr>
          <a:xfrm>
            <a:off x="2685424" y="554700"/>
            <a:ext cx="4724369"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Fpgrowth Algorithm</a:t>
            </a:r>
            <a:endParaRPr dirty="0"/>
          </a:p>
        </p:txBody>
      </p:sp>
      <p:cxnSp>
        <p:nvCxnSpPr>
          <p:cNvPr id="4" name="Google Shape;606;p32"/>
          <p:cNvCxnSpPr>
            <a:stCxn id="3" idx="3"/>
          </p:cNvCxnSpPr>
          <p:nvPr/>
        </p:nvCxnSpPr>
        <p:spPr>
          <a:xfrm>
            <a:off x="7409793" y="841050"/>
            <a:ext cx="1816107" cy="2030"/>
          </a:xfrm>
          <a:prstGeom prst="straightConnector1">
            <a:avLst/>
          </a:prstGeom>
          <a:noFill/>
          <a:ln w="28575" cap="flat" cmpd="sng">
            <a:solidFill>
              <a:schemeClr val="accent4"/>
            </a:solidFill>
            <a:prstDash val="solid"/>
            <a:round/>
            <a:headEnd type="none" w="med" len="med"/>
            <a:tailEnd type="none" w="med" len="med"/>
          </a:ln>
        </p:spPr>
      </p:cxnSp>
      <p:cxnSp>
        <p:nvCxnSpPr>
          <p:cNvPr id="5" name="Google Shape;607;p32"/>
          <p:cNvCxnSpPr/>
          <p:nvPr/>
        </p:nvCxnSpPr>
        <p:spPr>
          <a:xfrm>
            <a:off x="-17150" y="973475"/>
            <a:ext cx="2702700" cy="0"/>
          </a:xfrm>
          <a:prstGeom prst="straightConnector1">
            <a:avLst/>
          </a:prstGeom>
          <a:noFill/>
          <a:ln w="28575" cap="flat" cmpd="sng">
            <a:solidFill>
              <a:schemeClr val="accent4"/>
            </a:solidFill>
            <a:prstDash val="solid"/>
            <a:round/>
            <a:headEnd type="none" w="med" len="med"/>
            <a:tailEnd type="none" w="med" len="med"/>
          </a:ln>
        </p:spPr>
      </p:cxnSp>
      <p:cxnSp>
        <p:nvCxnSpPr>
          <p:cNvPr id="6" name="Google Shape;608;p32"/>
          <p:cNvCxnSpPr/>
          <p:nvPr/>
        </p:nvCxnSpPr>
        <p:spPr>
          <a:xfrm>
            <a:off x="-17150" y="709750"/>
            <a:ext cx="2702700" cy="0"/>
          </a:xfrm>
          <a:prstGeom prst="straightConnector1">
            <a:avLst/>
          </a:prstGeom>
          <a:noFill/>
          <a:ln w="28575" cap="flat" cmpd="sng">
            <a:solidFill>
              <a:schemeClr val="accent4"/>
            </a:solidFill>
            <a:prstDash val="solid"/>
            <a:round/>
            <a:headEnd type="none" w="med" len="med"/>
            <a:tailEnd type="none" w="med" len="med"/>
          </a:ln>
        </p:spPr>
      </p:cxnSp>
      <p:cxnSp>
        <p:nvCxnSpPr>
          <p:cNvPr id="7" name="Google Shape;609;p32"/>
          <p:cNvCxnSpPr/>
          <p:nvPr/>
        </p:nvCxnSpPr>
        <p:spPr>
          <a:xfrm>
            <a:off x="-17150" y="845212"/>
            <a:ext cx="2702700" cy="0"/>
          </a:xfrm>
          <a:prstGeom prst="straightConnector1">
            <a:avLst/>
          </a:prstGeom>
          <a:noFill/>
          <a:ln w="28575" cap="flat" cmpd="sng">
            <a:solidFill>
              <a:schemeClr val="accent4"/>
            </a:solidFill>
            <a:prstDash val="solid"/>
            <a:round/>
            <a:headEnd type="none" w="med" len="med"/>
            <a:tailEnd type="none" w="med" len="med"/>
          </a:ln>
        </p:spPr>
      </p:cxnSp>
      <p:sp>
        <p:nvSpPr>
          <p:cNvPr id="10" name="TextBox 9"/>
          <p:cNvSpPr txBox="1"/>
          <p:nvPr/>
        </p:nvSpPr>
        <p:spPr>
          <a:xfrm>
            <a:off x="157655" y="1397876"/>
            <a:ext cx="8723586" cy="954107"/>
          </a:xfrm>
          <a:prstGeom prst="rect">
            <a:avLst/>
          </a:prstGeom>
          <a:noFill/>
        </p:spPr>
        <p:txBody>
          <a:bodyPr wrap="square" rtlCol="0">
            <a:spAutoFit/>
          </a:bodyPr>
          <a:lstStyle/>
          <a:p>
            <a:endParaRPr lang="en-US" dirty="0">
              <a:solidFill>
                <a:schemeClr val="bg1"/>
              </a:solidFill>
            </a:endParaRPr>
          </a:p>
          <a:p>
            <a:r>
              <a:rPr lang="en-US" dirty="0" err="1">
                <a:solidFill>
                  <a:schemeClr val="bg1"/>
                </a:solidFill>
              </a:rPr>
              <a:t>Fpgrowth</a:t>
            </a:r>
            <a:r>
              <a:rPr lang="en-US" dirty="0">
                <a:solidFill>
                  <a:schemeClr val="bg1"/>
                </a:solidFill>
              </a:rPr>
              <a:t> Algorithm: it does mining a complete set of frequent patterns by using an extended tree for storing information about frequent patterns. also used for large datasets.</a:t>
            </a:r>
          </a:p>
          <a:p>
            <a:r>
              <a:rPr lang="en-US" dirty="0">
                <a:solidFill>
                  <a:schemeClr val="bg1"/>
                </a:solidFill>
              </a:rPr>
              <a:t>The rules we got after applying the </a:t>
            </a:r>
            <a:r>
              <a:rPr lang="en-US" dirty="0" err="1">
                <a:solidFill>
                  <a:schemeClr val="bg1"/>
                </a:solidFill>
              </a:rPr>
              <a:t>Fpgrowth</a:t>
            </a:r>
            <a:r>
              <a:rPr lang="en-US" dirty="0">
                <a:solidFill>
                  <a:schemeClr val="bg1"/>
                </a:solidFill>
              </a:rPr>
              <a:t> model:</a:t>
            </a:r>
          </a:p>
        </p:txBody>
      </p:sp>
      <p:pic>
        <p:nvPicPr>
          <p:cNvPr id="11" name="Picture 1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2626" y="2529581"/>
            <a:ext cx="8373644" cy="1829055"/>
          </a:xfrm>
          <a:prstGeom prst="rect">
            <a:avLst/>
          </a:prstGeom>
        </p:spPr>
      </p:pic>
    </p:spTree>
    <p:extLst>
      <p:ext uri="{BB962C8B-B14F-4D97-AF65-F5344CB8AC3E}">
        <p14:creationId xmlns:p14="http://schemas.microsoft.com/office/powerpoint/2010/main" val="673906199"/>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Google Shape;604;p32"/>
          <p:cNvSpPr txBox="1">
            <a:spLocks noGrp="1"/>
          </p:cNvSpPr>
          <p:nvPr>
            <p:ph type="title"/>
          </p:nvPr>
        </p:nvSpPr>
        <p:spPr>
          <a:xfrm>
            <a:off x="2685424" y="554700"/>
            <a:ext cx="4724369"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ECLAT  Algorithm</a:t>
            </a:r>
            <a:endParaRPr dirty="0"/>
          </a:p>
        </p:txBody>
      </p:sp>
      <p:cxnSp>
        <p:nvCxnSpPr>
          <p:cNvPr id="4" name="Google Shape;606;p32"/>
          <p:cNvCxnSpPr>
            <a:stCxn id="3" idx="3"/>
          </p:cNvCxnSpPr>
          <p:nvPr/>
        </p:nvCxnSpPr>
        <p:spPr>
          <a:xfrm>
            <a:off x="7409793" y="841050"/>
            <a:ext cx="1816107" cy="2030"/>
          </a:xfrm>
          <a:prstGeom prst="straightConnector1">
            <a:avLst/>
          </a:prstGeom>
          <a:noFill/>
          <a:ln w="28575" cap="flat" cmpd="sng">
            <a:solidFill>
              <a:schemeClr val="accent4"/>
            </a:solidFill>
            <a:prstDash val="solid"/>
            <a:round/>
            <a:headEnd type="none" w="med" len="med"/>
            <a:tailEnd type="none" w="med" len="med"/>
          </a:ln>
        </p:spPr>
      </p:cxnSp>
      <p:cxnSp>
        <p:nvCxnSpPr>
          <p:cNvPr id="5" name="Google Shape;607;p32"/>
          <p:cNvCxnSpPr/>
          <p:nvPr/>
        </p:nvCxnSpPr>
        <p:spPr>
          <a:xfrm>
            <a:off x="-17150" y="973475"/>
            <a:ext cx="2702700" cy="0"/>
          </a:xfrm>
          <a:prstGeom prst="straightConnector1">
            <a:avLst/>
          </a:prstGeom>
          <a:noFill/>
          <a:ln w="28575" cap="flat" cmpd="sng">
            <a:solidFill>
              <a:schemeClr val="accent4"/>
            </a:solidFill>
            <a:prstDash val="solid"/>
            <a:round/>
            <a:headEnd type="none" w="med" len="med"/>
            <a:tailEnd type="none" w="med" len="med"/>
          </a:ln>
        </p:spPr>
      </p:cxnSp>
      <p:cxnSp>
        <p:nvCxnSpPr>
          <p:cNvPr id="6" name="Google Shape;608;p32"/>
          <p:cNvCxnSpPr/>
          <p:nvPr/>
        </p:nvCxnSpPr>
        <p:spPr>
          <a:xfrm>
            <a:off x="-17150" y="709750"/>
            <a:ext cx="2702700" cy="0"/>
          </a:xfrm>
          <a:prstGeom prst="straightConnector1">
            <a:avLst/>
          </a:prstGeom>
          <a:noFill/>
          <a:ln w="28575" cap="flat" cmpd="sng">
            <a:solidFill>
              <a:schemeClr val="accent4"/>
            </a:solidFill>
            <a:prstDash val="solid"/>
            <a:round/>
            <a:headEnd type="none" w="med" len="med"/>
            <a:tailEnd type="none" w="med" len="med"/>
          </a:ln>
        </p:spPr>
      </p:cxnSp>
      <p:cxnSp>
        <p:nvCxnSpPr>
          <p:cNvPr id="7" name="Google Shape;609;p32"/>
          <p:cNvCxnSpPr/>
          <p:nvPr/>
        </p:nvCxnSpPr>
        <p:spPr>
          <a:xfrm>
            <a:off x="-17150" y="845212"/>
            <a:ext cx="2702700" cy="0"/>
          </a:xfrm>
          <a:prstGeom prst="straightConnector1">
            <a:avLst/>
          </a:prstGeom>
          <a:noFill/>
          <a:ln w="28575" cap="flat" cmpd="sng">
            <a:solidFill>
              <a:schemeClr val="accent4"/>
            </a:solidFill>
            <a:prstDash val="solid"/>
            <a:round/>
            <a:headEnd type="none" w="med" len="med"/>
            <a:tailEnd type="none" w="med" len="med"/>
          </a:ln>
        </p:spPr>
      </p:cxnSp>
      <p:sp>
        <p:nvSpPr>
          <p:cNvPr id="10" name="TextBox 9"/>
          <p:cNvSpPr txBox="1"/>
          <p:nvPr/>
        </p:nvSpPr>
        <p:spPr>
          <a:xfrm>
            <a:off x="157655" y="1397876"/>
            <a:ext cx="8723586" cy="954107"/>
          </a:xfrm>
          <a:prstGeom prst="rect">
            <a:avLst/>
          </a:prstGeom>
          <a:noFill/>
        </p:spPr>
        <p:txBody>
          <a:bodyPr wrap="square" rtlCol="0">
            <a:spAutoFit/>
          </a:bodyPr>
          <a:lstStyle/>
          <a:p>
            <a:r>
              <a:rPr lang="en-US" dirty="0" smtClean="0">
                <a:solidFill>
                  <a:schemeClr val="bg1"/>
                </a:solidFill>
              </a:rPr>
              <a:t>ECLAT </a:t>
            </a:r>
            <a:r>
              <a:rPr lang="en-US" dirty="0">
                <a:solidFill>
                  <a:schemeClr val="bg1"/>
                </a:solidFill>
              </a:rPr>
              <a:t>algorithm:  it is a better version of the </a:t>
            </a:r>
            <a:r>
              <a:rPr lang="en-US" dirty="0" err="1">
                <a:solidFill>
                  <a:schemeClr val="bg1"/>
                </a:solidFill>
              </a:rPr>
              <a:t>Apriori</a:t>
            </a:r>
            <a:r>
              <a:rPr lang="en-US" dirty="0">
                <a:solidFill>
                  <a:schemeClr val="bg1"/>
                </a:solidFill>
              </a:rPr>
              <a:t> algorithm; where it uses the Depth-First Search to do mining of frequent patterns; which makes it faster than </a:t>
            </a:r>
            <a:r>
              <a:rPr lang="en-US" dirty="0" err="1">
                <a:solidFill>
                  <a:schemeClr val="bg1"/>
                </a:solidFill>
              </a:rPr>
              <a:t>apriori</a:t>
            </a:r>
            <a:r>
              <a:rPr lang="en-US" dirty="0">
                <a:solidFill>
                  <a:schemeClr val="bg1"/>
                </a:solidFill>
              </a:rPr>
              <a:t>. </a:t>
            </a:r>
          </a:p>
          <a:p>
            <a:r>
              <a:rPr lang="en-US" dirty="0">
                <a:solidFill>
                  <a:schemeClr val="bg1"/>
                </a:solidFill>
              </a:rPr>
              <a:t>NOTE: it uses only the support value in mining for patterns</a:t>
            </a:r>
          </a:p>
          <a:p>
            <a:r>
              <a:rPr lang="en-US" dirty="0">
                <a:solidFill>
                  <a:schemeClr val="bg1"/>
                </a:solidFill>
              </a:rPr>
              <a:t>The rules we got after applying the ECLAT model:</a:t>
            </a:r>
          </a:p>
        </p:txBody>
      </p:sp>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7442" y="2622459"/>
            <a:ext cx="7964011" cy="1676634"/>
          </a:xfrm>
          <a:prstGeom prst="rect">
            <a:avLst/>
          </a:prstGeom>
        </p:spPr>
      </p:pic>
    </p:spTree>
    <p:extLst>
      <p:ext uri="{BB962C8B-B14F-4D97-AF65-F5344CB8AC3E}">
        <p14:creationId xmlns:p14="http://schemas.microsoft.com/office/powerpoint/2010/main" val="1622951409"/>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469"/>
        <p:cNvGrpSpPr/>
        <p:nvPr/>
      </p:nvGrpSpPr>
      <p:grpSpPr>
        <a:xfrm>
          <a:off x="0" y="0"/>
          <a:ext cx="0" cy="0"/>
          <a:chOff x="0" y="0"/>
          <a:chExt cx="0" cy="0"/>
        </a:xfrm>
      </p:grpSpPr>
      <p:sp>
        <p:nvSpPr>
          <p:cNvPr id="470" name="Google Shape;470;p29"/>
          <p:cNvSpPr txBox="1">
            <a:spLocks noGrp="1"/>
          </p:cNvSpPr>
          <p:nvPr>
            <p:ph type="subTitle" idx="1"/>
          </p:nvPr>
        </p:nvSpPr>
        <p:spPr>
          <a:xfrm>
            <a:off x="5250162" y="2906675"/>
            <a:ext cx="2776800" cy="1004265"/>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US" dirty="0" smtClean="0"/>
              <a:t>We implement 3 clustering models: K-means, AGNES and DBSCAN.</a:t>
            </a:r>
          </a:p>
        </p:txBody>
      </p:sp>
      <p:sp>
        <p:nvSpPr>
          <p:cNvPr id="471" name="Google Shape;471;p29"/>
          <p:cNvSpPr txBox="1">
            <a:spLocks noGrp="1"/>
          </p:cNvSpPr>
          <p:nvPr>
            <p:ph type="title" idx="4294967295"/>
          </p:nvPr>
        </p:nvSpPr>
        <p:spPr>
          <a:xfrm>
            <a:off x="5173575" y="1474650"/>
            <a:ext cx="2776800" cy="1090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MISSION STATEMENT</a:t>
            </a:r>
            <a:endParaRPr/>
          </a:p>
        </p:txBody>
      </p:sp>
      <p:grpSp>
        <p:nvGrpSpPr>
          <p:cNvPr id="472" name="Google Shape;472;p29"/>
          <p:cNvGrpSpPr/>
          <p:nvPr/>
        </p:nvGrpSpPr>
        <p:grpSpPr>
          <a:xfrm>
            <a:off x="989850" y="1233833"/>
            <a:ext cx="3271043" cy="3194766"/>
            <a:chOff x="1751775" y="1242000"/>
            <a:chExt cx="4109350" cy="4013525"/>
          </a:xfrm>
        </p:grpSpPr>
        <p:sp>
          <p:nvSpPr>
            <p:cNvPr id="473" name="Google Shape;473;p29"/>
            <p:cNvSpPr/>
            <p:nvPr/>
          </p:nvSpPr>
          <p:spPr>
            <a:xfrm>
              <a:off x="1751775" y="2712175"/>
              <a:ext cx="4109350" cy="2366225"/>
            </a:xfrm>
            <a:custGeom>
              <a:avLst/>
              <a:gdLst/>
              <a:ahLst/>
              <a:cxnLst/>
              <a:rect l="l" t="t" r="r" b="b"/>
              <a:pathLst>
                <a:path w="164374" h="94649" extrusionOk="0">
                  <a:moveTo>
                    <a:pt x="81919" y="1"/>
                  </a:moveTo>
                  <a:cubicBezTo>
                    <a:pt x="80672" y="1"/>
                    <a:pt x="79425" y="273"/>
                    <a:pt x="78471" y="817"/>
                  </a:cubicBezTo>
                  <a:lnTo>
                    <a:pt x="1892" y="45324"/>
                  </a:lnTo>
                  <a:cubicBezTo>
                    <a:pt x="0" y="46429"/>
                    <a:pt x="0" y="48220"/>
                    <a:pt x="1909" y="49325"/>
                  </a:cubicBezTo>
                  <a:lnTo>
                    <a:pt x="79006" y="93833"/>
                  </a:lnTo>
                  <a:cubicBezTo>
                    <a:pt x="79961" y="94377"/>
                    <a:pt x="81208" y="94649"/>
                    <a:pt x="82452" y="94649"/>
                  </a:cubicBezTo>
                  <a:cubicBezTo>
                    <a:pt x="83697" y="94649"/>
                    <a:pt x="84940" y="94377"/>
                    <a:pt x="85886" y="93833"/>
                  </a:cubicBezTo>
                  <a:lnTo>
                    <a:pt x="162482" y="49325"/>
                  </a:lnTo>
                  <a:cubicBezTo>
                    <a:pt x="164373" y="48220"/>
                    <a:pt x="164356" y="46429"/>
                    <a:pt x="162448" y="45324"/>
                  </a:cubicBezTo>
                  <a:lnTo>
                    <a:pt x="85367" y="817"/>
                  </a:lnTo>
                  <a:cubicBezTo>
                    <a:pt x="84413" y="273"/>
                    <a:pt x="83166" y="1"/>
                    <a:pt x="81919" y="1"/>
                  </a:cubicBezTo>
                  <a:close/>
                </a:path>
              </a:pathLst>
            </a:custGeom>
            <a:solidFill>
              <a:srgbClr val="503E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 name="Google Shape;474;p29"/>
            <p:cNvSpPr/>
            <p:nvPr/>
          </p:nvSpPr>
          <p:spPr>
            <a:xfrm>
              <a:off x="1763075" y="3895075"/>
              <a:ext cx="4085900" cy="1360450"/>
            </a:xfrm>
            <a:custGeom>
              <a:avLst/>
              <a:gdLst/>
              <a:ahLst/>
              <a:cxnLst/>
              <a:rect l="l" t="t" r="r" b="b"/>
              <a:pathLst>
                <a:path w="163436" h="54418" extrusionOk="0">
                  <a:moveTo>
                    <a:pt x="163436" y="17"/>
                  </a:moveTo>
                  <a:lnTo>
                    <a:pt x="163436" y="23"/>
                  </a:lnTo>
                  <a:lnTo>
                    <a:pt x="163436" y="23"/>
                  </a:lnTo>
                  <a:cubicBezTo>
                    <a:pt x="163436" y="21"/>
                    <a:pt x="163436" y="19"/>
                    <a:pt x="163436" y="17"/>
                  </a:cubicBezTo>
                  <a:close/>
                  <a:moveTo>
                    <a:pt x="17" y="0"/>
                  </a:moveTo>
                  <a:lnTo>
                    <a:pt x="0" y="7081"/>
                  </a:lnTo>
                  <a:cubicBezTo>
                    <a:pt x="0" y="7800"/>
                    <a:pt x="486" y="8520"/>
                    <a:pt x="1440" y="9089"/>
                  </a:cubicBezTo>
                  <a:lnTo>
                    <a:pt x="78521" y="53597"/>
                  </a:lnTo>
                  <a:cubicBezTo>
                    <a:pt x="78755" y="53714"/>
                    <a:pt x="78990" y="53831"/>
                    <a:pt x="79224" y="53932"/>
                  </a:cubicBezTo>
                  <a:lnTo>
                    <a:pt x="79274" y="53932"/>
                  </a:lnTo>
                  <a:cubicBezTo>
                    <a:pt x="79308" y="53949"/>
                    <a:pt x="79341" y="53965"/>
                    <a:pt x="79391" y="53982"/>
                  </a:cubicBezTo>
                  <a:cubicBezTo>
                    <a:pt x="79525" y="54032"/>
                    <a:pt x="79676" y="54083"/>
                    <a:pt x="79827" y="54133"/>
                  </a:cubicBezTo>
                  <a:cubicBezTo>
                    <a:pt x="79893" y="54149"/>
                    <a:pt x="79977" y="54166"/>
                    <a:pt x="80061" y="54183"/>
                  </a:cubicBezTo>
                  <a:cubicBezTo>
                    <a:pt x="80111" y="54200"/>
                    <a:pt x="80161" y="54216"/>
                    <a:pt x="80212" y="54216"/>
                  </a:cubicBezTo>
                  <a:cubicBezTo>
                    <a:pt x="80245" y="54233"/>
                    <a:pt x="80295" y="54250"/>
                    <a:pt x="80329" y="54250"/>
                  </a:cubicBezTo>
                  <a:cubicBezTo>
                    <a:pt x="80496" y="54283"/>
                    <a:pt x="80647" y="54317"/>
                    <a:pt x="80814" y="54334"/>
                  </a:cubicBezTo>
                  <a:cubicBezTo>
                    <a:pt x="80864" y="54350"/>
                    <a:pt x="80931" y="54350"/>
                    <a:pt x="80981" y="54350"/>
                  </a:cubicBezTo>
                  <a:cubicBezTo>
                    <a:pt x="81032" y="54350"/>
                    <a:pt x="81065" y="54367"/>
                    <a:pt x="81115" y="54367"/>
                  </a:cubicBezTo>
                  <a:cubicBezTo>
                    <a:pt x="81166" y="54367"/>
                    <a:pt x="81233" y="54384"/>
                    <a:pt x="81283" y="54384"/>
                  </a:cubicBezTo>
                  <a:cubicBezTo>
                    <a:pt x="81450" y="54401"/>
                    <a:pt x="81601" y="54401"/>
                    <a:pt x="81768" y="54417"/>
                  </a:cubicBezTo>
                  <a:lnTo>
                    <a:pt x="82270" y="54417"/>
                  </a:lnTo>
                  <a:cubicBezTo>
                    <a:pt x="82438" y="54401"/>
                    <a:pt x="82622" y="54384"/>
                    <a:pt x="82806" y="54367"/>
                  </a:cubicBezTo>
                  <a:lnTo>
                    <a:pt x="82856" y="54367"/>
                  </a:lnTo>
                  <a:cubicBezTo>
                    <a:pt x="82906" y="54367"/>
                    <a:pt x="82957" y="54350"/>
                    <a:pt x="83007" y="54350"/>
                  </a:cubicBezTo>
                  <a:cubicBezTo>
                    <a:pt x="83141" y="54334"/>
                    <a:pt x="83291" y="54317"/>
                    <a:pt x="83425" y="54283"/>
                  </a:cubicBezTo>
                  <a:cubicBezTo>
                    <a:pt x="83492" y="54283"/>
                    <a:pt x="83542" y="54250"/>
                    <a:pt x="83593" y="54250"/>
                  </a:cubicBezTo>
                  <a:cubicBezTo>
                    <a:pt x="83760" y="54216"/>
                    <a:pt x="83927" y="54166"/>
                    <a:pt x="84095" y="54116"/>
                  </a:cubicBezTo>
                  <a:cubicBezTo>
                    <a:pt x="84179" y="54099"/>
                    <a:pt x="84262" y="54083"/>
                    <a:pt x="84346" y="54049"/>
                  </a:cubicBezTo>
                  <a:cubicBezTo>
                    <a:pt x="84413" y="54032"/>
                    <a:pt x="84480" y="53999"/>
                    <a:pt x="84547" y="53982"/>
                  </a:cubicBezTo>
                  <a:cubicBezTo>
                    <a:pt x="84614" y="53965"/>
                    <a:pt x="84664" y="53932"/>
                    <a:pt x="84731" y="53915"/>
                  </a:cubicBezTo>
                  <a:cubicBezTo>
                    <a:pt x="84965" y="53815"/>
                    <a:pt x="85200" y="53714"/>
                    <a:pt x="85417" y="53580"/>
                  </a:cubicBezTo>
                  <a:lnTo>
                    <a:pt x="161996" y="9089"/>
                  </a:lnTo>
                  <a:cubicBezTo>
                    <a:pt x="162030" y="9073"/>
                    <a:pt x="162046" y="9056"/>
                    <a:pt x="162063" y="9039"/>
                  </a:cubicBezTo>
                  <a:cubicBezTo>
                    <a:pt x="162147" y="8989"/>
                    <a:pt x="162214" y="8922"/>
                    <a:pt x="162297" y="8872"/>
                  </a:cubicBezTo>
                  <a:cubicBezTo>
                    <a:pt x="162415" y="8788"/>
                    <a:pt x="162548" y="8704"/>
                    <a:pt x="162649" y="8621"/>
                  </a:cubicBezTo>
                  <a:cubicBezTo>
                    <a:pt x="162649" y="8604"/>
                    <a:pt x="162666" y="8604"/>
                    <a:pt x="162682" y="8587"/>
                  </a:cubicBezTo>
                  <a:cubicBezTo>
                    <a:pt x="162783" y="8487"/>
                    <a:pt x="162883" y="8370"/>
                    <a:pt x="162984" y="8269"/>
                  </a:cubicBezTo>
                  <a:cubicBezTo>
                    <a:pt x="163000" y="8236"/>
                    <a:pt x="163017" y="8219"/>
                    <a:pt x="163034" y="8185"/>
                  </a:cubicBezTo>
                  <a:cubicBezTo>
                    <a:pt x="163051" y="8169"/>
                    <a:pt x="163067" y="8135"/>
                    <a:pt x="163084" y="8102"/>
                  </a:cubicBezTo>
                  <a:cubicBezTo>
                    <a:pt x="163118" y="8068"/>
                    <a:pt x="163151" y="8018"/>
                    <a:pt x="163168" y="7968"/>
                  </a:cubicBezTo>
                  <a:cubicBezTo>
                    <a:pt x="163218" y="7884"/>
                    <a:pt x="163268" y="7784"/>
                    <a:pt x="163302" y="7700"/>
                  </a:cubicBezTo>
                  <a:cubicBezTo>
                    <a:pt x="163302" y="7683"/>
                    <a:pt x="163302" y="7667"/>
                    <a:pt x="163318" y="7650"/>
                  </a:cubicBezTo>
                  <a:cubicBezTo>
                    <a:pt x="163318" y="7633"/>
                    <a:pt x="163318" y="7616"/>
                    <a:pt x="163335" y="7600"/>
                  </a:cubicBezTo>
                  <a:cubicBezTo>
                    <a:pt x="163352" y="7549"/>
                    <a:pt x="163369" y="7482"/>
                    <a:pt x="163385" y="7415"/>
                  </a:cubicBezTo>
                  <a:cubicBezTo>
                    <a:pt x="163402" y="7332"/>
                    <a:pt x="163402" y="7231"/>
                    <a:pt x="163419" y="7148"/>
                  </a:cubicBezTo>
                  <a:lnTo>
                    <a:pt x="163419" y="7097"/>
                  </a:lnTo>
                  <a:lnTo>
                    <a:pt x="163436" y="23"/>
                  </a:lnTo>
                  <a:lnTo>
                    <a:pt x="163436" y="23"/>
                  </a:lnTo>
                  <a:cubicBezTo>
                    <a:pt x="163435" y="188"/>
                    <a:pt x="163402" y="354"/>
                    <a:pt x="163352" y="519"/>
                  </a:cubicBezTo>
                  <a:cubicBezTo>
                    <a:pt x="163352" y="536"/>
                    <a:pt x="163335" y="553"/>
                    <a:pt x="163335" y="586"/>
                  </a:cubicBezTo>
                  <a:cubicBezTo>
                    <a:pt x="163285" y="737"/>
                    <a:pt x="163201" y="887"/>
                    <a:pt x="163101" y="1038"/>
                  </a:cubicBezTo>
                  <a:cubicBezTo>
                    <a:pt x="163084" y="1055"/>
                    <a:pt x="163067" y="1088"/>
                    <a:pt x="163051" y="1105"/>
                  </a:cubicBezTo>
                  <a:cubicBezTo>
                    <a:pt x="162950" y="1256"/>
                    <a:pt x="162816" y="1406"/>
                    <a:pt x="162666" y="1540"/>
                  </a:cubicBezTo>
                  <a:cubicBezTo>
                    <a:pt x="162565" y="1624"/>
                    <a:pt x="162431" y="1708"/>
                    <a:pt x="162314" y="1791"/>
                  </a:cubicBezTo>
                  <a:cubicBezTo>
                    <a:pt x="162214" y="1858"/>
                    <a:pt x="162130" y="1942"/>
                    <a:pt x="162013" y="2009"/>
                  </a:cubicBezTo>
                  <a:lnTo>
                    <a:pt x="85434" y="46517"/>
                  </a:lnTo>
                  <a:cubicBezTo>
                    <a:pt x="85216" y="46634"/>
                    <a:pt x="84999" y="46734"/>
                    <a:pt x="84748" y="46835"/>
                  </a:cubicBezTo>
                  <a:cubicBezTo>
                    <a:pt x="84697" y="46851"/>
                    <a:pt x="84631" y="46885"/>
                    <a:pt x="84564" y="46902"/>
                  </a:cubicBezTo>
                  <a:cubicBezTo>
                    <a:pt x="84413" y="46952"/>
                    <a:pt x="84262" y="47002"/>
                    <a:pt x="84112" y="47036"/>
                  </a:cubicBezTo>
                  <a:cubicBezTo>
                    <a:pt x="83944" y="47086"/>
                    <a:pt x="83777" y="47136"/>
                    <a:pt x="83626" y="47170"/>
                  </a:cubicBezTo>
                  <a:cubicBezTo>
                    <a:pt x="83425" y="47203"/>
                    <a:pt x="83224" y="47236"/>
                    <a:pt x="83024" y="47270"/>
                  </a:cubicBezTo>
                  <a:cubicBezTo>
                    <a:pt x="82973" y="47270"/>
                    <a:pt x="82923" y="47287"/>
                    <a:pt x="82890" y="47287"/>
                  </a:cubicBezTo>
                  <a:cubicBezTo>
                    <a:pt x="82605" y="47320"/>
                    <a:pt x="82337" y="47337"/>
                    <a:pt x="82070" y="47337"/>
                  </a:cubicBezTo>
                  <a:lnTo>
                    <a:pt x="81936" y="47337"/>
                  </a:lnTo>
                  <a:cubicBezTo>
                    <a:pt x="81668" y="47337"/>
                    <a:pt x="81400" y="47320"/>
                    <a:pt x="81132" y="47287"/>
                  </a:cubicBezTo>
                  <a:lnTo>
                    <a:pt x="80998" y="47287"/>
                  </a:lnTo>
                  <a:cubicBezTo>
                    <a:pt x="80730" y="47253"/>
                    <a:pt x="80479" y="47203"/>
                    <a:pt x="80228" y="47153"/>
                  </a:cubicBezTo>
                  <a:cubicBezTo>
                    <a:pt x="80178" y="47136"/>
                    <a:pt x="80128" y="47119"/>
                    <a:pt x="80078" y="47119"/>
                  </a:cubicBezTo>
                  <a:cubicBezTo>
                    <a:pt x="79843" y="47052"/>
                    <a:pt x="79626" y="46985"/>
                    <a:pt x="79408" y="46902"/>
                  </a:cubicBezTo>
                  <a:cubicBezTo>
                    <a:pt x="79375" y="46885"/>
                    <a:pt x="79324" y="46885"/>
                    <a:pt x="79291" y="46868"/>
                  </a:cubicBezTo>
                  <a:cubicBezTo>
                    <a:pt x="79023" y="46768"/>
                    <a:pt x="78772" y="46651"/>
                    <a:pt x="78538" y="46517"/>
                  </a:cubicBezTo>
                  <a:lnTo>
                    <a:pt x="1457" y="2009"/>
                  </a:lnTo>
                  <a:cubicBezTo>
                    <a:pt x="503" y="1457"/>
                    <a:pt x="17" y="720"/>
                    <a:pt x="17" y="0"/>
                  </a:cubicBezTo>
                  <a:close/>
                </a:path>
              </a:pathLst>
            </a:custGeom>
            <a:solidFill>
              <a:srgbClr val="954D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 name="Google Shape;475;p29"/>
            <p:cNvSpPr/>
            <p:nvPr/>
          </p:nvSpPr>
          <p:spPr>
            <a:xfrm>
              <a:off x="1751775" y="2712175"/>
              <a:ext cx="4109350" cy="2366225"/>
            </a:xfrm>
            <a:custGeom>
              <a:avLst/>
              <a:gdLst/>
              <a:ahLst/>
              <a:cxnLst/>
              <a:rect l="l" t="t" r="r" b="b"/>
              <a:pathLst>
                <a:path w="164374" h="94649" extrusionOk="0">
                  <a:moveTo>
                    <a:pt x="81919" y="1"/>
                  </a:moveTo>
                  <a:cubicBezTo>
                    <a:pt x="80672" y="1"/>
                    <a:pt x="79425" y="273"/>
                    <a:pt x="78471" y="817"/>
                  </a:cubicBezTo>
                  <a:lnTo>
                    <a:pt x="1892" y="45324"/>
                  </a:lnTo>
                  <a:cubicBezTo>
                    <a:pt x="0" y="46429"/>
                    <a:pt x="0" y="48220"/>
                    <a:pt x="1909" y="49325"/>
                  </a:cubicBezTo>
                  <a:lnTo>
                    <a:pt x="79006" y="93833"/>
                  </a:lnTo>
                  <a:cubicBezTo>
                    <a:pt x="79961" y="94377"/>
                    <a:pt x="81208" y="94649"/>
                    <a:pt x="82452" y="94649"/>
                  </a:cubicBezTo>
                  <a:cubicBezTo>
                    <a:pt x="83697" y="94649"/>
                    <a:pt x="84940" y="94377"/>
                    <a:pt x="85886" y="93833"/>
                  </a:cubicBezTo>
                  <a:lnTo>
                    <a:pt x="162482" y="49325"/>
                  </a:lnTo>
                  <a:cubicBezTo>
                    <a:pt x="164373" y="48220"/>
                    <a:pt x="164356" y="46429"/>
                    <a:pt x="162448" y="45324"/>
                  </a:cubicBezTo>
                  <a:lnTo>
                    <a:pt x="85367" y="817"/>
                  </a:lnTo>
                  <a:cubicBezTo>
                    <a:pt x="84413" y="273"/>
                    <a:pt x="83166" y="1"/>
                    <a:pt x="8191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 name="Google Shape;476;p29"/>
            <p:cNvSpPr/>
            <p:nvPr/>
          </p:nvSpPr>
          <p:spPr>
            <a:xfrm>
              <a:off x="1763075" y="3895075"/>
              <a:ext cx="4085900" cy="1360450"/>
            </a:xfrm>
            <a:custGeom>
              <a:avLst/>
              <a:gdLst/>
              <a:ahLst/>
              <a:cxnLst/>
              <a:rect l="l" t="t" r="r" b="b"/>
              <a:pathLst>
                <a:path w="163436" h="54418" extrusionOk="0">
                  <a:moveTo>
                    <a:pt x="163436" y="17"/>
                  </a:moveTo>
                  <a:lnTo>
                    <a:pt x="163436" y="23"/>
                  </a:lnTo>
                  <a:lnTo>
                    <a:pt x="163436" y="23"/>
                  </a:lnTo>
                  <a:cubicBezTo>
                    <a:pt x="163436" y="21"/>
                    <a:pt x="163436" y="19"/>
                    <a:pt x="163436" y="17"/>
                  </a:cubicBezTo>
                  <a:close/>
                  <a:moveTo>
                    <a:pt x="17" y="0"/>
                  </a:moveTo>
                  <a:lnTo>
                    <a:pt x="0" y="7081"/>
                  </a:lnTo>
                  <a:cubicBezTo>
                    <a:pt x="0" y="7800"/>
                    <a:pt x="486" y="8520"/>
                    <a:pt x="1440" y="9089"/>
                  </a:cubicBezTo>
                  <a:lnTo>
                    <a:pt x="78521" y="53597"/>
                  </a:lnTo>
                  <a:cubicBezTo>
                    <a:pt x="78755" y="53714"/>
                    <a:pt x="78990" y="53831"/>
                    <a:pt x="79224" y="53932"/>
                  </a:cubicBezTo>
                  <a:lnTo>
                    <a:pt x="79274" y="53932"/>
                  </a:lnTo>
                  <a:cubicBezTo>
                    <a:pt x="79308" y="53949"/>
                    <a:pt x="79341" y="53965"/>
                    <a:pt x="79391" y="53982"/>
                  </a:cubicBezTo>
                  <a:cubicBezTo>
                    <a:pt x="79525" y="54032"/>
                    <a:pt x="79676" y="54083"/>
                    <a:pt x="79827" y="54133"/>
                  </a:cubicBezTo>
                  <a:cubicBezTo>
                    <a:pt x="79893" y="54149"/>
                    <a:pt x="79977" y="54166"/>
                    <a:pt x="80061" y="54183"/>
                  </a:cubicBezTo>
                  <a:cubicBezTo>
                    <a:pt x="80111" y="54200"/>
                    <a:pt x="80161" y="54216"/>
                    <a:pt x="80212" y="54216"/>
                  </a:cubicBezTo>
                  <a:cubicBezTo>
                    <a:pt x="80245" y="54233"/>
                    <a:pt x="80295" y="54250"/>
                    <a:pt x="80329" y="54250"/>
                  </a:cubicBezTo>
                  <a:cubicBezTo>
                    <a:pt x="80496" y="54283"/>
                    <a:pt x="80647" y="54317"/>
                    <a:pt x="80814" y="54334"/>
                  </a:cubicBezTo>
                  <a:cubicBezTo>
                    <a:pt x="80864" y="54350"/>
                    <a:pt x="80931" y="54350"/>
                    <a:pt x="80981" y="54350"/>
                  </a:cubicBezTo>
                  <a:cubicBezTo>
                    <a:pt x="81032" y="54350"/>
                    <a:pt x="81065" y="54367"/>
                    <a:pt x="81115" y="54367"/>
                  </a:cubicBezTo>
                  <a:cubicBezTo>
                    <a:pt x="81166" y="54367"/>
                    <a:pt x="81233" y="54384"/>
                    <a:pt x="81283" y="54384"/>
                  </a:cubicBezTo>
                  <a:cubicBezTo>
                    <a:pt x="81450" y="54401"/>
                    <a:pt x="81601" y="54401"/>
                    <a:pt x="81768" y="54417"/>
                  </a:cubicBezTo>
                  <a:lnTo>
                    <a:pt x="82270" y="54417"/>
                  </a:lnTo>
                  <a:cubicBezTo>
                    <a:pt x="82438" y="54401"/>
                    <a:pt x="82622" y="54384"/>
                    <a:pt x="82806" y="54367"/>
                  </a:cubicBezTo>
                  <a:lnTo>
                    <a:pt x="82856" y="54367"/>
                  </a:lnTo>
                  <a:cubicBezTo>
                    <a:pt x="82906" y="54367"/>
                    <a:pt x="82957" y="54350"/>
                    <a:pt x="83007" y="54350"/>
                  </a:cubicBezTo>
                  <a:cubicBezTo>
                    <a:pt x="83141" y="54334"/>
                    <a:pt x="83291" y="54317"/>
                    <a:pt x="83425" y="54283"/>
                  </a:cubicBezTo>
                  <a:cubicBezTo>
                    <a:pt x="83492" y="54283"/>
                    <a:pt x="83542" y="54250"/>
                    <a:pt x="83593" y="54250"/>
                  </a:cubicBezTo>
                  <a:cubicBezTo>
                    <a:pt x="83760" y="54216"/>
                    <a:pt x="83927" y="54166"/>
                    <a:pt x="84095" y="54116"/>
                  </a:cubicBezTo>
                  <a:cubicBezTo>
                    <a:pt x="84179" y="54099"/>
                    <a:pt x="84262" y="54083"/>
                    <a:pt x="84346" y="54049"/>
                  </a:cubicBezTo>
                  <a:cubicBezTo>
                    <a:pt x="84413" y="54032"/>
                    <a:pt x="84480" y="53999"/>
                    <a:pt x="84547" y="53982"/>
                  </a:cubicBezTo>
                  <a:cubicBezTo>
                    <a:pt x="84614" y="53965"/>
                    <a:pt x="84664" y="53932"/>
                    <a:pt x="84731" y="53915"/>
                  </a:cubicBezTo>
                  <a:cubicBezTo>
                    <a:pt x="84965" y="53815"/>
                    <a:pt x="85200" y="53714"/>
                    <a:pt x="85417" y="53580"/>
                  </a:cubicBezTo>
                  <a:lnTo>
                    <a:pt x="161996" y="9089"/>
                  </a:lnTo>
                  <a:cubicBezTo>
                    <a:pt x="162030" y="9073"/>
                    <a:pt x="162046" y="9056"/>
                    <a:pt x="162063" y="9039"/>
                  </a:cubicBezTo>
                  <a:cubicBezTo>
                    <a:pt x="162147" y="8989"/>
                    <a:pt x="162214" y="8922"/>
                    <a:pt x="162297" y="8872"/>
                  </a:cubicBezTo>
                  <a:cubicBezTo>
                    <a:pt x="162415" y="8788"/>
                    <a:pt x="162548" y="8704"/>
                    <a:pt x="162649" y="8621"/>
                  </a:cubicBezTo>
                  <a:cubicBezTo>
                    <a:pt x="162649" y="8604"/>
                    <a:pt x="162666" y="8604"/>
                    <a:pt x="162682" y="8587"/>
                  </a:cubicBezTo>
                  <a:cubicBezTo>
                    <a:pt x="162783" y="8487"/>
                    <a:pt x="162883" y="8370"/>
                    <a:pt x="162984" y="8269"/>
                  </a:cubicBezTo>
                  <a:cubicBezTo>
                    <a:pt x="163000" y="8236"/>
                    <a:pt x="163017" y="8219"/>
                    <a:pt x="163034" y="8185"/>
                  </a:cubicBezTo>
                  <a:cubicBezTo>
                    <a:pt x="163051" y="8169"/>
                    <a:pt x="163067" y="8135"/>
                    <a:pt x="163084" y="8102"/>
                  </a:cubicBezTo>
                  <a:cubicBezTo>
                    <a:pt x="163118" y="8068"/>
                    <a:pt x="163151" y="8018"/>
                    <a:pt x="163168" y="7968"/>
                  </a:cubicBezTo>
                  <a:cubicBezTo>
                    <a:pt x="163218" y="7884"/>
                    <a:pt x="163268" y="7784"/>
                    <a:pt x="163302" y="7700"/>
                  </a:cubicBezTo>
                  <a:cubicBezTo>
                    <a:pt x="163302" y="7683"/>
                    <a:pt x="163302" y="7667"/>
                    <a:pt x="163318" y="7650"/>
                  </a:cubicBezTo>
                  <a:cubicBezTo>
                    <a:pt x="163318" y="7633"/>
                    <a:pt x="163318" y="7616"/>
                    <a:pt x="163335" y="7600"/>
                  </a:cubicBezTo>
                  <a:cubicBezTo>
                    <a:pt x="163352" y="7549"/>
                    <a:pt x="163369" y="7482"/>
                    <a:pt x="163385" y="7415"/>
                  </a:cubicBezTo>
                  <a:cubicBezTo>
                    <a:pt x="163402" y="7332"/>
                    <a:pt x="163402" y="7231"/>
                    <a:pt x="163419" y="7148"/>
                  </a:cubicBezTo>
                  <a:lnTo>
                    <a:pt x="163419" y="7097"/>
                  </a:lnTo>
                  <a:lnTo>
                    <a:pt x="163436" y="23"/>
                  </a:lnTo>
                  <a:lnTo>
                    <a:pt x="163436" y="23"/>
                  </a:lnTo>
                  <a:cubicBezTo>
                    <a:pt x="163435" y="188"/>
                    <a:pt x="163402" y="354"/>
                    <a:pt x="163352" y="519"/>
                  </a:cubicBezTo>
                  <a:cubicBezTo>
                    <a:pt x="163352" y="536"/>
                    <a:pt x="163335" y="553"/>
                    <a:pt x="163335" y="586"/>
                  </a:cubicBezTo>
                  <a:cubicBezTo>
                    <a:pt x="163285" y="737"/>
                    <a:pt x="163201" y="887"/>
                    <a:pt x="163101" y="1038"/>
                  </a:cubicBezTo>
                  <a:cubicBezTo>
                    <a:pt x="163084" y="1055"/>
                    <a:pt x="163067" y="1088"/>
                    <a:pt x="163051" y="1105"/>
                  </a:cubicBezTo>
                  <a:cubicBezTo>
                    <a:pt x="162950" y="1256"/>
                    <a:pt x="162816" y="1406"/>
                    <a:pt x="162666" y="1540"/>
                  </a:cubicBezTo>
                  <a:cubicBezTo>
                    <a:pt x="162565" y="1624"/>
                    <a:pt x="162431" y="1708"/>
                    <a:pt x="162314" y="1791"/>
                  </a:cubicBezTo>
                  <a:cubicBezTo>
                    <a:pt x="162214" y="1858"/>
                    <a:pt x="162130" y="1942"/>
                    <a:pt x="162013" y="2009"/>
                  </a:cubicBezTo>
                  <a:lnTo>
                    <a:pt x="85434" y="46517"/>
                  </a:lnTo>
                  <a:cubicBezTo>
                    <a:pt x="85216" y="46634"/>
                    <a:pt x="84999" y="46734"/>
                    <a:pt x="84748" y="46835"/>
                  </a:cubicBezTo>
                  <a:cubicBezTo>
                    <a:pt x="84697" y="46851"/>
                    <a:pt x="84631" y="46885"/>
                    <a:pt x="84564" y="46902"/>
                  </a:cubicBezTo>
                  <a:cubicBezTo>
                    <a:pt x="84413" y="46952"/>
                    <a:pt x="84262" y="47002"/>
                    <a:pt x="84112" y="47036"/>
                  </a:cubicBezTo>
                  <a:cubicBezTo>
                    <a:pt x="83944" y="47086"/>
                    <a:pt x="83777" y="47136"/>
                    <a:pt x="83626" y="47170"/>
                  </a:cubicBezTo>
                  <a:cubicBezTo>
                    <a:pt x="83425" y="47203"/>
                    <a:pt x="83224" y="47236"/>
                    <a:pt x="83024" y="47270"/>
                  </a:cubicBezTo>
                  <a:cubicBezTo>
                    <a:pt x="82973" y="47270"/>
                    <a:pt x="82923" y="47287"/>
                    <a:pt x="82890" y="47287"/>
                  </a:cubicBezTo>
                  <a:cubicBezTo>
                    <a:pt x="82605" y="47320"/>
                    <a:pt x="82337" y="47337"/>
                    <a:pt x="82070" y="47337"/>
                  </a:cubicBezTo>
                  <a:lnTo>
                    <a:pt x="81936" y="47337"/>
                  </a:lnTo>
                  <a:cubicBezTo>
                    <a:pt x="81668" y="47337"/>
                    <a:pt x="81400" y="47320"/>
                    <a:pt x="81132" y="47287"/>
                  </a:cubicBezTo>
                  <a:lnTo>
                    <a:pt x="80998" y="47287"/>
                  </a:lnTo>
                  <a:cubicBezTo>
                    <a:pt x="80730" y="47253"/>
                    <a:pt x="80479" y="47203"/>
                    <a:pt x="80228" y="47153"/>
                  </a:cubicBezTo>
                  <a:cubicBezTo>
                    <a:pt x="80178" y="47136"/>
                    <a:pt x="80128" y="47119"/>
                    <a:pt x="80078" y="47119"/>
                  </a:cubicBezTo>
                  <a:cubicBezTo>
                    <a:pt x="79843" y="47052"/>
                    <a:pt x="79626" y="46985"/>
                    <a:pt x="79408" y="46902"/>
                  </a:cubicBezTo>
                  <a:cubicBezTo>
                    <a:pt x="79375" y="46885"/>
                    <a:pt x="79324" y="46885"/>
                    <a:pt x="79291" y="46868"/>
                  </a:cubicBezTo>
                  <a:cubicBezTo>
                    <a:pt x="79023" y="46768"/>
                    <a:pt x="78772" y="46651"/>
                    <a:pt x="78538" y="46517"/>
                  </a:cubicBezTo>
                  <a:lnTo>
                    <a:pt x="1457" y="2009"/>
                  </a:lnTo>
                  <a:cubicBezTo>
                    <a:pt x="503" y="1457"/>
                    <a:pt x="17" y="720"/>
                    <a:pt x="1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 name="Google Shape;477;p29"/>
            <p:cNvSpPr/>
            <p:nvPr/>
          </p:nvSpPr>
          <p:spPr>
            <a:xfrm>
              <a:off x="2174850" y="2949750"/>
              <a:ext cx="3263200" cy="1890225"/>
            </a:xfrm>
            <a:custGeom>
              <a:avLst/>
              <a:gdLst/>
              <a:ahLst/>
              <a:cxnLst/>
              <a:rect l="l" t="t" r="r" b="b"/>
              <a:pathLst>
                <a:path w="130528" h="75609" extrusionOk="0">
                  <a:moveTo>
                    <a:pt x="65046" y="1"/>
                  </a:moveTo>
                  <a:lnTo>
                    <a:pt x="63473" y="921"/>
                  </a:lnTo>
                  <a:lnTo>
                    <a:pt x="60728" y="2512"/>
                  </a:lnTo>
                  <a:lnTo>
                    <a:pt x="57564" y="4353"/>
                  </a:lnTo>
                  <a:lnTo>
                    <a:pt x="54802" y="5960"/>
                  </a:lnTo>
                  <a:lnTo>
                    <a:pt x="51639" y="7801"/>
                  </a:lnTo>
                  <a:lnTo>
                    <a:pt x="48893" y="9391"/>
                  </a:lnTo>
                  <a:lnTo>
                    <a:pt x="45730" y="11232"/>
                  </a:lnTo>
                  <a:lnTo>
                    <a:pt x="42985" y="12839"/>
                  </a:lnTo>
                  <a:lnTo>
                    <a:pt x="39821" y="14664"/>
                  </a:lnTo>
                  <a:lnTo>
                    <a:pt x="37059" y="16271"/>
                  </a:lnTo>
                  <a:lnTo>
                    <a:pt x="33896" y="18112"/>
                  </a:lnTo>
                  <a:lnTo>
                    <a:pt x="31151" y="19702"/>
                  </a:lnTo>
                  <a:lnTo>
                    <a:pt x="27987" y="21543"/>
                  </a:lnTo>
                  <a:lnTo>
                    <a:pt x="25225" y="23150"/>
                  </a:lnTo>
                  <a:lnTo>
                    <a:pt x="22078" y="24975"/>
                  </a:lnTo>
                  <a:lnTo>
                    <a:pt x="19316" y="26582"/>
                  </a:lnTo>
                  <a:lnTo>
                    <a:pt x="16153" y="28423"/>
                  </a:lnTo>
                  <a:lnTo>
                    <a:pt x="13391" y="30030"/>
                  </a:lnTo>
                  <a:lnTo>
                    <a:pt x="10227" y="31854"/>
                  </a:lnTo>
                  <a:lnTo>
                    <a:pt x="7482" y="33461"/>
                  </a:lnTo>
                  <a:lnTo>
                    <a:pt x="4319" y="35302"/>
                  </a:lnTo>
                  <a:lnTo>
                    <a:pt x="1574" y="36893"/>
                  </a:lnTo>
                  <a:lnTo>
                    <a:pt x="0" y="37813"/>
                  </a:lnTo>
                  <a:lnTo>
                    <a:pt x="1574" y="38717"/>
                  </a:lnTo>
                  <a:lnTo>
                    <a:pt x="4352" y="40324"/>
                  </a:lnTo>
                  <a:lnTo>
                    <a:pt x="7532" y="42165"/>
                  </a:lnTo>
                  <a:lnTo>
                    <a:pt x="10294" y="43755"/>
                  </a:lnTo>
                  <a:lnTo>
                    <a:pt x="13491" y="45597"/>
                  </a:lnTo>
                  <a:lnTo>
                    <a:pt x="16253" y="47204"/>
                  </a:lnTo>
                  <a:lnTo>
                    <a:pt x="19434" y="49028"/>
                  </a:lnTo>
                  <a:lnTo>
                    <a:pt x="22212" y="50635"/>
                  </a:lnTo>
                  <a:lnTo>
                    <a:pt x="25392" y="52476"/>
                  </a:lnTo>
                  <a:lnTo>
                    <a:pt x="28171" y="54066"/>
                  </a:lnTo>
                  <a:lnTo>
                    <a:pt x="31351" y="55908"/>
                  </a:lnTo>
                  <a:lnTo>
                    <a:pt x="34113" y="57515"/>
                  </a:lnTo>
                  <a:lnTo>
                    <a:pt x="37310" y="59356"/>
                  </a:lnTo>
                  <a:lnTo>
                    <a:pt x="40072" y="60946"/>
                  </a:lnTo>
                  <a:lnTo>
                    <a:pt x="43253" y="62787"/>
                  </a:lnTo>
                  <a:lnTo>
                    <a:pt x="46031" y="64394"/>
                  </a:lnTo>
                  <a:lnTo>
                    <a:pt x="49211" y="66219"/>
                  </a:lnTo>
                  <a:lnTo>
                    <a:pt x="51990" y="67825"/>
                  </a:lnTo>
                  <a:lnTo>
                    <a:pt x="55170" y="69667"/>
                  </a:lnTo>
                  <a:lnTo>
                    <a:pt x="57932" y="71257"/>
                  </a:lnTo>
                  <a:lnTo>
                    <a:pt x="61113" y="73098"/>
                  </a:lnTo>
                  <a:lnTo>
                    <a:pt x="63891" y="74705"/>
                  </a:lnTo>
                  <a:lnTo>
                    <a:pt x="65465" y="75609"/>
                  </a:lnTo>
                  <a:lnTo>
                    <a:pt x="130527" y="37813"/>
                  </a:lnTo>
                  <a:lnTo>
                    <a:pt x="6504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 name="Google Shape;478;p29"/>
            <p:cNvSpPr/>
            <p:nvPr/>
          </p:nvSpPr>
          <p:spPr>
            <a:xfrm>
              <a:off x="5329650" y="3917675"/>
              <a:ext cx="215950" cy="124725"/>
            </a:xfrm>
            <a:custGeom>
              <a:avLst/>
              <a:gdLst/>
              <a:ahLst/>
              <a:cxnLst/>
              <a:rect l="l" t="t" r="r" b="b"/>
              <a:pathLst>
                <a:path w="8638" h="4989" extrusionOk="0">
                  <a:moveTo>
                    <a:pt x="2762" y="0"/>
                  </a:moveTo>
                  <a:lnTo>
                    <a:pt x="0" y="1607"/>
                  </a:lnTo>
                  <a:lnTo>
                    <a:pt x="5875" y="4988"/>
                  </a:lnTo>
                  <a:lnTo>
                    <a:pt x="8637" y="3398"/>
                  </a:lnTo>
                  <a:lnTo>
                    <a:pt x="2762"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 name="Google Shape;479;p29"/>
            <p:cNvSpPr/>
            <p:nvPr/>
          </p:nvSpPr>
          <p:spPr>
            <a:xfrm>
              <a:off x="5181925" y="4003875"/>
              <a:ext cx="215525" cy="124725"/>
            </a:xfrm>
            <a:custGeom>
              <a:avLst/>
              <a:gdLst/>
              <a:ahLst/>
              <a:cxnLst/>
              <a:rect l="l" t="t" r="r" b="b"/>
              <a:pathLst>
                <a:path w="8621" h="4989" extrusionOk="0">
                  <a:moveTo>
                    <a:pt x="2745" y="0"/>
                  </a:moveTo>
                  <a:lnTo>
                    <a:pt x="0" y="1590"/>
                  </a:lnTo>
                  <a:lnTo>
                    <a:pt x="5876" y="4988"/>
                  </a:lnTo>
                  <a:lnTo>
                    <a:pt x="8621" y="3381"/>
                  </a:lnTo>
                  <a:lnTo>
                    <a:pt x="2745"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 name="Google Shape;480;p29"/>
            <p:cNvSpPr/>
            <p:nvPr/>
          </p:nvSpPr>
          <p:spPr>
            <a:xfrm>
              <a:off x="3840325" y="2887825"/>
              <a:ext cx="215125" cy="124725"/>
            </a:xfrm>
            <a:custGeom>
              <a:avLst/>
              <a:gdLst/>
              <a:ahLst/>
              <a:cxnLst/>
              <a:rect l="l" t="t" r="r" b="b"/>
              <a:pathLst>
                <a:path w="8605" h="4989" extrusionOk="0">
                  <a:moveTo>
                    <a:pt x="5842" y="1"/>
                  </a:moveTo>
                  <a:lnTo>
                    <a:pt x="1" y="3398"/>
                  </a:lnTo>
                  <a:lnTo>
                    <a:pt x="2779" y="4989"/>
                  </a:lnTo>
                  <a:lnTo>
                    <a:pt x="8604" y="1607"/>
                  </a:lnTo>
                  <a:lnTo>
                    <a:pt x="5842"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481;p29"/>
            <p:cNvSpPr/>
            <p:nvPr/>
          </p:nvSpPr>
          <p:spPr>
            <a:xfrm>
              <a:off x="3546150" y="2887825"/>
              <a:ext cx="215525" cy="124725"/>
            </a:xfrm>
            <a:custGeom>
              <a:avLst/>
              <a:gdLst/>
              <a:ahLst/>
              <a:cxnLst/>
              <a:rect l="l" t="t" r="r" b="b"/>
              <a:pathLst>
                <a:path w="8621" h="4989" extrusionOk="0">
                  <a:moveTo>
                    <a:pt x="2745" y="1"/>
                  </a:moveTo>
                  <a:lnTo>
                    <a:pt x="0" y="1607"/>
                  </a:lnTo>
                  <a:lnTo>
                    <a:pt x="5876" y="4989"/>
                  </a:lnTo>
                  <a:lnTo>
                    <a:pt x="8621" y="3398"/>
                  </a:lnTo>
                  <a:lnTo>
                    <a:pt x="2745"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29"/>
            <p:cNvSpPr/>
            <p:nvPr/>
          </p:nvSpPr>
          <p:spPr>
            <a:xfrm>
              <a:off x="3989300" y="2974025"/>
              <a:ext cx="215125" cy="124725"/>
            </a:xfrm>
            <a:custGeom>
              <a:avLst/>
              <a:gdLst/>
              <a:ahLst/>
              <a:cxnLst/>
              <a:rect l="l" t="t" r="r" b="b"/>
              <a:pathLst>
                <a:path w="8605" h="4989" extrusionOk="0">
                  <a:moveTo>
                    <a:pt x="5825" y="1"/>
                  </a:moveTo>
                  <a:lnTo>
                    <a:pt x="0" y="3382"/>
                  </a:lnTo>
                  <a:lnTo>
                    <a:pt x="2779" y="4989"/>
                  </a:lnTo>
                  <a:lnTo>
                    <a:pt x="8604" y="1591"/>
                  </a:lnTo>
                  <a:lnTo>
                    <a:pt x="5825"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 name="Google Shape;483;p29"/>
            <p:cNvSpPr/>
            <p:nvPr/>
          </p:nvSpPr>
          <p:spPr>
            <a:xfrm>
              <a:off x="3398425" y="2974025"/>
              <a:ext cx="215525" cy="124725"/>
            </a:xfrm>
            <a:custGeom>
              <a:avLst/>
              <a:gdLst/>
              <a:ahLst/>
              <a:cxnLst/>
              <a:rect l="l" t="t" r="r" b="b"/>
              <a:pathLst>
                <a:path w="8621" h="4989" extrusionOk="0">
                  <a:moveTo>
                    <a:pt x="2746" y="1"/>
                  </a:moveTo>
                  <a:lnTo>
                    <a:pt x="1" y="1591"/>
                  </a:lnTo>
                  <a:lnTo>
                    <a:pt x="5859" y="4989"/>
                  </a:lnTo>
                  <a:lnTo>
                    <a:pt x="8621" y="3382"/>
                  </a:lnTo>
                  <a:lnTo>
                    <a:pt x="2746"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 name="Google Shape;484;p29"/>
            <p:cNvSpPr/>
            <p:nvPr/>
          </p:nvSpPr>
          <p:spPr>
            <a:xfrm>
              <a:off x="4138275" y="3059825"/>
              <a:ext cx="215125" cy="124725"/>
            </a:xfrm>
            <a:custGeom>
              <a:avLst/>
              <a:gdLst/>
              <a:ahLst/>
              <a:cxnLst/>
              <a:rect l="l" t="t" r="r" b="b"/>
              <a:pathLst>
                <a:path w="8605" h="4989" extrusionOk="0">
                  <a:moveTo>
                    <a:pt x="5825" y="0"/>
                  </a:moveTo>
                  <a:lnTo>
                    <a:pt x="0" y="3398"/>
                  </a:lnTo>
                  <a:lnTo>
                    <a:pt x="2762" y="4988"/>
                  </a:lnTo>
                  <a:lnTo>
                    <a:pt x="8604" y="1607"/>
                  </a:lnTo>
                  <a:lnTo>
                    <a:pt x="5825"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29"/>
            <p:cNvSpPr/>
            <p:nvPr/>
          </p:nvSpPr>
          <p:spPr>
            <a:xfrm>
              <a:off x="3250300" y="3059825"/>
              <a:ext cx="215525" cy="124725"/>
            </a:xfrm>
            <a:custGeom>
              <a:avLst/>
              <a:gdLst/>
              <a:ahLst/>
              <a:cxnLst/>
              <a:rect l="l" t="t" r="r" b="b"/>
              <a:pathLst>
                <a:path w="8621" h="4989" extrusionOk="0">
                  <a:moveTo>
                    <a:pt x="2762" y="0"/>
                  </a:moveTo>
                  <a:lnTo>
                    <a:pt x="0" y="1607"/>
                  </a:lnTo>
                  <a:lnTo>
                    <a:pt x="5875" y="4988"/>
                  </a:lnTo>
                  <a:lnTo>
                    <a:pt x="8621" y="3398"/>
                  </a:lnTo>
                  <a:lnTo>
                    <a:pt x="2762"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486;p29"/>
            <p:cNvSpPr/>
            <p:nvPr/>
          </p:nvSpPr>
          <p:spPr>
            <a:xfrm>
              <a:off x="3102575" y="3145600"/>
              <a:ext cx="215525" cy="125150"/>
            </a:xfrm>
            <a:custGeom>
              <a:avLst/>
              <a:gdLst/>
              <a:ahLst/>
              <a:cxnLst/>
              <a:rect l="l" t="t" r="r" b="b"/>
              <a:pathLst>
                <a:path w="8621" h="5006" extrusionOk="0">
                  <a:moveTo>
                    <a:pt x="2746" y="1"/>
                  </a:moveTo>
                  <a:lnTo>
                    <a:pt x="0" y="1607"/>
                  </a:lnTo>
                  <a:lnTo>
                    <a:pt x="5876" y="5005"/>
                  </a:lnTo>
                  <a:lnTo>
                    <a:pt x="8621" y="3398"/>
                  </a:lnTo>
                  <a:lnTo>
                    <a:pt x="2746"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 name="Google Shape;487;p29"/>
            <p:cNvSpPr/>
            <p:nvPr/>
          </p:nvSpPr>
          <p:spPr>
            <a:xfrm>
              <a:off x="2954450" y="3231800"/>
              <a:ext cx="215950" cy="124725"/>
            </a:xfrm>
            <a:custGeom>
              <a:avLst/>
              <a:gdLst/>
              <a:ahLst/>
              <a:cxnLst/>
              <a:rect l="l" t="t" r="r" b="b"/>
              <a:pathLst>
                <a:path w="8638" h="4989" extrusionOk="0">
                  <a:moveTo>
                    <a:pt x="2762" y="1"/>
                  </a:moveTo>
                  <a:lnTo>
                    <a:pt x="0" y="1591"/>
                  </a:lnTo>
                  <a:lnTo>
                    <a:pt x="5875" y="4989"/>
                  </a:lnTo>
                  <a:lnTo>
                    <a:pt x="8637" y="3382"/>
                  </a:lnTo>
                  <a:lnTo>
                    <a:pt x="2762"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 name="Google Shape;488;p29"/>
            <p:cNvSpPr/>
            <p:nvPr/>
          </p:nvSpPr>
          <p:spPr>
            <a:xfrm>
              <a:off x="4584775" y="3317600"/>
              <a:ext cx="215125" cy="124725"/>
            </a:xfrm>
            <a:custGeom>
              <a:avLst/>
              <a:gdLst/>
              <a:ahLst/>
              <a:cxnLst/>
              <a:rect l="l" t="t" r="r" b="b"/>
              <a:pathLst>
                <a:path w="8605" h="4989" extrusionOk="0">
                  <a:moveTo>
                    <a:pt x="5825" y="0"/>
                  </a:moveTo>
                  <a:lnTo>
                    <a:pt x="0" y="3398"/>
                  </a:lnTo>
                  <a:lnTo>
                    <a:pt x="2762" y="4988"/>
                  </a:lnTo>
                  <a:lnTo>
                    <a:pt x="8604" y="1607"/>
                  </a:lnTo>
                  <a:lnTo>
                    <a:pt x="5825"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 name="Google Shape;489;p29"/>
            <p:cNvSpPr/>
            <p:nvPr/>
          </p:nvSpPr>
          <p:spPr>
            <a:xfrm>
              <a:off x="2806725" y="3317600"/>
              <a:ext cx="215525" cy="124725"/>
            </a:xfrm>
            <a:custGeom>
              <a:avLst/>
              <a:gdLst/>
              <a:ahLst/>
              <a:cxnLst/>
              <a:rect l="l" t="t" r="r" b="b"/>
              <a:pathLst>
                <a:path w="8621" h="4989" extrusionOk="0">
                  <a:moveTo>
                    <a:pt x="2762" y="0"/>
                  </a:moveTo>
                  <a:lnTo>
                    <a:pt x="0" y="1607"/>
                  </a:lnTo>
                  <a:lnTo>
                    <a:pt x="5876" y="4988"/>
                  </a:lnTo>
                  <a:lnTo>
                    <a:pt x="8621" y="3398"/>
                  </a:lnTo>
                  <a:lnTo>
                    <a:pt x="2762"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 name="Google Shape;490;p29"/>
            <p:cNvSpPr/>
            <p:nvPr/>
          </p:nvSpPr>
          <p:spPr>
            <a:xfrm>
              <a:off x="4733750" y="3403800"/>
              <a:ext cx="215100" cy="124725"/>
            </a:xfrm>
            <a:custGeom>
              <a:avLst/>
              <a:gdLst/>
              <a:ahLst/>
              <a:cxnLst/>
              <a:rect l="l" t="t" r="r" b="b"/>
              <a:pathLst>
                <a:path w="8604" h="4989" extrusionOk="0">
                  <a:moveTo>
                    <a:pt x="5825" y="0"/>
                  </a:moveTo>
                  <a:lnTo>
                    <a:pt x="0" y="3381"/>
                  </a:lnTo>
                  <a:lnTo>
                    <a:pt x="2762" y="4988"/>
                  </a:lnTo>
                  <a:lnTo>
                    <a:pt x="8604" y="1590"/>
                  </a:lnTo>
                  <a:lnTo>
                    <a:pt x="5825"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 name="Google Shape;491;p29"/>
            <p:cNvSpPr/>
            <p:nvPr/>
          </p:nvSpPr>
          <p:spPr>
            <a:xfrm>
              <a:off x="2659000" y="3403800"/>
              <a:ext cx="215525" cy="124725"/>
            </a:xfrm>
            <a:custGeom>
              <a:avLst/>
              <a:gdLst/>
              <a:ahLst/>
              <a:cxnLst/>
              <a:rect l="l" t="t" r="r" b="b"/>
              <a:pathLst>
                <a:path w="8621" h="4989" extrusionOk="0">
                  <a:moveTo>
                    <a:pt x="2746" y="0"/>
                  </a:moveTo>
                  <a:lnTo>
                    <a:pt x="1" y="1590"/>
                  </a:lnTo>
                  <a:lnTo>
                    <a:pt x="5859" y="4988"/>
                  </a:lnTo>
                  <a:lnTo>
                    <a:pt x="8621" y="3381"/>
                  </a:lnTo>
                  <a:lnTo>
                    <a:pt x="2746"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 name="Google Shape;492;p29"/>
            <p:cNvSpPr/>
            <p:nvPr/>
          </p:nvSpPr>
          <p:spPr>
            <a:xfrm>
              <a:off x="4882725" y="3489575"/>
              <a:ext cx="215100" cy="124725"/>
            </a:xfrm>
            <a:custGeom>
              <a:avLst/>
              <a:gdLst/>
              <a:ahLst/>
              <a:cxnLst/>
              <a:rect l="l" t="t" r="r" b="b"/>
              <a:pathLst>
                <a:path w="8604" h="4989" extrusionOk="0">
                  <a:moveTo>
                    <a:pt x="5825" y="1"/>
                  </a:moveTo>
                  <a:lnTo>
                    <a:pt x="0" y="3382"/>
                  </a:lnTo>
                  <a:lnTo>
                    <a:pt x="2762" y="4989"/>
                  </a:lnTo>
                  <a:lnTo>
                    <a:pt x="8604" y="1608"/>
                  </a:lnTo>
                  <a:lnTo>
                    <a:pt x="5825"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 name="Google Shape;493;p29"/>
            <p:cNvSpPr/>
            <p:nvPr/>
          </p:nvSpPr>
          <p:spPr>
            <a:xfrm>
              <a:off x="2510875" y="3489575"/>
              <a:ext cx="215950" cy="124725"/>
            </a:xfrm>
            <a:custGeom>
              <a:avLst/>
              <a:gdLst/>
              <a:ahLst/>
              <a:cxnLst/>
              <a:rect l="l" t="t" r="r" b="b"/>
              <a:pathLst>
                <a:path w="8638" h="4989" extrusionOk="0">
                  <a:moveTo>
                    <a:pt x="2762" y="1"/>
                  </a:moveTo>
                  <a:lnTo>
                    <a:pt x="0" y="1608"/>
                  </a:lnTo>
                  <a:lnTo>
                    <a:pt x="5875" y="4989"/>
                  </a:lnTo>
                  <a:lnTo>
                    <a:pt x="8637" y="3382"/>
                  </a:lnTo>
                  <a:lnTo>
                    <a:pt x="2762"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 name="Google Shape;494;p29"/>
            <p:cNvSpPr/>
            <p:nvPr/>
          </p:nvSpPr>
          <p:spPr>
            <a:xfrm>
              <a:off x="5031275" y="3575375"/>
              <a:ext cx="215125" cy="125125"/>
            </a:xfrm>
            <a:custGeom>
              <a:avLst/>
              <a:gdLst/>
              <a:ahLst/>
              <a:cxnLst/>
              <a:rect l="l" t="t" r="r" b="b"/>
              <a:pathLst>
                <a:path w="8605" h="5005" extrusionOk="0">
                  <a:moveTo>
                    <a:pt x="5842" y="0"/>
                  </a:moveTo>
                  <a:lnTo>
                    <a:pt x="0" y="3398"/>
                  </a:lnTo>
                  <a:lnTo>
                    <a:pt x="2779" y="5005"/>
                  </a:lnTo>
                  <a:lnTo>
                    <a:pt x="8604" y="1607"/>
                  </a:lnTo>
                  <a:lnTo>
                    <a:pt x="5842"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 name="Google Shape;495;p29"/>
            <p:cNvSpPr/>
            <p:nvPr/>
          </p:nvSpPr>
          <p:spPr>
            <a:xfrm>
              <a:off x="2363150" y="3575375"/>
              <a:ext cx="215525" cy="125125"/>
            </a:xfrm>
            <a:custGeom>
              <a:avLst/>
              <a:gdLst/>
              <a:ahLst/>
              <a:cxnLst/>
              <a:rect l="l" t="t" r="r" b="b"/>
              <a:pathLst>
                <a:path w="8621" h="5005" extrusionOk="0">
                  <a:moveTo>
                    <a:pt x="2746" y="0"/>
                  </a:moveTo>
                  <a:lnTo>
                    <a:pt x="0" y="1607"/>
                  </a:lnTo>
                  <a:lnTo>
                    <a:pt x="5859" y="5005"/>
                  </a:lnTo>
                  <a:lnTo>
                    <a:pt x="8621" y="3398"/>
                  </a:lnTo>
                  <a:lnTo>
                    <a:pt x="2746"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 name="Google Shape;496;p29"/>
            <p:cNvSpPr/>
            <p:nvPr/>
          </p:nvSpPr>
          <p:spPr>
            <a:xfrm>
              <a:off x="5180250" y="3661575"/>
              <a:ext cx="215125" cy="124725"/>
            </a:xfrm>
            <a:custGeom>
              <a:avLst/>
              <a:gdLst/>
              <a:ahLst/>
              <a:cxnLst/>
              <a:rect l="l" t="t" r="r" b="b"/>
              <a:pathLst>
                <a:path w="8605" h="4989" extrusionOk="0">
                  <a:moveTo>
                    <a:pt x="5825" y="0"/>
                  </a:moveTo>
                  <a:lnTo>
                    <a:pt x="0" y="3381"/>
                  </a:lnTo>
                  <a:lnTo>
                    <a:pt x="2779" y="4988"/>
                  </a:lnTo>
                  <a:lnTo>
                    <a:pt x="8604" y="1590"/>
                  </a:lnTo>
                  <a:lnTo>
                    <a:pt x="5825"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 name="Google Shape;497;p29"/>
            <p:cNvSpPr/>
            <p:nvPr/>
          </p:nvSpPr>
          <p:spPr>
            <a:xfrm>
              <a:off x="5329225" y="3747350"/>
              <a:ext cx="215100" cy="124725"/>
            </a:xfrm>
            <a:custGeom>
              <a:avLst/>
              <a:gdLst/>
              <a:ahLst/>
              <a:cxnLst/>
              <a:rect l="l" t="t" r="r" b="b"/>
              <a:pathLst>
                <a:path w="8604" h="4989" extrusionOk="0">
                  <a:moveTo>
                    <a:pt x="5825" y="1"/>
                  </a:moveTo>
                  <a:lnTo>
                    <a:pt x="0" y="3398"/>
                  </a:lnTo>
                  <a:lnTo>
                    <a:pt x="2762" y="4989"/>
                  </a:lnTo>
                  <a:lnTo>
                    <a:pt x="8604" y="1607"/>
                  </a:lnTo>
                  <a:lnTo>
                    <a:pt x="5825"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 name="Google Shape;498;p29"/>
            <p:cNvSpPr/>
            <p:nvPr/>
          </p:nvSpPr>
          <p:spPr>
            <a:xfrm>
              <a:off x="2217100" y="4003875"/>
              <a:ext cx="215125" cy="124725"/>
            </a:xfrm>
            <a:custGeom>
              <a:avLst/>
              <a:gdLst/>
              <a:ahLst/>
              <a:cxnLst/>
              <a:rect l="l" t="t" r="r" b="b"/>
              <a:pathLst>
                <a:path w="8605" h="4989" extrusionOk="0">
                  <a:moveTo>
                    <a:pt x="5842" y="0"/>
                  </a:moveTo>
                  <a:lnTo>
                    <a:pt x="1" y="3381"/>
                  </a:lnTo>
                  <a:lnTo>
                    <a:pt x="2779" y="4988"/>
                  </a:lnTo>
                  <a:lnTo>
                    <a:pt x="8604" y="1590"/>
                  </a:lnTo>
                  <a:lnTo>
                    <a:pt x="5842"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 name="Google Shape;499;p29"/>
            <p:cNvSpPr/>
            <p:nvPr/>
          </p:nvSpPr>
          <p:spPr>
            <a:xfrm>
              <a:off x="5034200" y="4089650"/>
              <a:ext cx="215525" cy="124725"/>
            </a:xfrm>
            <a:custGeom>
              <a:avLst/>
              <a:gdLst/>
              <a:ahLst/>
              <a:cxnLst/>
              <a:rect l="l" t="t" r="r" b="b"/>
              <a:pathLst>
                <a:path w="8621" h="4989" extrusionOk="0">
                  <a:moveTo>
                    <a:pt x="2746" y="1"/>
                  </a:moveTo>
                  <a:lnTo>
                    <a:pt x="1" y="1608"/>
                  </a:lnTo>
                  <a:lnTo>
                    <a:pt x="5859" y="4989"/>
                  </a:lnTo>
                  <a:lnTo>
                    <a:pt x="8621" y="3382"/>
                  </a:lnTo>
                  <a:lnTo>
                    <a:pt x="2746"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 name="Google Shape;500;p29"/>
            <p:cNvSpPr/>
            <p:nvPr/>
          </p:nvSpPr>
          <p:spPr>
            <a:xfrm>
              <a:off x="2366075" y="4089650"/>
              <a:ext cx="215125" cy="124725"/>
            </a:xfrm>
            <a:custGeom>
              <a:avLst/>
              <a:gdLst/>
              <a:ahLst/>
              <a:cxnLst/>
              <a:rect l="l" t="t" r="r" b="b"/>
              <a:pathLst>
                <a:path w="8605" h="4989" extrusionOk="0">
                  <a:moveTo>
                    <a:pt x="5842" y="1"/>
                  </a:moveTo>
                  <a:lnTo>
                    <a:pt x="1" y="3399"/>
                  </a:lnTo>
                  <a:lnTo>
                    <a:pt x="2779" y="4989"/>
                  </a:lnTo>
                  <a:lnTo>
                    <a:pt x="8604" y="1608"/>
                  </a:lnTo>
                  <a:lnTo>
                    <a:pt x="5842"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 name="Google Shape;501;p29"/>
            <p:cNvSpPr/>
            <p:nvPr/>
          </p:nvSpPr>
          <p:spPr>
            <a:xfrm>
              <a:off x="4886075" y="4175450"/>
              <a:ext cx="215525" cy="124725"/>
            </a:xfrm>
            <a:custGeom>
              <a:avLst/>
              <a:gdLst/>
              <a:ahLst/>
              <a:cxnLst/>
              <a:rect l="l" t="t" r="r" b="b"/>
              <a:pathLst>
                <a:path w="8621" h="4989" extrusionOk="0">
                  <a:moveTo>
                    <a:pt x="2762" y="0"/>
                  </a:moveTo>
                  <a:lnTo>
                    <a:pt x="0" y="1607"/>
                  </a:lnTo>
                  <a:lnTo>
                    <a:pt x="5875" y="4988"/>
                  </a:lnTo>
                  <a:lnTo>
                    <a:pt x="8621" y="3398"/>
                  </a:lnTo>
                  <a:lnTo>
                    <a:pt x="2762"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 name="Google Shape;502;p29"/>
            <p:cNvSpPr/>
            <p:nvPr/>
          </p:nvSpPr>
          <p:spPr>
            <a:xfrm>
              <a:off x="2515050" y="4175450"/>
              <a:ext cx="215125" cy="124725"/>
            </a:xfrm>
            <a:custGeom>
              <a:avLst/>
              <a:gdLst/>
              <a:ahLst/>
              <a:cxnLst/>
              <a:rect l="l" t="t" r="r" b="b"/>
              <a:pathLst>
                <a:path w="8605" h="4989" extrusionOk="0">
                  <a:moveTo>
                    <a:pt x="5826" y="0"/>
                  </a:moveTo>
                  <a:lnTo>
                    <a:pt x="1" y="3398"/>
                  </a:lnTo>
                  <a:lnTo>
                    <a:pt x="2762" y="4988"/>
                  </a:lnTo>
                  <a:lnTo>
                    <a:pt x="8604" y="1607"/>
                  </a:lnTo>
                  <a:lnTo>
                    <a:pt x="5826"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 name="Google Shape;503;p29"/>
            <p:cNvSpPr/>
            <p:nvPr/>
          </p:nvSpPr>
          <p:spPr>
            <a:xfrm>
              <a:off x="4738350" y="4261650"/>
              <a:ext cx="215525" cy="124725"/>
            </a:xfrm>
            <a:custGeom>
              <a:avLst/>
              <a:gdLst/>
              <a:ahLst/>
              <a:cxnLst/>
              <a:rect l="l" t="t" r="r" b="b"/>
              <a:pathLst>
                <a:path w="8621" h="4989" extrusionOk="0">
                  <a:moveTo>
                    <a:pt x="2746" y="0"/>
                  </a:moveTo>
                  <a:lnTo>
                    <a:pt x="0" y="1590"/>
                  </a:lnTo>
                  <a:lnTo>
                    <a:pt x="5859" y="4988"/>
                  </a:lnTo>
                  <a:lnTo>
                    <a:pt x="8621" y="3381"/>
                  </a:lnTo>
                  <a:lnTo>
                    <a:pt x="2746"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 name="Google Shape;504;p29"/>
            <p:cNvSpPr/>
            <p:nvPr/>
          </p:nvSpPr>
          <p:spPr>
            <a:xfrm>
              <a:off x="4590225" y="4347425"/>
              <a:ext cx="215950" cy="124725"/>
            </a:xfrm>
            <a:custGeom>
              <a:avLst/>
              <a:gdLst/>
              <a:ahLst/>
              <a:cxnLst/>
              <a:rect l="l" t="t" r="r" b="b"/>
              <a:pathLst>
                <a:path w="8638" h="4989" extrusionOk="0">
                  <a:moveTo>
                    <a:pt x="2762" y="1"/>
                  </a:moveTo>
                  <a:lnTo>
                    <a:pt x="0" y="1608"/>
                  </a:lnTo>
                  <a:lnTo>
                    <a:pt x="5875" y="4989"/>
                  </a:lnTo>
                  <a:lnTo>
                    <a:pt x="8637" y="3399"/>
                  </a:lnTo>
                  <a:lnTo>
                    <a:pt x="2762"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 name="Google Shape;505;p29"/>
            <p:cNvSpPr/>
            <p:nvPr/>
          </p:nvSpPr>
          <p:spPr>
            <a:xfrm>
              <a:off x="4442500" y="4433225"/>
              <a:ext cx="215525" cy="125125"/>
            </a:xfrm>
            <a:custGeom>
              <a:avLst/>
              <a:gdLst/>
              <a:ahLst/>
              <a:cxnLst/>
              <a:rect l="l" t="t" r="r" b="b"/>
              <a:pathLst>
                <a:path w="8621" h="5005" extrusionOk="0">
                  <a:moveTo>
                    <a:pt x="2762" y="0"/>
                  </a:moveTo>
                  <a:lnTo>
                    <a:pt x="0" y="1607"/>
                  </a:lnTo>
                  <a:lnTo>
                    <a:pt x="5876" y="5005"/>
                  </a:lnTo>
                  <a:lnTo>
                    <a:pt x="8621" y="3398"/>
                  </a:lnTo>
                  <a:lnTo>
                    <a:pt x="2762"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 name="Google Shape;506;p29"/>
            <p:cNvSpPr/>
            <p:nvPr/>
          </p:nvSpPr>
          <p:spPr>
            <a:xfrm>
              <a:off x="4294775" y="4519425"/>
              <a:ext cx="215525" cy="124725"/>
            </a:xfrm>
            <a:custGeom>
              <a:avLst/>
              <a:gdLst/>
              <a:ahLst/>
              <a:cxnLst/>
              <a:rect l="l" t="t" r="r" b="b"/>
              <a:pathLst>
                <a:path w="8621" h="4989" extrusionOk="0">
                  <a:moveTo>
                    <a:pt x="2746" y="0"/>
                  </a:moveTo>
                  <a:lnTo>
                    <a:pt x="1" y="1590"/>
                  </a:lnTo>
                  <a:lnTo>
                    <a:pt x="5859" y="4988"/>
                  </a:lnTo>
                  <a:lnTo>
                    <a:pt x="8621" y="3381"/>
                  </a:lnTo>
                  <a:lnTo>
                    <a:pt x="2746"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 name="Google Shape;507;p29"/>
            <p:cNvSpPr/>
            <p:nvPr/>
          </p:nvSpPr>
          <p:spPr>
            <a:xfrm>
              <a:off x="3110525" y="4519425"/>
              <a:ext cx="215125" cy="124725"/>
            </a:xfrm>
            <a:custGeom>
              <a:avLst/>
              <a:gdLst/>
              <a:ahLst/>
              <a:cxnLst/>
              <a:rect l="l" t="t" r="r" b="b"/>
              <a:pathLst>
                <a:path w="8605" h="4989" extrusionOk="0">
                  <a:moveTo>
                    <a:pt x="5826" y="0"/>
                  </a:moveTo>
                  <a:lnTo>
                    <a:pt x="1" y="3398"/>
                  </a:lnTo>
                  <a:lnTo>
                    <a:pt x="2762" y="4988"/>
                  </a:lnTo>
                  <a:lnTo>
                    <a:pt x="8604" y="1607"/>
                  </a:lnTo>
                  <a:lnTo>
                    <a:pt x="5826"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 name="Google Shape;508;p29"/>
            <p:cNvSpPr/>
            <p:nvPr/>
          </p:nvSpPr>
          <p:spPr>
            <a:xfrm>
              <a:off x="4146650" y="4605200"/>
              <a:ext cx="215525" cy="124725"/>
            </a:xfrm>
            <a:custGeom>
              <a:avLst/>
              <a:gdLst/>
              <a:ahLst/>
              <a:cxnLst/>
              <a:rect l="l" t="t" r="r" b="b"/>
              <a:pathLst>
                <a:path w="8621" h="4989" extrusionOk="0">
                  <a:moveTo>
                    <a:pt x="2745" y="1"/>
                  </a:moveTo>
                  <a:lnTo>
                    <a:pt x="0" y="1607"/>
                  </a:lnTo>
                  <a:lnTo>
                    <a:pt x="5875" y="4989"/>
                  </a:lnTo>
                  <a:lnTo>
                    <a:pt x="8621" y="3399"/>
                  </a:lnTo>
                  <a:lnTo>
                    <a:pt x="2745"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 name="Google Shape;509;p29"/>
            <p:cNvSpPr/>
            <p:nvPr/>
          </p:nvSpPr>
          <p:spPr>
            <a:xfrm>
              <a:off x="3998925" y="4691400"/>
              <a:ext cx="215525" cy="124725"/>
            </a:xfrm>
            <a:custGeom>
              <a:avLst/>
              <a:gdLst/>
              <a:ahLst/>
              <a:cxnLst/>
              <a:rect l="l" t="t" r="r" b="b"/>
              <a:pathLst>
                <a:path w="8621" h="4989" extrusionOk="0">
                  <a:moveTo>
                    <a:pt x="2746" y="1"/>
                  </a:moveTo>
                  <a:lnTo>
                    <a:pt x="0" y="1591"/>
                  </a:lnTo>
                  <a:lnTo>
                    <a:pt x="5859" y="4989"/>
                  </a:lnTo>
                  <a:lnTo>
                    <a:pt x="8621" y="3382"/>
                  </a:lnTo>
                  <a:lnTo>
                    <a:pt x="2746"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 name="Google Shape;510;p29"/>
            <p:cNvSpPr/>
            <p:nvPr/>
          </p:nvSpPr>
          <p:spPr>
            <a:xfrm>
              <a:off x="3850800" y="4777200"/>
              <a:ext cx="215525" cy="124725"/>
            </a:xfrm>
            <a:custGeom>
              <a:avLst/>
              <a:gdLst/>
              <a:ahLst/>
              <a:cxnLst/>
              <a:rect l="l" t="t" r="r" b="b"/>
              <a:pathLst>
                <a:path w="8621" h="4989" extrusionOk="0">
                  <a:moveTo>
                    <a:pt x="2762" y="0"/>
                  </a:moveTo>
                  <a:lnTo>
                    <a:pt x="0" y="1607"/>
                  </a:lnTo>
                  <a:lnTo>
                    <a:pt x="5875" y="4988"/>
                  </a:lnTo>
                  <a:lnTo>
                    <a:pt x="8620" y="3398"/>
                  </a:lnTo>
                  <a:lnTo>
                    <a:pt x="2762"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 name="Google Shape;511;p29"/>
            <p:cNvSpPr/>
            <p:nvPr/>
          </p:nvSpPr>
          <p:spPr>
            <a:xfrm>
              <a:off x="4286825" y="3145600"/>
              <a:ext cx="215125" cy="125150"/>
            </a:xfrm>
            <a:custGeom>
              <a:avLst/>
              <a:gdLst/>
              <a:ahLst/>
              <a:cxnLst/>
              <a:rect l="l" t="t" r="r" b="b"/>
              <a:pathLst>
                <a:path w="8605" h="5006" extrusionOk="0">
                  <a:moveTo>
                    <a:pt x="5842" y="1"/>
                  </a:moveTo>
                  <a:lnTo>
                    <a:pt x="1" y="3398"/>
                  </a:lnTo>
                  <a:lnTo>
                    <a:pt x="2779" y="5005"/>
                  </a:lnTo>
                  <a:lnTo>
                    <a:pt x="8604" y="1607"/>
                  </a:lnTo>
                  <a:lnTo>
                    <a:pt x="5842"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 name="Google Shape;512;p29"/>
            <p:cNvSpPr/>
            <p:nvPr/>
          </p:nvSpPr>
          <p:spPr>
            <a:xfrm>
              <a:off x="4435800" y="3231800"/>
              <a:ext cx="215125" cy="124725"/>
            </a:xfrm>
            <a:custGeom>
              <a:avLst/>
              <a:gdLst/>
              <a:ahLst/>
              <a:cxnLst/>
              <a:rect l="l" t="t" r="r" b="b"/>
              <a:pathLst>
                <a:path w="8605" h="4989" extrusionOk="0">
                  <a:moveTo>
                    <a:pt x="5842" y="1"/>
                  </a:moveTo>
                  <a:lnTo>
                    <a:pt x="1" y="3382"/>
                  </a:lnTo>
                  <a:lnTo>
                    <a:pt x="2779" y="4989"/>
                  </a:lnTo>
                  <a:lnTo>
                    <a:pt x="8604" y="1591"/>
                  </a:lnTo>
                  <a:lnTo>
                    <a:pt x="5842"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 name="Google Shape;513;p29"/>
            <p:cNvSpPr/>
            <p:nvPr/>
          </p:nvSpPr>
          <p:spPr>
            <a:xfrm>
              <a:off x="2068550" y="3917675"/>
              <a:ext cx="215125" cy="124725"/>
            </a:xfrm>
            <a:custGeom>
              <a:avLst/>
              <a:gdLst/>
              <a:ahLst/>
              <a:cxnLst/>
              <a:rect l="l" t="t" r="r" b="b"/>
              <a:pathLst>
                <a:path w="8605" h="4989" extrusionOk="0">
                  <a:moveTo>
                    <a:pt x="5826" y="0"/>
                  </a:moveTo>
                  <a:lnTo>
                    <a:pt x="0" y="3398"/>
                  </a:lnTo>
                  <a:lnTo>
                    <a:pt x="2762" y="4988"/>
                  </a:lnTo>
                  <a:lnTo>
                    <a:pt x="8604" y="1607"/>
                  </a:lnTo>
                  <a:lnTo>
                    <a:pt x="5826"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 name="Google Shape;514;p29"/>
            <p:cNvSpPr/>
            <p:nvPr/>
          </p:nvSpPr>
          <p:spPr>
            <a:xfrm>
              <a:off x="2812575" y="4347425"/>
              <a:ext cx="215125" cy="124725"/>
            </a:xfrm>
            <a:custGeom>
              <a:avLst/>
              <a:gdLst/>
              <a:ahLst/>
              <a:cxnLst/>
              <a:rect l="l" t="t" r="r" b="b"/>
              <a:pathLst>
                <a:path w="8605" h="4989" extrusionOk="0">
                  <a:moveTo>
                    <a:pt x="5842" y="1"/>
                  </a:moveTo>
                  <a:lnTo>
                    <a:pt x="1" y="3399"/>
                  </a:lnTo>
                  <a:lnTo>
                    <a:pt x="2779" y="4989"/>
                  </a:lnTo>
                  <a:lnTo>
                    <a:pt x="8604" y="1608"/>
                  </a:lnTo>
                  <a:lnTo>
                    <a:pt x="5842"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 name="Google Shape;515;p29"/>
            <p:cNvSpPr/>
            <p:nvPr/>
          </p:nvSpPr>
          <p:spPr>
            <a:xfrm>
              <a:off x="2663600" y="4261650"/>
              <a:ext cx="215550" cy="124725"/>
            </a:xfrm>
            <a:custGeom>
              <a:avLst/>
              <a:gdLst/>
              <a:ahLst/>
              <a:cxnLst/>
              <a:rect l="l" t="t" r="r" b="b"/>
              <a:pathLst>
                <a:path w="8622" h="4989" extrusionOk="0">
                  <a:moveTo>
                    <a:pt x="5842" y="0"/>
                  </a:moveTo>
                  <a:lnTo>
                    <a:pt x="1" y="3381"/>
                  </a:lnTo>
                  <a:lnTo>
                    <a:pt x="2779" y="4988"/>
                  </a:lnTo>
                  <a:lnTo>
                    <a:pt x="8621" y="1590"/>
                  </a:lnTo>
                  <a:lnTo>
                    <a:pt x="5842"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 name="Google Shape;516;p29"/>
            <p:cNvSpPr/>
            <p:nvPr/>
          </p:nvSpPr>
          <p:spPr>
            <a:xfrm>
              <a:off x="2961550" y="4433625"/>
              <a:ext cx="215125" cy="124725"/>
            </a:xfrm>
            <a:custGeom>
              <a:avLst/>
              <a:gdLst/>
              <a:ahLst/>
              <a:cxnLst/>
              <a:rect l="l" t="t" r="r" b="b"/>
              <a:pathLst>
                <a:path w="8605" h="4989" extrusionOk="0">
                  <a:moveTo>
                    <a:pt x="5842" y="1"/>
                  </a:moveTo>
                  <a:lnTo>
                    <a:pt x="1" y="3382"/>
                  </a:lnTo>
                  <a:lnTo>
                    <a:pt x="2779" y="4989"/>
                  </a:lnTo>
                  <a:lnTo>
                    <a:pt x="8604" y="1591"/>
                  </a:lnTo>
                  <a:lnTo>
                    <a:pt x="5842"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 name="Google Shape;517;p29"/>
            <p:cNvSpPr/>
            <p:nvPr/>
          </p:nvSpPr>
          <p:spPr>
            <a:xfrm>
              <a:off x="3557025" y="4777200"/>
              <a:ext cx="215125" cy="124725"/>
            </a:xfrm>
            <a:custGeom>
              <a:avLst/>
              <a:gdLst/>
              <a:ahLst/>
              <a:cxnLst/>
              <a:rect l="l" t="t" r="r" b="b"/>
              <a:pathLst>
                <a:path w="8605" h="4989" extrusionOk="0">
                  <a:moveTo>
                    <a:pt x="5826" y="0"/>
                  </a:moveTo>
                  <a:lnTo>
                    <a:pt x="1" y="3398"/>
                  </a:lnTo>
                  <a:lnTo>
                    <a:pt x="2779" y="4988"/>
                  </a:lnTo>
                  <a:lnTo>
                    <a:pt x="8604" y="1607"/>
                  </a:lnTo>
                  <a:lnTo>
                    <a:pt x="5826"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 name="Google Shape;518;p29"/>
            <p:cNvSpPr/>
            <p:nvPr/>
          </p:nvSpPr>
          <p:spPr>
            <a:xfrm>
              <a:off x="3408050" y="4691400"/>
              <a:ext cx="215125" cy="124725"/>
            </a:xfrm>
            <a:custGeom>
              <a:avLst/>
              <a:gdLst/>
              <a:ahLst/>
              <a:cxnLst/>
              <a:rect l="l" t="t" r="r" b="b"/>
              <a:pathLst>
                <a:path w="8605" h="4989" extrusionOk="0">
                  <a:moveTo>
                    <a:pt x="5842" y="1"/>
                  </a:moveTo>
                  <a:lnTo>
                    <a:pt x="1" y="3382"/>
                  </a:lnTo>
                  <a:lnTo>
                    <a:pt x="2779" y="4989"/>
                  </a:lnTo>
                  <a:lnTo>
                    <a:pt x="8604" y="1591"/>
                  </a:lnTo>
                  <a:lnTo>
                    <a:pt x="5842"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 name="Google Shape;519;p29"/>
            <p:cNvSpPr/>
            <p:nvPr/>
          </p:nvSpPr>
          <p:spPr>
            <a:xfrm>
              <a:off x="3259500" y="4605200"/>
              <a:ext cx="215125" cy="124725"/>
            </a:xfrm>
            <a:custGeom>
              <a:avLst/>
              <a:gdLst/>
              <a:ahLst/>
              <a:cxnLst/>
              <a:rect l="l" t="t" r="r" b="b"/>
              <a:pathLst>
                <a:path w="8605" h="4989" extrusionOk="0">
                  <a:moveTo>
                    <a:pt x="5825" y="1"/>
                  </a:moveTo>
                  <a:lnTo>
                    <a:pt x="0" y="3399"/>
                  </a:lnTo>
                  <a:lnTo>
                    <a:pt x="2762" y="4989"/>
                  </a:lnTo>
                  <a:lnTo>
                    <a:pt x="8604" y="1607"/>
                  </a:lnTo>
                  <a:lnTo>
                    <a:pt x="5825"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 name="Google Shape;520;p29"/>
            <p:cNvSpPr/>
            <p:nvPr/>
          </p:nvSpPr>
          <p:spPr>
            <a:xfrm>
              <a:off x="2215000" y="3661575"/>
              <a:ext cx="215550" cy="124725"/>
            </a:xfrm>
            <a:custGeom>
              <a:avLst/>
              <a:gdLst/>
              <a:ahLst/>
              <a:cxnLst/>
              <a:rect l="l" t="t" r="r" b="b"/>
              <a:pathLst>
                <a:path w="8622" h="4989" extrusionOk="0">
                  <a:moveTo>
                    <a:pt x="2763" y="0"/>
                  </a:moveTo>
                  <a:lnTo>
                    <a:pt x="1" y="1590"/>
                  </a:lnTo>
                  <a:lnTo>
                    <a:pt x="5876" y="4988"/>
                  </a:lnTo>
                  <a:lnTo>
                    <a:pt x="8621" y="3381"/>
                  </a:lnTo>
                  <a:lnTo>
                    <a:pt x="2763"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 name="Google Shape;521;p29"/>
            <p:cNvSpPr/>
            <p:nvPr/>
          </p:nvSpPr>
          <p:spPr>
            <a:xfrm>
              <a:off x="2067300" y="3747350"/>
              <a:ext cx="215525" cy="124725"/>
            </a:xfrm>
            <a:custGeom>
              <a:avLst/>
              <a:gdLst/>
              <a:ahLst/>
              <a:cxnLst/>
              <a:rect l="l" t="t" r="r" b="b"/>
              <a:pathLst>
                <a:path w="8621" h="4989" extrusionOk="0">
                  <a:moveTo>
                    <a:pt x="2745" y="1"/>
                  </a:moveTo>
                  <a:lnTo>
                    <a:pt x="0" y="1607"/>
                  </a:lnTo>
                  <a:lnTo>
                    <a:pt x="5876" y="4989"/>
                  </a:lnTo>
                  <a:lnTo>
                    <a:pt x="8621" y="3398"/>
                  </a:lnTo>
                  <a:lnTo>
                    <a:pt x="2745"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 name="Google Shape;522;p29"/>
            <p:cNvSpPr/>
            <p:nvPr/>
          </p:nvSpPr>
          <p:spPr>
            <a:xfrm>
              <a:off x="2431775" y="3070375"/>
              <a:ext cx="2749325" cy="1578325"/>
            </a:xfrm>
            <a:custGeom>
              <a:avLst/>
              <a:gdLst/>
              <a:ahLst/>
              <a:cxnLst/>
              <a:rect l="l" t="t" r="r" b="b"/>
              <a:pathLst>
                <a:path w="109973" h="63133" extrusionOk="0">
                  <a:moveTo>
                    <a:pt x="54803" y="1"/>
                  </a:moveTo>
                  <a:cubicBezTo>
                    <a:pt x="53505" y="1"/>
                    <a:pt x="52208" y="289"/>
                    <a:pt x="51221" y="867"/>
                  </a:cubicBezTo>
                  <a:lnTo>
                    <a:pt x="1976" y="29490"/>
                  </a:lnTo>
                  <a:cubicBezTo>
                    <a:pt x="1" y="30645"/>
                    <a:pt x="1" y="32503"/>
                    <a:pt x="1992" y="33641"/>
                  </a:cubicBezTo>
                  <a:lnTo>
                    <a:pt x="51572" y="62281"/>
                  </a:lnTo>
                  <a:cubicBezTo>
                    <a:pt x="52564" y="62848"/>
                    <a:pt x="53860" y="63132"/>
                    <a:pt x="55152" y="63132"/>
                  </a:cubicBezTo>
                  <a:cubicBezTo>
                    <a:pt x="56454" y="63132"/>
                    <a:pt x="57753" y="62844"/>
                    <a:pt x="58736" y="62264"/>
                  </a:cubicBezTo>
                  <a:lnTo>
                    <a:pt x="107998" y="33641"/>
                  </a:lnTo>
                  <a:cubicBezTo>
                    <a:pt x="109973" y="32503"/>
                    <a:pt x="109956" y="30645"/>
                    <a:pt x="107981" y="29490"/>
                  </a:cubicBezTo>
                  <a:lnTo>
                    <a:pt x="58385" y="867"/>
                  </a:lnTo>
                  <a:cubicBezTo>
                    <a:pt x="57397" y="289"/>
                    <a:pt x="56100" y="1"/>
                    <a:pt x="5480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 name="Google Shape;523;p29"/>
            <p:cNvSpPr/>
            <p:nvPr/>
          </p:nvSpPr>
          <p:spPr>
            <a:xfrm>
              <a:off x="2527175" y="3125100"/>
              <a:ext cx="2558525" cy="1468825"/>
            </a:xfrm>
            <a:custGeom>
              <a:avLst/>
              <a:gdLst/>
              <a:ahLst/>
              <a:cxnLst/>
              <a:rect l="l" t="t" r="r" b="b"/>
              <a:pathLst>
                <a:path w="102341" h="58753" extrusionOk="0">
                  <a:moveTo>
                    <a:pt x="51003" y="0"/>
                  </a:moveTo>
                  <a:cubicBezTo>
                    <a:pt x="49798" y="0"/>
                    <a:pt x="48593" y="268"/>
                    <a:pt x="47672" y="804"/>
                  </a:cubicBezTo>
                  <a:lnTo>
                    <a:pt x="1825" y="27452"/>
                  </a:lnTo>
                  <a:cubicBezTo>
                    <a:pt x="1" y="28523"/>
                    <a:pt x="1" y="30247"/>
                    <a:pt x="1842" y="31318"/>
                  </a:cubicBezTo>
                  <a:lnTo>
                    <a:pt x="47990" y="57949"/>
                  </a:lnTo>
                  <a:cubicBezTo>
                    <a:pt x="48919" y="58485"/>
                    <a:pt x="50129" y="58753"/>
                    <a:pt x="51336" y="58753"/>
                  </a:cubicBezTo>
                  <a:cubicBezTo>
                    <a:pt x="52543" y="58753"/>
                    <a:pt x="53748" y="58485"/>
                    <a:pt x="54669" y="57949"/>
                  </a:cubicBezTo>
                  <a:lnTo>
                    <a:pt x="100499" y="31318"/>
                  </a:lnTo>
                  <a:cubicBezTo>
                    <a:pt x="102341" y="30247"/>
                    <a:pt x="102324" y="28523"/>
                    <a:pt x="100483" y="27452"/>
                  </a:cubicBezTo>
                  <a:lnTo>
                    <a:pt x="54334" y="804"/>
                  </a:lnTo>
                  <a:cubicBezTo>
                    <a:pt x="53414" y="268"/>
                    <a:pt x="52209" y="0"/>
                    <a:pt x="51003" y="0"/>
                  </a:cubicBezTo>
                  <a:close/>
                </a:path>
              </a:pathLst>
            </a:custGeom>
            <a:solidFill>
              <a:srgbClr val="B32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 name="Google Shape;524;p29"/>
            <p:cNvSpPr/>
            <p:nvPr/>
          </p:nvSpPr>
          <p:spPr>
            <a:xfrm>
              <a:off x="2443900" y="3859075"/>
              <a:ext cx="2724650" cy="860400"/>
            </a:xfrm>
            <a:custGeom>
              <a:avLst/>
              <a:gdLst/>
              <a:ahLst/>
              <a:cxnLst/>
              <a:rect l="l" t="t" r="r" b="b"/>
              <a:pathLst>
                <a:path w="108986" h="34416" extrusionOk="0">
                  <a:moveTo>
                    <a:pt x="1" y="1"/>
                  </a:moveTo>
                  <a:lnTo>
                    <a:pt x="1" y="2830"/>
                  </a:lnTo>
                  <a:cubicBezTo>
                    <a:pt x="1" y="3600"/>
                    <a:pt x="503" y="4353"/>
                    <a:pt x="1491" y="4922"/>
                  </a:cubicBezTo>
                  <a:lnTo>
                    <a:pt x="51087" y="33545"/>
                  </a:lnTo>
                  <a:cubicBezTo>
                    <a:pt x="51305" y="33679"/>
                    <a:pt x="51556" y="33796"/>
                    <a:pt x="51807" y="33896"/>
                  </a:cubicBezTo>
                  <a:cubicBezTo>
                    <a:pt x="51824" y="33913"/>
                    <a:pt x="51840" y="33913"/>
                    <a:pt x="51857" y="33913"/>
                  </a:cubicBezTo>
                  <a:cubicBezTo>
                    <a:pt x="51891" y="33930"/>
                    <a:pt x="51941" y="33947"/>
                    <a:pt x="51974" y="33963"/>
                  </a:cubicBezTo>
                  <a:cubicBezTo>
                    <a:pt x="52125" y="34013"/>
                    <a:pt x="52276" y="34064"/>
                    <a:pt x="52426" y="34114"/>
                  </a:cubicBezTo>
                  <a:cubicBezTo>
                    <a:pt x="52510" y="34131"/>
                    <a:pt x="52594" y="34147"/>
                    <a:pt x="52677" y="34164"/>
                  </a:cubicBezTo>
                  <a:cubicBezTo>
                    <a:pt x="52727" y="34181"/>
                    <a:pt x="52778" y="34198"/>
                    <a:pt x="52828" y="34214"/>
                  </a:cubicBezTo>
                  <a:cubicBezTo>
                    <a:pt x="52861" y="34214"/>
                    <a:pt x="52912" y="34231"/>
                    <a:pt x="52945" y="34231"/>
                  </a:cubicBezTo>
                  <a:cubicBezTo>
                    <a:pt x="53112" y="34265"/>
                    <a:pt x="53280" y="34298"/>
                    <a:pt x="53447" y="34332"/>
                  </a:cubicBezTo>
                  <a:cubicBezTo>
                    <a:pt x="53514" y="34332"/>
                    <a:pt x="53581" y="34332"/>
                    <a:pt x="53631" y="34348"/>
                  </a:cubicBezTo>
                  <a:cubicBezTo>
                    <a:pt x="53682" y="34348"/>
                    <a:pt x="53715" y="34365"/>
                    <a:pt x="53765" y="34365"/>
                  </a:cubicBezTo>
                  <a:cubicBezTo>
                    <a:pt x="53832" y="34365"/>
                    <a:pt x="53882" y="34382"/>
                    <a:pt x="53949" y="34382"/>
                  </a:cubicBezTo>
                  <a:cubicBezTo>
                    <a:pt x="54117" y="34398"/>
                    <a:pt x="54267" y="34398"/>
                    <a:pt x="54435" y="34415"/>
                  </a:cubicBezTo>
                  <a:lnTo>
                    <a:pt x="54954" y="34415"/>
                  </a:lnTo>
                  <a:cubicBezTo>
                    <a:pt x="55155" y="34398"/>
                    <a:pt x="55339" y="34398"/>
                    <a:pt x="55523" y="34365"/>
                  </a:cubicBezTo>
                  <a:lnTo>
                    <a:pt x="55590" y="34365"/>
                  </a:lnTo>
                  <a:cubicBezTo>
                    <a:pt x="55640" y="34365"/>
                    <a:pt x="55690" y="34348"/>
                    <a:pt x="55740" y="34348"/>
                  </a:cubicBezTo>
                  <a:cubicBezTo>
                    <a:pt x="55891" y="34332"/>
                    <a:pt x="56025" y="34315"/>
                    <a:pt x="56176" y="34281"/>
                  </a:cubicBezTo>
                  <a:cubicBezTo>
                    <a:pt x="56243" y="34265"/>
                    <a:pt x="56293" y="34248"/>
                    <a:pt x="56360" y="34231"/>
                  </a:cubicBezTo>
                  <a:cubicBezTo>
                    <a:pt x="56527" y="34198"/>
                    <a:pt x="56694" y="34164"/>
                    <a:pt x="56862" y="34114"/>
                  </a:cubicBezTo>
                  <a:cubicBezTo>
                    <a:pt x="56946" y="34080"/>
                    <a:pt x="57046" y="34064"/>
                    <a:pt x="57130" y="34047"/>
                  </a:cubicBezTo>
                  <a:cubicBezTo>
                    <a:pt x="57213" y="34013"/>
                    <a:pt x="57264" y="33997"/>
                    <a:pt x="57347" y="33963"/>
                  </a:cubicBezTo>
                  <a:cubicBezTo>
                    <a:pt x="57414" y="33947"/>
                    <a:pt x="57481" y="33913"/>
                    <a:pt x="57531" y="33896"/>
                  </a:cubicBezTo>
                  <a:cubicBezTo>
                    <a:pt x="57782" y="33796"/>
                    <a:pt x="58034" y="33679"/>
                    <a:pt x="58251" y="33562"/>
                  </a:cubicBezTo>
                  <a:lnTo>
                    <a:pt x="107513" y="4922"/>
                  </a:lnTo>
                  <a:cubicBezTo>
                    <a:pt x="107529" y="4922"/>
                    <a:pt x="107546" y="4905"/>
                    <a:pt x="107563" y="4888"/>
                  </a:cubicBezTo>
                  <a:cubicBezTo>
                    <a:pt x="107663" y="4838"/>
                    <a:pt x="107730" y="4771"/>
                    <a:pt x="107814" y="4704"/>
                  </a:cubicBezTo>
                  <a:cubicBezTo>
                    <a:pt x="107948" y="4621"/>
                    <a:pt x="108065" y="4537"/>
                    <a:pt x="108182" y="4436"/>
                  </a:cubicBezTo>
                  <a:cubicBezTo>
                    <a:pt x="108182" y="4436"/>
                    <a:pt x="108199" y="4420"/>
                    <a:pt x="108216" y="4420"/>
                  </a:cubicBezTo>
                  <a:cubicBezTo>
                    <a:pt x="108333" y="4303"/>
                    <a:pt x="108433" y="4202"/>
                    <a:pt x="108517" y="4085"/>
                  </a:cubicBezTo>
                  <a:cubicBezTo>
                    <a:pt x="108551" y="4051"/>
                    <a:pt x="108567" y="4018"/>
                    <a:pt x="108584" y="4001"/>
                  </a:cubicBezTo>
                  <a:cubicBezTo>
                    <a:pt x="108601" y="3968"/>
                    <a:pt x="108617" y="3951"/>
                    <a:pt x="108634" y="3918"/>
                  </a:cubicBezTo>
                  <a:cubicBezTo>
                    <a:pt x="108668" y="3867"/>
                    <a:pt x="108701" y="3817"/>
                    <a:pt x="108735" y="3784"/>
                  </a:cubicBezTo>
                  <a:cubicBezTo>
                    <a:pt x="108785" y="3683"/>
                    <a:pt x="108835" y="3583"/>
                    <a:pt x="108869" y="3482"/>
                  </a:cubicBezTo>
                  <a:cubicBezTo>
                    <a:pt x="108869" y="3482"/>
                    <a:pt x="108869" y="3466"/>
                    <a:pt x="108869" y="3449"/>
                  </a:cubicBezTo>
                  <a:cubicBezTo>
                    <a:pt x="108885" y="3432"/>
                    <a:pt x="108885" y="3415"/>
                    <a:pt x="108885" y="3399"/>
                  </a:cubicBezTo>
                  <a:cubicBezTo>
                    <a:pt x="108919" y="3332"/>
                    <a:pt x="108936" y="3265"/>
                    <a:pt x="108952" y="3198"/>
                  </a:cubicBezTo>
                  <a:cubicBezTo>
                    <a:pt x="108969" y="3114"/>
                    <a:pt x="108969" y="3014"/>
                    <a:pt x="108986" y="2913"/>
                  </a:cubicBezTo>
                  <a:lnTo>
                    <a:pt x="108986" y="2863"/>
                  </a:lnTo>
                  <a:lnTo>
                    <a:pt x="108986" y="34"/>
                  </a:lnTo>
                  <a:cubicBezTo>
                    <a:pt x="108986" y="218"/>
                    <a:pt x="108952" y="386"/>
                    <a:pt x="108902" y="553"/>
                  </a:cubicBezTo>
                  <a:cubicBezTo>
                    <a:pt x="108902" y="570"/>
                    <a:pt x="108885" y="603"/>
                    <a:pt x="108885" y="620"/>
                  </a:cubicBezTo>
                  <a:cubicBezTo>
                    <a:pt x="108835" y="771"/>
                    <a:pt x="108751" y="938"/>
                    <a:pt x="108651" y="1089"/>
                  </a:cubicBezTo>
                  <a:cubicBezTo>
                    <a:pt x="108617" y="1105"/>
                    <a:pt x="108601" y="1139"/>
                    <a:pt x="108584" y="1172"/>
                  </a:cubicBezTo>
                  <a:cubicBezTo>
                    <a:pt x="108484" y="1323"/>
                    <a:pt x="108350" y="1474"/>
                    <a:pt x="108182" y="1608"/>
                  </a:cubicBezTo>
                  <a:cubicBezTo>
                    <a:pt x="108082" y="1708"/>
                    <a:pt x="107948" y="1792"/>
                    <a:pt x="107831" y="1875"/>
                  </a:cubicBezTo>
                  <a:cubicBezTo>
                    <a:pt x="107730" y="1959"/>
                    <a:pt x="107630" y="2026"/>
                    <a:pt x="107513" y="2093"/>
                  </a:cubicBezTo>
                  <a:lnTo>
                    <a:pt x="58251" y="30716"/>
                  </a:lnTo>
                  <a:cubicBezTo>
                    <a:pt x="58034" y="30850"/>
                    <a:pt x="57799" y="30967"/>
                    <a:pt x="57548" y="31051"/>
                  </a:cubicBezTo>
                  <a:cubicBezTo>
                    <a:pt x="57481" y="31084"/>
                    <a:pt x="57414" y="31101"/>
                    <a:pt x="57347" y="31134"/>
                  </a:cubicBezTo>
                  <a:cubicBezTo>
                    <a:pt x="57197" y="31185"/>
                    <a:pt x="57046" y="31235"/>
                    <a:pt x="56879" y="31285"/>
                  </a:cubicBezTo>
                  <a:cubicBezTo>
                    <a:pt x="56711" y="31319"/>
                    <a:pt x="56544" y="31369"/>
                    <a:pt x="56360" y="31402"/>
                  </a:cubicBezTo>
                  <a:cubicBezTo>
                    <a:pt x="56176" y="31452"/>
                    <a:pt x="55958" y="31486"/>
                    <a:pt x="55757" y="31503"/>
                  </a:cubicBezTo>
                  <a:cubicBezTo>
                    <a:pt x="55707" y="31519"/>
                    <a:pt x="55657" y="31519"/>
                    <a:pt x="55606" y="31536"/>
                  </a:cubicBezTo>
                  <a:cubicBezTo>
                    <a:pt x="55322" y="31553"/>
                    <a:pt x="55037" y="31570"/>
                    <a:pt x="54753" y="31586"/>
                  </a:cubicBezTo>
                  <a:lnTo>
                    <a:pt x="54619" y="31586"/>
                  </a:lnTo>
                  <a:cubicBezTo>
                    <a:pt x="54334" y="31570"/>
                    <a:pt x="54050" y="31570"/>
                    <a:pt x="53765" y="31536"/>
                  </a:cubicBezTo>
                  <a:cubicBezTo>
                    <a:pt x="53732" y="31536"/>
                    <a:pt x="53682" y="31519"/>
                    <a:pt x="53648" y="31519"/>
                  </a:cubicBezTo>
                  <a:cubicBezTo>
                    <a:pt x="53364" y="31486"/>
                    <a:pt x="53096" y="31436"/>
                    <a:pt x="52828" y="31386"/>
                  </a:cubicBezTo>
                  <a:cubicBezTo>
                    <a:pt x="52778" y="31369"/>
                    <a:pt x="52744" y="31352"/>
                    <a:pt x="52694" y="31335"/>
                  </a:cubicBezTo>
                  <a:cubicBezTo>
                    <a:pt x="52443" y="31285"/>
                    <a:pt x="52209" y="31218"/>
                    <a:pt x="51991" y="31134"/>
                  </a:cubicBezTo>
                  <a:cubicBezTo>
                    <a:pt x="51941" y="31118"/>
                    <a:pt x="51907" y="31101"/>
                    <a:pt x="51857" y="31084"/>
                  </a:cubicBezTo>
                  <a:cubicBezTo>
                    <a:pt x="51589" y="30984"/>
                    <a:pt x="51321" y="30867"/>
                    <a:pt x="51087" y="30716"/>
                  </a:cubicBezTo>
                  <a:lnTo>
                    <a:pt x="1507" y="2093"/>
                  </a:lnTo>
                  <a:cubicBezTo>
                    <a:pt x="503" y="1524"/>
                    <a:pt x="1" y="754"/>
                    <a:pt x="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 name="Google Shape;525;p29"/>
            <p:cNvSpPr/>
            <p:nvPr/>
          </p:nvSpPr>
          <p:spPr>
            <a:xfrm>
              <a:off x="4020275" y="3910550"/>
              <a:ext cx="150650" cy="87475"/>
            </a:xfrm>
            <a:custGeom>
              <a:avLst/>
              <a:gdLst/>
              <a:ahLst/>
              <a:cxnLst/>
              <a:rect l="l" t="t" r="r" b="b"/>
              <a:pathLst>
                <a:path w="6026" h="3499" extrusionOk="0">
                  <a:moveTo>
                    <a:pt x="3013" y="1"/>
                  </a:moveTo>
                  <a:lnTo>
                    <a:pt x="0" y="1741"/>
                  </a:lnTo>
                  <a:lnTo>
                    <a:pt x="3030" y="3499"/>
                  </a:lnTo>
                  <a:lnTo>
                    <a:pt x="6026" y="174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 name="Google Shape;526;p29"/>
            <p:cNvSpPr/>
            <p:nvPr/>
          </p:nvSpPr>
          <p:spPr>
            <a:xfrm>
              <a:off x="4095600" y="3954075"/>
              <a:ext cx="75325" cy="132675"/>
            </a:xfrm>
            <a:custGeom>
              <a:avLst/>
              <a:gdLst/>
              <a:ahLst/>
              <a:cxnLst/>
              <a:rect l="l" t="t" r="r" b="b"/>
              <a:pathLst>
                <a:path w="3013" h="5307" extrusionOk="0">
                  <a:moveTo>
                    <a:pt x="17" y="1758"/>
                  </a:moveTo>
                  <a:lnTo>
                    <a:pt x="0" y="5307"/>
                  </a:lnTo>
                  <a:lnTo>
                    <a:pt x="2996" y="3566"/>
                  </a:lnTo>
                  <a:lnTo>
                    <a:pt x="3013"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 name="Google Shape;527;p29"/>
            <p:cNvSpPr/>
            <p:nvPr/>
          </p:nvSpPr>
          <p:spPr>
            <a:xfrm>
              <a:off x="4020275" y="3954075"/>
              <a:ext cx="75750" cy="132675"/>
            </a:xfrm>
            <a:custGeom>
              <a:avLst/>
              <a:gdLst/>
              <a:ahLst/>
              <a:cxnLst/>
              <a:rect l="l" t="t" r="r" b="b"/>
              <a:pathLst>
                <a:path w="3030" h="5307" extrusionOk="0">
                  <a:moveTo>
                    <a:pt x="0" y="0"/>
                  </a:moveTo>
                  <a:lnTo>
                    <a:pt x="0" y="3566"/>
                  </a:lnTo>
                  <a:lnTo>
                    <a:pt x="3013" y="5307"/>
                  </a:lnTo>
                  <a:lnTo>
                    <a:pt x="3030" y="1758"/>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 name="Google Shape;528;p29"/>
            <p:cNvSpPr/>
            <p:nvPr/>
          </p:nvSpPr>
          <p:spPr>
            <a:xfrm>
              <a:off x="3721900" y="1242000"/>
              <a:ext cx="150675" cy="87500"/>
            </a:xfrm>
            <a:custGeom>
              <a:avLst/>
              <a:gdLst/>
              <a:ahLst/>
              <a:cxnLst/>
              <a:rect l="l" t="t" r="r" b="b"/>
              <a:pathLst>
                <a:path w="6027" h="3500" extrusionOk="0">
                  <a:moveTo>
                    <a:pt x="3013" y="1"/>
                  </a:moveTo>
                  <a:lnTo>
                    <a:pt x="1" y="1758"/>
                  </a:lnTo>
                  <a:lnTo>
                    <a:pt x="3030" y="3499"/>
                  </a:lnTo>
                  <a:lnTo>
                    <a:pt x="6026" y="1758"/>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 name="Google Shape;529;p29"/>
            <p:cNvSpPr/>
            <p:nvPr/>
          </p:nvSpPr>
          <p:spPr>
            <a:xfrm>
              <a:off x="3797225" y="1285950"/>
              <a:ext cx="75350" cy="132250"/>
            </a:xfrm>
            <a:custGeom>
              <a:avLst/>
              <a:gdLst/>
              <a:ahLst/>
              <a:cxnLst/>
              <a:rect l="l" t="t" r="r" b="b"/>
              <a:pathLst>
                <a:path w="3014" h="5290" extrusionOk="0">
                  <a:moveTo>
                    <a:pt x="17" y="1741"/>
                  </a:moveTo>
                  <a:lnTo>
                    <a:pt x="0" y="5290"/>
                  </a:lnTo>
                  <a:lnTo>
                    <a:pt x="2997" y="3549"/>
                  </a:lnTo>
                  <a:lnTo>
                    <a:pt x="3013"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 name="Google Shape;530;p29"/>
            <p:cNvSpPr/>
            <p:nvPr/>
          </p:nvSpPr>
          <p:spPr>
            <a:xfrm>
              <a:off x="3721900" y="1285950"/>
              <a:ext cx="75775" cy="132250"/>
            </a:xfrm>
            <a:custGeom>
              <a:avLst/>
              <a:gdLst/>
              <a:ahLst/>
              <a:cxnLst/>
              <a:rect l="l" t="t" r="r" b="b"/>
              <a:pathLst>
                <a:path w="3031" h="5290" extrusionOk="0">
                  <a:moveTo>
                    <a:pt x="1" y="0"/>
                  </a:moveTo>
                  <a:lnTo>
                    <a:pt x="1" y="3549"/>
                  </a:lnTo>
                  <a:lnTo>
                    <a:pt x="3013" y="5290"/>
                  </a:lnTo>
                  <a:lnTo>
                    <a:pt x="3030" y="174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 name="Google Shape;531;p29"/>
            <p:cNvSpPr/>
            <p:nvPr/>
          </p:nvSpPr>
          <p:spPr>
            <a:xfrm>
              <a:off x="3658300" y="4103875"/>
              <a:ext cx="181225" cy="104650"/>
            </a:xfrm>
            <a:custGeom>
              <a:avLst/>
              <a:gdLst/>
              <a:ahLst/>
              <a:cxnLst/>
              <a:rect l="l" t="t" r="r" b="b"/>
              <a:pathLst>
                <a:path w="7249" h="4186" extrusionOk="0">
                  <a:moveTo>
                    <a:pt x="3616" y="1"/>
                  </a:moveTo>
                  <a:lnTo>
                    <a:pt x="0" y="2093"/>
                  </a:lnTo>
                  <a:lnTo>
                    <a:pt x="3649" y="4185"/>
                  </a:lnTo>
                  <a:lnTo>
                    <a:pt x="7248" y="2093"/>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 name="Google Shape;532;p29"/>
            <p:cNvSpPr/>
            <p:nvPr/>
          </p:nvSpPr>
          <p:spPr>
            <a:xfrm>
              <a:off x="3749100" y="4156200"/>
              <a:ext cx="90425" cy="159450"/>
            </a:xfrm>
            <a:custGeom>
              <a:avLst/>
              <a:gdLst/>
              <a:ahLst/>
              <a:cxnLst/>
              <a:rect l="l" t="t" r="r" b="b"/>
              <a:pathLst>
                <a:path w="3617" h="6378" extrusionOk="0">
                  <a:moveTo>
                    <a:pt x="17" y="2092"/>
                  </a:moveTo>
                  <a:lnTo>
                    <a:pt x="1" y="6378"/>
                  </a:lnTo>
                  <a:lnTo>
                    <a:pt x="3616" y="4285"/>
                  </a:lnTo>
                  <a:lnTo>
                    <a:pt x="36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 name="Google Shape;533;p29"/>
            <p:cNvSpPr/>
            <p:nvPr/>
          </p:nvSpPr>
          <p:spPr>
            <a:xfrm>
              <a:off x="3658300" y="4156200"/>
              <a:ext cx="91250" cy="159450"/>
            </a:xfrm>
            <a:custGeom>
              <a:avLst/>
              <a:gdLst/>
              <a:ahLst/>
              <a:cxnLst/>
              <a:rect l="l" t="t" r="r" b="b"/>
              <a:pathLst>
                <a:path w="3650" h="6378" extrusionOk="0">
                  <a:moveTo>
                    <a:pt x="0" y="0"/>
                  </a:moveTo>
                  <a:lnTo>
                    <a:pt x="0" y="4285"/>
                  </a:lnTo>
                  <a:lnTo>
                    <a:pt x="3633" y="6378"/>
                  </a:lnTo>
                  <a:lnTo>
                    <a:pt x="3649" y="2092"/>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 name="Google Shape;534;p29"/>
            <p:cNvSpPr/>
            <p:nvPr/>
          </p:nvSpPr>
          <p:spPr>
            <a:xfrm>
              <a:off x="4228650" y="3433075"/>
              <a:ext cx="181225" cy="104650"/>
            </a:xfrm>
            <a:custGeom>
              <a:avLst/>
              <a:gdLst/>
              <a:ahLst/>
              <a:cxnLst/>
              <a:rect l="l" t="t" r="r" b="b"/>
              <a:pathLst>
                <a:path w="7249" h="4186" extrusionOk="0">
                  <a:moveTo>
                    <a:pt x="3616" y="1"/>
                  </a:moveTo>
                  <a:lnTo>
                    <a:pt x="1" y="2093"/>
                  </a:lnTo>
                  <a:lnTo>
                    <a:pt x="3633" y="4186"/>
                  </a:lnTo>
                  <a:lnTo>
                    <a:pt x="7249" y="2093"/>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 name="Google Shape;535;p29"/>
            <p:cNvSpPr/>
            <p:nvPr/>
          </p:nvSpPr>
          <p:spPr>
            <a:xfrm>
              <a:off x="4319050" y="3485400"/>
              <a:ext cx="90825" cy="159450"/>
            </a:xfrm>
            <a:custGeom>
              <a:avLst/>
              <a:gdLst/>
              <a:ahLst/>
              <a:cxnLst/>
              <a:rect l="l" t="t" r="r" b="b"/>
              <a:pathLst>
                <a:path w="3633" h="6378" extrusionOk="0">
                  <a:moveTo>
                    <a:pt x="17" y="2093"/>
                  </a:moveTo>
                  <a:lnTo>
                    <a:pt x="0" y="6378"/>
                  </a:lnTo>
                  <a:lnTo>
                    <a:pt x="3616" y="4285"/>
                  </a:lnTo>
                  <a:lnTo>
                    <a:pt x="3633"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 name="Google Shape;536;p29"/>
            <p:cNvSpPr/>
            <p:nvPr/>
          </p:nvSpPr>
          <p:spPr>
            <a:xfrm>
              <a:off x="4228250" y="3485400"/>
              <a:ext cx="91250" cy="159450"/>
            </a:xfrm>
            <a:custGeom>
              <a:avLst/>
              <a:gdLst/>
              <a:ahLst/>
              <a:cxnLst/>
              <a:rect l="l" t="t" r="r" b="b"/>
              <a:pathLst>
                <a:path w="3650" h="6378" extrusionOk="0">
                  <a:moveTo>
                    <a:pt x="17" y="0"/>
                  </a:moveTo>
                  <a:lnTo>
                    <a:pt x="0" y="4285"/>
                  </a:lnTo>
                  <a:lnTo>
                    <a:pt x="3632" y="6378"/>
                  </a:lnTo>
                  <a:lnTo>
                    <a:pt x="3649" y="209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 name="Google Shape;537;p29"/>
            <p:cNvSpPr/>
            <p:nvPr/>
          </p:nvSpPr>
          <p:spPr>
            <a:xfrm>
              <a:off x="4319475" y="2688225"/>
              <a:ext cx="181200" cy="105050"/>
            </a:xfrm>
            <a:custGeom>
              <a:avLst/>
              <a:gdLst/>
              <a:ahLst/>
              <a:cxnLst/>
              <a:rect l="l" t="t" r="r" b="b"/>
              <a:pathLst>
                <a:path w="7248" h="4202" extrusionOk="0">
                  <a:moveTo>
                    <a:pt x="3599" y="0"/>
                  </a:moveTo>
                  <a:lnTo>
                    <a:pt x="0" y="2093"/>
                  </a:lnTo>
                  <a:lnTo>
                    <a:pt x="3632" y="4202"/>
                  </a:lnTo>
                  <a:lnTo>
                    <a:pt x="7248" y="2093"/>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 name="Google Shape;538;p29"/>
            <p:cNvSpPr/>
            <p:nvPr/>
          </p:nvSpPr>
          <p:spPr>
            <a:xfrm>
              <a:off x="4409850" y="2740525"/>
              <a:ext cx="90825" cy="159875"/>
            </a:xfrm>
            <a:custGeom>
              <a:avLst/>
              <a:gdLst/>
              <a:ahLst/>
              <a:cxnLst/>
              <a:rect l="l" t="t" r="r" b="b"/>
              <a:pathLst>
                <a:path w="3633" h="6395" extrusionOk="0">
                  <a:moveTo>
                    <a:pt x="17" y="2110"/>
                  </a:moveTo>
                  <a:lnTo>
                    <a:pt x="1" y="6395"/>
                  </a:lnTo>
                  <a:lnTo>
                    <a:pt x="3616" y="4286"/>
                  </a:lnTo>
                  <a:lnTo>
                    <a:pt x="3633"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 name="Google Shape;539;p29"/>
            <p:cNvSpPr/>
            <p:nvPr/>
          </p:nvSpPr>
          <p:spPr>
            <a:xfrm>
              <a:off x="4319050" y="2740525"/>
              <a:ext cx="91250" cy="159875"/>
            </a:xfrm>
            <a:custGeom>
              <a:avLst/>
              <a:gdLst/>
              <a:ahLst/>
              <a:cxnLst/>
              <a:rect l="l" t="t" r="r" b="b"/>
              <a:pathLst>
                <a:path w="3650" h="6395" extrusionOk="0">
                  <a:moveTo>
                    <a:pt x="17" y="1"/>
                  </a:moveTo>
                  <a:lnTo>
                    <a:pt x="0" y="4286"/>
                  </a:lnTo>
                  <a:lnTo>
                    <a:pt x="3633" y="6395"/>
                  </a:lnTo>
                  <a:lnTo>
                    <a:pt x="3649" y="211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 name="Google Shape;540;p29"/>
            <p:cNvSpPr/>
            <p:nvPr/>
          </p:nvSpPr>
          <p:spPr>
            <a:xfrm>
              <a:off x="3705575" y="1585975"/>
              <a:ext cx="181225" cy="105075"/>
            </a:xfrm>
            <a:custGeom>
              <a:avLst/>
              <a:gdLst/>
              <a:ahLst/>
              <a:cxnLst/>
              <a:rect l="l" t="t" r="r" b="b"/>
              <a:pathLst>
                <a:path w="7249" h="4203" extrusionOk="0">
                  <a:moveTo>
                    <a:pt x="3616" y="1"/>
                  </a:moveTo>
                  <a:lnTo>
                    <a:pt x="1" y="2110"/>
                  </a:lnTo>
                  <a:lnTo>
                    <a:pt x="3633" y="4202"/>
                  </a:lnTo>
                  <a:lnTo>
                    <a:pt x="7249" y="211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 name="Google Shape;541;p29"/>
            <p:cNvSpPr/>
            <p:nvPr/>
          </p:nvSpPr>
          <p:spPr>
            <a:xfrm>
              <a:off x="3795975" y="1638700"/>
              <a:ext cx="90825" cy="159475"/>
            </a:xfrm>
            <a:custGeom>
              <a:avLst/>
              <a:gdLst/>
              <a:ahLst/>
              <a:cxnLst/>
              <a:rect l="l" t="t" r="r" b="b"/>
              <a:pathLst>
                <a:path w="3633" h="6379" extrusionOk="0">
                  <a:moveTo>
                    <a:pt x="17" y="2093"/>
                  </a:moveTo>
                  <a:lnTo>
                    <a:pt x="0" y="6378"/>
                  </a:lnTo>
                  <a:lnTo>
                    <a:pt x="3616" y="4286"/>
                  </a:lnTo>
                  <a:lnTo>
                    <a:pt x="3633"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 name="Google Shape;542;p29"/>
            <p:cNvSpPr/>
            <p:nvPr/>
          </p:nvSpPr>
          <p:spPr>
            <a:xfrm>
              <a:off x="3705150" y="1638700"/>
              <a:ext cx="91250" cy="159475"/>
            </a:xfrm>
            <a:custGeom>
              <a:avLst/>
              <a:gdLst/>
              <a:ahLst/>
              <a:cxnLst/>
              <a:rect l="l" t="t" r="r" b="b"/>
              <a:pathLst>
                <a:path w="3650" h="6379" extrusionOk="0">
                  <a:moveTo>
                    <a:pt x="18" y="1"/>
                  </a:moveTo>
                  <a:lnTo>
                    <a:pt x="1" y="4286"/>
                  </a:lnTo>
                  <a:lnTo>
                    <a:pt x="3633" y="6378"/>
                  </a:lnTo>
                  <a:lnTo>
                    <a:pt x="3650" y="209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 name="Google Shape;543;p29"/>
            <p:cNvSpPr/>
            <p:nvPr/>
          </p:nvSpPr>
          <p:spPr>
            <a:xfrm>
              <a:off x="3386300" y="2027050"/>
              <a:ext cx="181200" cy="105050"/>
            </a:xfrm>
            <a:custGeom>
              <a:avLst/>
              <a:gdLst/>
              <a:ahLst/>
              <a:cxnLst/>
              <a:rect l="l" t="t" r="r" b="b"/>
              <a:pathLst>
                <a:path w="7248" h="4202" extrusionOk="0">
                  <a:moveTo>
                    <a:pt x="3616" y="0"/>
                  </a:moveTo>
                  <a:lnTo>
                    <a:pt x="0" y="2109"/>
                  </a:lnTo>
                  <a:lnTo>
                    <a:pt x="3632" y="4202"/>
                  </a:lnTo>
                  <a:lnTo>
                    <a:pt x="7248" y="2109"/>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 name="Google Shape;544;p29"/>
            <p:cNvSpPr/>
            <p:nvPr/>
          </p:nvSpPr>
          <p:spPr>
            <a:xfrm>
              <a:off x="3477100" y="2079775"/>
              <a:ext cx="90400" cy="159450"/>
            </a:xfrm>
            <a:custGeom>
              <a:avLst/>
              <a:gdLst/>
              <a:ahLst/>
              <a:cxnLst/>
              <a:rect l="l" t="t" r="r" b="b"/>
              <a:pathLst>
                <a:path w="3616" h="6378" extrusionOk="0">
                  <a:moveTo>
                    <a:pt x="0" y="2093"/>
                  </a:moveTo>
                  <a:lnTo>
                    <a:pt x="0" y="6378"/>
                  </a:lnTo>
                  <a:lnTo>
                    <a:pt x="3599" y="4285"/>
                  </a:lnTo>
                  <a:lnTo>
                    <a:pt x="36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 name="Google Shape;545;p29"/>
            <p:cNvSpPr/>
            <p:nvPr/>
          </p:nvSpPr>
          <p:spPr>
            <a:xfrm>
              <a:off x="3385875" y="2079775"/>
              <a:ext cx="91250" cy="159450"/>
            </a:xfrm>
            <a:custGeom>
              <a:avLst/>
              <a:gdLst/>
              <a:ahLst/>
              <a:cxnLst/>
              <a:rect l="l" t="t" r="r" b="b"/>
              <a:pathLst>
                <a:path w="3650" h="6378" extrusionOk="0">
                  <a:moveTo>
                    <a:pt x="17" y="0"/>
                  </a:moveTo>
                  <a:lnTo>
                    <a:pt x="0" y="4285"/>
                  </a:lnTo>
                  <a:lnTo>
                    <a:pt x="3649" y="6378"/>
                  </a:lnTo>
                  <a:lnTo>
                    <a:pt x="3649" y="209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 name="Google Shape;546;p29"/>
            <p:cNvSpPr/>
            <p:nvPr/>
          </p:nvSpPr>
          <p:spPr>
            <a:xfrm>
              <a:off x="3613100" y="3433925"/>
              <a:ext cx="362825" cy="210100"/>
            </a:xfrm>
            <a:custGeom>
              <a:avLst/>
              <a:gdLst/>
              <a:ahLst/>
              <a:cxnLst/>
              <a:rect l="l" t="t" r="r" b="b"/>
              <a:pathLst>
                <a:path w="14513" h="8404" extrusionOk="0">
                  <a:moveTo>
                    <a:pt x="7232" y="0"/>
                  </a:moveTo>
                  <a:lnTo>
                    <a:pt x="1" y="4202"/>
                  </a:lnTo>
                  <a:lnTo>
                    <a:pt x="7282" y="8403"/>
                  </a:lnTo>
                  <a:lnTo>
                    <a:pt x="14513" y="4202"/>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 name="Google Shape;547;p29"/>
            <p:cNvSpPr/>
            <p:nvPr/>
          </p:nvSpPr>
          <p:spPr>
            <a:xfrm>
              <a:off x="3794725" y="3538950"/>
              <a:ext cx="181200" cy="319325"/>
            </a:xfrm>
            <a:custGeom>
              <a:avLst/>
              <a:gdLst/>
              <a:ahLst/>
              <a:cxnLst/>
              <a:rect l="l" t="t" r="r" b="b"/>
              <a:pathLst>
                <a:path w="7248" h="12773" extrusionOk="0">
                  <a:moveTo>
                    <a:pt x="17" y="4202"/>
                  </a:moveTo>
                  <a:lnTo>
                    <a:pt x="0" y="12772"/>
                  </a:lnTo>
                  <a:lnTo>
                    <a:pt x="7231" y="8571"/>
                  </a:lnTo>
                  <a:lnTo>
                    <a:pt x="724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 name="Google Shape;548;p29"/>
            <p:cNvSpPr/>
            <p:nvPr/>
          </p:nvSpPr>
          <p:spPr>
            <a:xfrm>
              <a:off x="3612675" y="3538950"/>
              <a:ext cx="182475" cy="319325"/>
            </a:xfrm>
            <a:custGeom>
              <a:avLst/>
              <a:gdLst/>
              <a:ahLst/>
              <a:cxnLst/>
              <a:rect l="l" t="t" r="r" b="b"/>
              <a:pathLst>
                <a:path w="7299" h="12773" extrusionOk="0">
                  <a:moveTo>
                    <a:pt x="18" y="1"/>
                  </a:moveTo>
                  <a:lnTo>
                    <a:pt x="1" y="8571"/>
                  </a:lnTo>
                  <a:lnTo>
                    <a:pt x="7282" y="12772"/>
                  </a:lnTo>
                  <a:lnTo>
                    <a:pt x="7299" y="4202"/>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 name="Google Shape;549;p29"/>
            <p:cNvSpPr/>
            <p:nvPr/>
          </p:nvSpPr>
          <p:spPr>
            <a:xfrm>
              <a:off x="3341100" y="3063175"/>
              <a:ext cx="362825" cy="210075"/>
            </a:xfrm>
            <a:custGeom>
              <a:avLst/>
              <a:gdLst/>
              <a:ahLst/>
              <a:cxnLst/>
              <a:rect l="l" t="t" r="r" b="b"/>
              <a:pathLst>
                <a:path w="14513" h="8403" extrusionOk="0">
                  <a:moveTo>
                    <a:pt x="7232" y="0"/>
                  </a:moveTo>
                  <a:lnTo>
                    <a:pt x="0" y="4201"/>
                  </a:lnTo>
                  <a:lnTo>
                    <a:pt x="7282" y="8403"/>
                  </a:lnTo>
                  <a:lnTo>
                    <a:pt x="14513" y="420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 name="Google Shape;550;p29"/>
            <p:cNvSpPr/>
            <p:nvPr/>
          </p:nvSpPr>
          <p:spPr>
            <a:xfrm>
              <a:off x="3522700" y="3168200"/>
              <a:ext cx="181225" cy="319725"/>
            </a:xfrm>
            <a:custGeom>
              <a:avLst/>
              <a:gdLst/>
              <a:ahLst/>
              <a:cxnLst/>
              <a:rect l="l" t="t" r="r" b="b"/>
              <a:pathLst>
                <a:path w="7249" h="12789" extrusionOk="0">
                  <a:moveTo>
                    <a:pt x="18" y="4202"/>
                  </a:moveTo>
                  <a:lnTo>
                    <a:pt x="1" y="12789"/>
                  </a:lnTo>
                  <a:lnTo>
                    <a:pt x="7232" y="8587"/>
                  </a:lnTo>
                  <a:lnTo>
                    <a:pt x="7249"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 name="Google Shape;551;p29"/>
            <p:cNvSpPr/>
            <p:nvPr/>
          </p:nvSpPr>
          <p:spPr>
            <a:xfrm>
              <a:off x="3340675" y="3168200"/>
              <a:ext cx="182475" cy="319725"/>
            </a:xfrm>
            <a:custGeom>
              <a:avLst/>
              <a:gdLst/>
              <a:ahLst/>
              <a:cxnLst/>
              <a:rect l="l" t="t" r="r" b="b"/>
              <a:pathLst>
                <a:path w="7299" h="12789" extrusionOk="0">
                  <a:moveTo>
                    <a:pt x="17" y="0"/>
                  </a:moveTo>
                  <a:lnTo>
                    <a:pt x="1" y="8587"/>
                  </a:lnTo>
                  <a:lnTo>
                    <a:pt x="7282" y="12789"/>
                  </a:lnTo>
                  <a:lnTo>
                    <a:pt x="7299" y="4202"/>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 name="Google Shape;552;p29"/>
            <p:cNvSpPr/>
            <p:nvPr/>
          </p:nvSpPr>
          <p:spPr>
            <a:xfrm>
              <a:off x="3894725" y="2958125"/>
              <a:ext cx="362825" cy="210100"/>
            </a:xfrm>
            <a:custGeom>
              <a:avLst/>
              <a:gdLst/>
              <a:ahLst/>
              <a:cxnLst/>
              <a:rect l="l" t="t" r="r" b="b"/>
              <a:pathLst>
                <a:path w="14513" h="8404" extrusionOk="0">
                  <a:moveTo>
                    <a:pt x="7232" y="1"/>
                  </a:moveTo>
                  <a:lnTo>
                    <a:pt x="1" y="4202"/>
                  </a:lnTo>
                  <a:lnTo>
                    <a:pt x="7282" y="8403"/>
                  </a:lnTo>
                  <a:lnTo>
                    <a:pt x="14513" y="4202"/>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 name="Google Shape;553;p29"/>
            <p:cNvSpPr/>
            <p:nvPr/>
          </p:nvSpPr>
          <p:spPr>
            <a:xfrm>
              <a:off x="4075925" y="3063175"/>
              <a:ext cx="181625" cy="319725"/>
            </a:xfrm>
            <a:custGeom>
              <a:avLst/>
              <a:gdLst/>
              <a:ahLst/>
              <a:cxnLst/>
              <a:rect l="l" t="t" r="r" b="b"/>
              <a:pathLst>
                <a:path w="7265" h="12789" extrusionOk="0">
                  <a:moveTo>
                    <a:pt x="34" y="4201"/>
                  </a:moveTo>
                  <a:lnTo>
                    <a:pt x="0" y="12788"/>
                  </a:lnTo>
                  <a:lnTo>
                    <a:pt x="7231" y="8587"/>
                  </a:lnTo>
                  <a:lnTo>
                    <a:pt x="726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 name="Google Shape;554;p29"/>
            <p:cNvSpPr/>
            <p:nvPr/>
          </p:nvSpPr>
          <p:spPr>
            <a:xfrm>
              <a:off x="3893900" y="3063175"/>
              <a:ext cx="182875" cy="319725"/>
            </a:xfrm>
            <a:custGeom>
              <a:avLst/>
              <a:gdLst/>
              <a:ahLst/>
              <a:cxnLst/>
              <a:rect l="l" t="t" r="r" b="b"/>
              <a:pathLst>
                <a:path w="7315" h="12789" extrusionOk="0">
                  <a:moveTo>
                    <a:pt x="34" y="0"/>
                  </a:moveTo>
                  <a:lnTo>
                    <a:pt x="0" y="8587"/>
                  </a:lnTo>
                  <a:lnTo>
                    <a:pt x="7281" y="12788"/>
                  </a:lnTo>
                  <a:lnTo>
                    <a:pt x="7315" y="420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 name="Google Shape;555;p29"/>
            <p:cNvSpPr/>
            <p:nvPr/>
          </p:nvSpPr>
          <p:spPr>
            <a:xfrm>
              <a:off x="3914825" y="1923275"/>
              <a:ext cx="362400" cy="210075"/>
            </a:xfrm>
            <a:custGeom>
              <a:avLst/>
              <a:gdLst/>
              <a:ahLst/>
              <a:cxnLst/>
              <a:rect l="l" t="t" r="r" b="b"/>
              <a:pathLst>
                <a:path w="14496" h="8403" extrusionOk="0">
                  <a:moveTo>
                    <a:pt x="7231" y="0"/>
                  </a:moveTo>
                  <a:lnTo>
                    <a:pt x="0" y="4202"/>
                  </a:lnTo>
                  <a:lnTo>
                    <a:pt x="7265" y="8403"/>
                  </a:lnTo>
                  <a:lnTo>
                    <a:pt x="14496" y="4202"/>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 name="Google Shape;556;p29"/>
            <p:cNvSpPr/>
            <p:nvPr/>
          </p:nvSpPr>
          <p:spPr>
            <a:xfrm>
              <a:off x="4096000" y="2028300"/>
              <a:ext cx="181225" cy="319325"/>
            </a:xfrm>
            <a:custGeom>
              <a:avLst/>
              <a:gdLst/>
              <a:ahLst/>
              <a:cxnLst/>
              <a:rect l="l" t="t" r="r" b="b"/>
              <a:pathLst>
                <a:path w="7249" h="12773" extrusionOk="0">
                  <a:moveTo>
                    <a:pt x="18" y="4202"/>
                  </a:moveTo>
                  <a:lnTo>
                    <a:pt x="1" y="12772"/>
                  </a:lnTo>
                  <a:lnTo>
                    <a:pt x="7232" y="8571"/>
                  </a:lnTo>
                  <a:lnTo>
                    <a:pt x="7249"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 name="Google Shape;557;p29"/>
            <p:cNvSpPr/>
            <p:nvPr/>
          </p:nvSpPr>
          <p:spPr>
            <a:xfrm>
              <a:off x="3913975" y="2028300"/>
              <a:ext cx="182475" cy="319325"/>
            </a:xfrm>
            <a:custGeom>
              <a:avLst/>
              <a:gdLst/>
              <a:ahLst/>
              <a:cxnLst/>
              <a:rect l="l" t="t" r="r" b="b"/>
              <a:pathLst>
                <a:path w="7299" h="12773" extrusionOk="0">
                  <a:moveTo>
                    <a:pt x="34" y="1"/>
                  </a:moveTo>
                  <a:lnTo>
                    <a:pt x="1" y="8571"/>
                  </a:lnTo>
                  <a:lnTo>
                    <a:pt x="7282" y="12772"/>
                  </a:lnTo>
                  <a:lnTo>
                    <a:pt x="7299" y="4202"/>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 name="Google Shape;558;p29"/>
            <p:cNvSpPr/>
            <p:nvPr/>
          </p:nvSpPr>
          <p:spPr>
            <a:xfrm>
              <a:off x="3546575" y="2347600"/>
              <a:ext cx="498825" cy="289175"/>
            </a:xfrm>
            <a:custGeom>
              <a:avLst/>
              <a:gdLst/>
              <a:ahLst/>
              <a:cxnLst/>
              <a:rect l="l" t="t" r="r" b="b"/>
              <a:pathLst>
                <a:path w="19953" h="11567" extrusionOk="0">
                  <a:moveTo>
                    <a:pt x="9943" y="0"/>
                  </a:moveTo>
                  <a:lnTo>
                    <a:pt x="0" y="5775"/>
                  </a:lnTo>
                  <a:lnTo>
                    <a:pt x="10010" y="11566"/>
                  </a:lnTo>
                  <a:lnTo>
                    <a:pt x="19952" y="5775"/>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 name="Google Shape;559;p29"/>
            <p:cNvSpPr/>
            <p:nvPr/>
          </p:nvSpPr>
          <p:spPr>
            <a:xfrm>
              <a:off x="3795975" y="2491950"/>
              <a:ext cx="249425" cy="439850"/>
            </a:xfrm>
            <a:custGeom>
              <a:avLst/>
              <a:gdLst/>
              <a:ahLst/>
              <a:cxnLst/>
              <a:rect l="l" t="t" r="r" b="b"/>
              <a:pathLst>
                <a:path w="9977" h="17594" extrusionOk="0">
                  <a:moveTo>
                    <a:pt x="34" y="5792"/>
                  </a:moveTo>
                  <a:lnTo>
                    <a:pt x="0" y="17593"/>
                  </a:lnTo>
                  <a:lnTo>
                    <a:pt x="9943" y="11802"/>
                  </a:lnTo>
                  <a:lnTo>
                    <a:pt x="997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 name="Google Shape;560;p29"/>
            <p:cNvSpPr/>
            <p:nvPr/>
          </p:nvSpPr>
          <p:spPr>
            <a:xfrm>
              <a:off x="3545725" y="2491950"/>
              <a:ext cx="251100" cy="439850"/>
            </a:xfrm>
            <a:custGeom>
              <a:avLst/>
              <a:gdLst/>
              <a:ahLst/>
              <a:cxnLst/>
              <a:rect l="l" t="t" r="r" b="b"/>
              <a:pathLst>
                <a:path w="10044" h="17594" extrusionOk="0">
                  <a:moveTo>
                    <a:pt x="34" y="1"/>
                  </a:moveTo>
                  <a:lnTo>
                    <a:pt x="1" y="11802"/>
                  </a:lnTo>
                  <a:lnTo>
                    <a:pt x="10010" y="17593"/>
                  </a:lnTo>
                  <a:lnTo>
                    <a:pt x="10044" y="5792"/>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 name="Google Shape;561;p29"/>
            <p:cNvSpPr/>
            <p:nvPr/>
          </p:nvSpPr>
          <p:spPr>
            <a:xfrm>
              <a:off x="3295475" y="3622650"/>
              <a:ext cx="362850" cy="210100"/>
            </a:xfrm>
            <a:custGeom>
              <a:avLst/>
              <a:gdLst/>
              <a:ahLst/>
              <a:cxnLst/>
              <a:rect l="l" t="t" r="r" b="b"/>
              <a:pathLst>
                <a:path w="14514" h="8404" extrusionOk="0">
                  <a:moveTo>
                    <a:pt x="7232" y="0"/>
                  </a:moveTo>
                  <a:lnTo>
                    <a:pt x="1" y="4202"/>
                  </a:lnTo>
                  <a:lnTo>
                    <a:pt x="7282" y="8403"/>
                  </a:lnTo>
                  <a:lnTo>
                    <a:pt x="14513" y="4202"/>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 name="Google Shape;562;p29"/>
            <p:cNvSpPr/>
            <p:nvPr/>
          </p:nvSpPr>
          <p:spPr>
            <a:xfrm>
              <a:off x="3476675" y="3727675"/>
              <a:ext cx="181650" cy="319325"/>
            </a:xfrm>
            <a:custGeom>
              <a:avLst/>
              <a:gdLst/>
              <a:ahLst/>
              <a:cxnLst/>
              <a:rect l="l" t="t" r="r" b="b"/>
              <a:pathLst>
                <a:path w="7266" h="12773" extrusionOk="0">
                  <a:moveTo>
                    <a:pt x="34" y="4202"/>
                  </a:moveTo>
                  <a:lnTo>
                    <a:pt x="1" y="12772"/>
                  </a:lnTo>
                  <a:lnTo>
                    <a:pt x="7232" y="8571"/>
                  </a:lnTo>
                  <a:lnTo>
                    <a:pt x="726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 name="Google Shape;563;p29"/>
            <p:cNvSpPr/>
            <p:nvPr/>
          </p:nvSpPr>
          <p:spPr>
            <a:xfrm>
              <a:off x="3294650" y="3727675"/>
              <a:ext cx="182900" cy="319325"/>
            </a:xfrm>
            <a:custGeom>
              <a:avLst/>
              <a:gdLst/>
              <a:ahLst/>
              <a:cxnLst/>
              <a:rect l="l" t="t" r="r" b="b"/>
              <a:pathLst>
                <a:path w="7316" h="12773" extrusionOk="0">
                  <a:moveTo>
                    <a:pt x="34" y="1"/>
                  </a:moveTo>
                  <a:lnTo>
                    <a:pt x="0" y="8571"/>
                  </a:lnTo>
                  <a:lnTo>
                    <a:pt x="7282" y="12772"/>
                  </a:lnTo>
                  <a:lnTo>
                    <a:pt x="7315" y="4202"/>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 name="Google Shape;564;p29"/>
            <p:cNvSpPr/>
            <p:nvPr/>
          </p:nvSpPr>
          <p:spPr>
            <a:xfrm>
              <a:off x="4076350" y="3661150"/>
              <a:ext cx="40600" cy="191675"/>
            </a:xfrm>
            <a:custGeom>
              <a:avLst/>
              <a:gdLst/>
              <a:ahLst/>
              <a:cxnLst/>
              <a:rect l="l" t="t" r="r" b="b"/>
              <a:pathLst>
                <a:path w="1624" h="7667" extrusionOk="0">
                  <a:moveTo>
                    <a:pt x="804" y="7667"/>
                  </a:moveTo>
                  <a:cubicBezTo>
                    <a:pt x="368" y="7667"/>
                    <a:pt x="0" y="7315"/>
                    <a:pt x="0" y="6863"/>
                  </a:cubicBezTo>
                  <a:lnTo>
                    <a:pt x="0" y="821"/>
                  </a:lnTo>
                  <a:cubicBezTo>
                    <a:pt x="0" y="369"/>
                    <a:pt x="368" y="0"/>
                    <a:pt x="804" y="0"/>
                  </a:cubicBezTo>
                  <a:cubicBezTo>
                    <a:pt x="1255" y="0"/>
                    <a:pt x="1624" y="369"/>
                    <a:pt x="1624" y="821"/>
                  </a:cubicBezTo>
                  <a:lnTo>
                    <a:pt x="1624" y="6863"/>
                  </a:lnTo>
                  <a:cubicBezTo>
                    <a:pt x="1624" y="7315"/>
                    <a:pt x="1255" y="7667"/>
                    <a:pt x="804" y="7667"/>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 name="Google Shape;565;p29"/>
            <p:cNvSpPr/>
            <p:nvPr/>
          </p:nvSpPr>
          <p:spPr>
            <a:xfrm>
              <a:off x="3295475" y="2516650"/>
              <a:ext cx="40200" cy="191675"/>
            </a:xfrm>
            <a:custGeom>
              <a:avLst/>
              <a:gdLst/>
              <a:ahLst/>
              <a:cxnLst/>
              <a:rect l="l" t="t" r="r" b="b"/>
              <a:pathLst>
                <a:path w="1608" h="7667" extrusionOk="0">
                  <a:moveTo>
                    <a:pt x="804" y="7667"/>
                  </a:moveTo>
                  <a:cubicBezTo>
                    <a:pt x="352" y="7667"/>
                    <a:pt x="1" y="7315"/>
                    <a:pt x="1" y="6863"/>
                  </a:cubicBezTo>
                  <a:lnTo>
                    <a:pt x="1" y="821"/>
                  </a:lnTo>
                  <a:cubicBezTo>
                    <a:pt x="1" y="369"/>
                    <a:pt x="352" y="0"/>
                    <a:pt x="804" y="0"/>
                  </a:cubicBezTo>
                  <a:cubicBezTo>
                    <a:pt x="1256" y="0"/>
                    <a:pt x="1608" y="369"/>
                    <a:pt x="1608" y="821"/>
                  </a:cubicBezTo>
                  <a:lnTo>
                    <a:pt x="1608" y="6863"/>
                  </a:lnTo>
                  <a:cubicBezTo>
                    <a:pt x="1608" y="7315"/>
                    <a:pt x="1256" y="7667"/>
                    <a:pt x="804" y="7667"/>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 name="Google Shape;566;p29"/>
            <p:cNvSpPr/>
            <p:nvPr/>
          </p:nvSpPr>
          <p:spPr>
            <a:xfrm>
              <a:off x="4076350" y="1490150"/>
              <a:ext cx="40600" cy="298825"/>
            </a:xfrm>
            <a:custGeom>
              <a:avLst/>
              <a:gdLst/>
              <a:ahLst/>
              <a:cxnLst/>
              <a:rect l="l" t="t" r="r" b="b"/>
              <a:pathLst>
                <a:path w="1624" h="11953" extrusionOk="0">
                  <a:moveTo>
                    <a:pt x="804" y="11952"/>
                  </a:moveTo>
                  <a:cubicBezTo>
                    <a:pt x="368" y="11952"/>
                    <a:pt x="0" y="11584"/>
                    <a:pt x="0" y="11149"/>
                  </a:cubicBezTo>
                  <a:lnTo>
                    <a:pt x="0" y="821"/>
                  </a:lnTo>
                  <a:cubicBezTo>
                    <a:pt x="0" y="369"/>
                    <a:pt x="368" y="1"/>
                    <a:pt x="804" y="1"/>
                  </a:cubicBezTo>
                  <a:cubicBezTo>
                    <a:pt x="1255" y="1"/>
                    <a:pt x="1624" y="369"/>
                    <a:pt x="1624" y="821"/>
                  </a:cubicBezTo>
                  <a:lnTo>
                    <a:pt x="1624" y="11149"/>
                  </a:lnTo>
                  <a:cubicBezTo>
                    <a:pt x="1624" y="11584"/>
                    <a:pt x="1255" y="11952"/>
                    <a:pt x="804" y="11952"/>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 name="Google Shape;567;p29"/>
            <p:cNvSpPr/>
            <p:nvPr/>
          </p:nvSpPr>
          <p:spPr>
            <a:xfrm>
              <a:off x="4113175" y="2675250"/>
              <a:ext cx="40175" cy="191675"/>
            </a:xfrm>
            <a:custGeom>
              <a:avLst/>
              <a:gdLst/>
              <a:ahLst/>
              <a:cxnLst/>
              <a:rect l="l" t="t" r="r" b="b"/>
              <a:pathLst>
                <a:path w="1607" h="7667" extrusionOk="0">
                  <a:moveTo>
                    <a:pt x="804" y="7667"/>
                  </a:moveTo>
                  <a:cubicBezTo>
                    <a:pt x="352" y="7667"/>
                    <a:pt x="0" y="7315"/>
                    <a:pt x="0" y="6863"/>
                  </a:cubicBezTo>
                  <a:lnTo>
                    <a:pt x="0" y="821"/>
                  </a:lnTo>
                  <a:cubicBezTo>
                    <a:pt x="0" y="369"/>
                    <a:pt x="352" y="0"/>
                    <a:pt x="804" y="0"/>
                  </a:cubicBezTo>
                  <a:cubicBezTo>
                    <a:pt x="1255" y="0"/>
                    <a:pt x="1607" y="369"/>
                    <a:pt x="1607" y="821"/>
                  </a:cubicBezTo>
                  <a:lnTo>
                    <a:pt x="1607" y="6863"/>
                  </a:lnTo>
                  <a:cubicBezTo>
                    <a:pt x="1607" y="7315"/>
                    <a:pt x="1255" y="7667"/>
                    <a:pt x="804" y="7667"/>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 name="Google Shape;568;p29"/>
            <p:cNvSpPr/>
            <p:nvPr/>
          </p:nvSpPr>
          <p:spPr>
            <a:xfrm>
              <a:off x="3456600" y="1309800"/>
              <a:ext cx="40600" cy="191675"/>
            </a:xfrm>
            <a:custGeom>
              <a:avLst/>
              <a:gdLst/>
              <a:ahLst/>
              <a:cxnLst/>
              <a:rect l="l" t="t" r="r" b="b"/>
              <a:pathLst>
                <a:path w="1624" h="7667" extrusionOk="0">
                  <a:moveTo>
                    <a:pt x="804" y="7667"/>
                  </a:moveTo>
                  <a:cubicBezTo>
                    <a:pt x="369" y="7667"/>
                    <a:pt x="0" y="7315"/>
                    <a:pt x="0" y="6863"/>
                  </a:cubicBezTo>
                  <a:lnTo>
                    <a:pt x="0" y="821"/>
                  </a:lnTo>
                  <a:cubicBezTo>
                    <a:pt x="0" y="369"/>
                    <a:pt x="369" y="0"/>
                    <a:pt x="804" y="0"/>
                  </a:cubicBezTo>
                  <a:cubicBezTo>
                    <a:pt x="1256" y="0"/>
                    <a:pt x="1624" y="369"/>
                    <a:pt x="1624" y="821"/>
                  </a:cubicBezTo>
                  <a:lnTo>
                    <a:pt x="1624" y="6863"/>
                  </a:lnTo>
                  <a:cubicBezTo>
                    <a:pt x="1624" y="7315"/>
                    <a:pt x="1256" y="7667"/>
                    <a:pt x="804" y="7667"/>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 name="Google Shape;569;p29"/>
            <p:cNvSpPr/>
            <p:nvPr/>
          </p:nvSpPr>
          <p:spPr>
            <a:xfrm>
              <a:off x="3703500" y="1842075"/>
              <a:ext cx="40600" cy="310525"/>
            </a:xfrm>
            <a:custGeom>
              <a:avLst/>
              <a:gdLst/>
              <a:ahLst/>
              <a:cxnLst/>
              <a:rect l="l" t="t" r="r" b="b"/>
              <a:pathLst>
                <a:path w="1624" h="12421" extrusionOk="0">
                  <a:moveTo>
                    <a:pt x="820" y="12421"/>
                  </a:moveTo>
                  <a:cubicBezTo>
                    <a:pt x="368" y="12421"/>
                    <a:pt x="0" y="12053"/>
                    <a:pt x="0" y="11601"/>
                  </a:cubicBezTo>
                  <a:lnTo>
                    <a:pt x="0" y="804"/>
                  </a:lnTo>
                  <a:cubicBezTo>
                    <a:pt x="0" y="369"/>
                    <a:pt x="368" y="1"/>
                    <a:pt x="820" y="1"/>
                  </a:cubicBezTo>
                  <a:cubicBezTo>
                    <a:pt x="1255" y="1"/>
                    <a:pt x="1624" y="369"/>
                    <a:pt x="1624" y="804"/>
                  </a:cubicBezTo>
                  <a:lnTo>
                    <a:pt x="1624" y="11601"/>
                  </a:lnTo>
                  <a:cubicBezTo>
                    <a:pt x="1624" y="12053"/>
                    <a:pt x="1255" y="12421"/>
                    <a:pt x="820" y="1242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 name="Google Shape;570;p29"/>
            <p:cNvSpPr/>
            <p:nvPr/>
          </p:nvSpPr>
          <p:spPr>
            <a:xfrm>
              <a:off x="3286275" y="2820450"/>
              <a:ext cx="69500" cy="69500"/>
            </a:xfrm>
            <a:custGeom>
              <a:avLst/>
              <a:gdLst/>
              <a:ahLst/>
              <a:cxnLst/>
              <a:rect l="l" t="t" r="r" b="b"/>
              <a:pathLst>
                <a:path w="2780" h="2780" extrusionOk="0">
                  <a:moveTo>
                    <a:pt x="2779" y="1390"/>
                  </a:moveTo>
                  <a:cubicBezTo>
                    <a:pt x="2779" y="2160"/>
                    <a:pt x="2160" y="2779"/>
                    <a:pt x="1390" y="2779"/>
                  </a:cubicBezTo>
                  <a:cubicBezTo>
                    <a:pt x="620" y="2779"/>
                    <a:pt x="1" y="2160"/>
                    <a:pt x="1" y="1390"/>
                  </a:cubicBezTo>
                  <a:cubicBezTo>
                    <a:pt x="1" y="620"/>
                    <a:pt x="620" y="1"/>
                    <a:pt x="1390" y="1"/>
                  </a:cubicBezTo>
                  <a:cubicBezTo>
                    <a:pt x="2160" y="1"/>
                    <a:pt x="2779" y="620"/>
                    <a:pt x="2779" y="139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 name="Google Shape;571;p29"/>
            <p:cNvSpPr/>
            <p:nvPr/>
          </p:nvSpPr>
          <p:spPr>
            <a:xfrm>
              <a:off x="4193925" y="2577750"/>
              <a:ext cx="69500" cy="69475"/>
            </a:xfrm>
            <a:custGeom>
              <a:avLst/>
              <a:gdLst/>
              <a:ahLst/>
              <a:cxnLst/>
              <a:rect l="l" t="t" r="r" b="b"/>
              <a:pathLst>
                <a:path w="2780" h="2779" extrusionOk="0">
                  <a:moveTo>
                    <a:pt x="2779" y="1390"/>
                  </a:moveTo>
                  <a:cubicBezTo>
                    <a:pt x="2779" y="2160"/>
                    <a:pt x="2160" y="2779"/>
                    <a:pt x="1390" y="2779"/>
                  </a:cubicBezTo>
                  <a:cubicBezTo>
                    <a:pt x="620" y="2779"/>
                    <a:pt x="1" y="2160"/>
                    <a:pt x="1" y="1390"/>
                  </a:cubicBezTo>
                  <a:cubicBezTo>
                    <a:pt x="1" y="620"/>
                    <a:pt x="620" y="0"/>
                    <a:pt x="1390" y="0"/>
                  </a:cubicBezTo>
                  <a:cubicBezTo>
                    <a:pt x="2160" y="0"/>
                    <a:pt x="2779" y="620"/>
                    <a:pt x="2779" y="139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 name="Google Shape;572;p29"/>
            <p:cNvSpPr/>
            <p:nvPr/>
          </p:nvSpPr>
          <p:spPr>
            <a:xfrm>
              <a:off x="3442775" y="1729511"/>
              <a:ext cx="69500" cy="69475"/>
            </a:xfrm>
            <a:custGeom>
              <a:avLst/>
              <a:gdLst/>
              <a:ahLst/>
              <a:cxnLst/>
              <a:rect l="l" t="t" r="r" b="b"/>
              <a:pathLst>
                <a:path w="2780" h="2779" extrusionOk="0">
                  <a:moveTo>
                    <a:pt x="2780" y="1389"/>
                  </a:moveTo>
                  <a:cubicBezTo>
                    <a:pt x="2780" y="2159"/>
                    <a:pt x="2160" y="2779"/>
                    <a:pt x="1390" y="2779"/>
                  </a:cubicBezTo>
                  <a:cubicBezTo>
                    <a:pt x="620" y="2779"/>
                    <a:pt x="1" y="2159"/>
                    <a:pt x="1" y="1389"/>
                  </a:cubicBezTo>
                  <a:cubicBezTo>
                    <a:pt x="1" y="619"/>
                    <a:pt x="620" y="0"/>
                    <a:pt x="1390" y="0"/>
                  </a:cubicBezTo>
                  <a:cubicBezTo>
                    <a:pt x="2160" y="0"/>
                    <a:pt x="2780" y="619"/>
                    <a:pt x="2780" y="1389"/>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 name="Google Shape;573;p29"/>
            <p:cNvSpPr/>
            <p:nvPr/>
          </p:nvSpPr>
          <p:spPr>
            <a:xfrm>
              <a:off x="4284545" y="1348702"/>
              <a:ext cx="69475" cy="69500"/>
            </a:xfrm>
            <a:custGeom>
              <a:avLst/>
              <a:gdLst/>
              <a:ahLst/>
              <a:cxnLst/>
              <a:rect l="l" t="t" r="r" b="b"/>
              <a:pathLst>
                <a:path w="2779" h="2780" extrusionOk="0">
                  <a:moveTo>
                    <a:pt x="2779" y="1390"/>
                  </a:moveTo>
                  <a:cubicBezTo>
                    <a:pt x="2779" y="2160"/>
                    <a:pt x="2160" y="2779"/>
                    <a:pt x="1390" y="2779"/>
                  </a:cubicBezTo>
                  <a:cubicBezTo>
                    <a:pt x="620" y="2779"/>
                    <a:pt x="0" y="2160"/>
                    <a:pt x="0" y="1390"/>
                  </a:cubicBezTo>
                  <a:cubicBezTo>
                    <a:pt x="0" y="620"/>
                    <a:pt x="620" y="1"/>
                    <a:pt x="1390" y="1"/>
                  </a:cubicBezTo>
                  <a:cubicBezTo>
                    <a:pt x="2160" y="1"/>
                    <a:pt x="2779" y="620"/>
                    <a:pt x="2779" y="139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74" name="Google Shape;574;p29"/>
          <p:cNvSpPr txBox="1">
            <a:spLocks noGrp="1"/>
          </p:cNvSpPr>
          <p:nvPr>
            <p:ph type="title"/>
          </p:nvPr>
        </p:nvSpPr>
        <p:spPr>
          <a:xfrm>
            <a:off x="5173574" y="1318768"/>
            <a:ext cx="2982453" cy="1393038"/>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dirty="0" smtClean="0"/>
              <a:t>Analysis clustering models</a:t>
            </a:r>
            <a:endParaRPr dirty="0"/>
          </a:p>
        </p:txBody>
      </p:sp>
    </p:spTree>
    <p:extLst>
      <p:ext uri="{BB962C8B-B14F-4D97-AF65-F5344CB8AC3E}">
        <p14:creationId xmlns:p14="http://schemas.microsoft.com/office/powerpoint/2010/main" val="84631856"/>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852"/>
        <p:cNvGrpSpPr/>
        <p:nvPr/>
      </p:nvGrpSpPr>
      <p:grpSpPr>
        <a:xfrm>
          <a:off x="0" y="0"/>
          <a:ext cx="0" cy="0"/>
          <a:chOff x="0" y="0"/>
          <a:chExt cx="0" cy="0"/>
        </a:xfrm>
      </p:grpSpPr>
      <p:cxnSp>
        <p:nvCxnSpPr>
          <p:cNvPr id="2433" name="Google Shape;2433;p38"/>
          <p:cNvCxnSpPr/>
          <p:nvPr/>
        </p:nvCxnSpPr>
        <p:spPr>
          <a:xfrm>
            <a:off x="708375" y="771153"/>
            <a:ext cx="0" cy="1994100"/>
          </a:xfrm>
          <a:prstGeom prst="straightConnector1">
            <a:avLst/>
          </a:prstGeom>
          <a:noFill/>
          <a:ln w="28575" cap="flat" cmpd="sng">
            <a:solidFill>
              <a:schemeClr val="accent4"/>
            </a:solidFill>
            <a:prstDash val="solid"/>
            <a:round/>
            <a:headEnd type="none" w="med" len="med"/>
            <a:tailEnd type="none" w="med" len="med"/>
          </a:ln>
        </p:spPr>
      </p:cxnSp>
      <p:cxnSp>
        <p:nvCxnSpPr>
          <p:cNvPr id="2434" name="Google Shape;2434;p38"/>
          <p:cNvCxnSpPr/>
          <p:nvPr/>
        </p:nvCxnSpPr>
        <p:spPr>
          <a:xfrm>
            <a:off x="720700" y="1051150"/>
            <a:ext cx="8423400" cy="0"/>
          </a:xfrm>
          <a:prstGeom prst="straightConnector1">
            <a:avLst/>
          </a:prstGeom>
          <a:noFill/>
          <a:ln w="28575" cap="flat" cmpd="sng">
            <a:solidFill>
              <a:schemeClr val="accent4"/>
            </a:solidFill>
            <a:prstDash val="solid"/>
            <a:round/>
            <a:headEnd type="none" w="med" len="med"/>
            <a:tailEnd type="none" w="med" len="med"/>
          </a:ln>
        </p:spPr>
      </p:cxnSp>
      <p:cxnSp>
        <p:nvCxnSpPr>
          <p:cNvPr id="2435" name="Google Shape;2435;p38"/>
          <p:cNvCxnSpPr/>
          <p:nvPr/>
        </p:nvCxnSpPr>
        <p:spPr>
          <a:xfrm>
            <a:off x="720700" y="784500"/>
            <a:ext cx="8423400" cy="0"/>
          </a:xfrm>
          <a:prstGeom prst="straightConnector1">
            <a:avLst/>
          </a:prstGeom>
          <a:noFill/>
          <a:ln w="28575" cap="flat" cmpd="sng">
            <a:solidFill>
              <a:schemeClr val="accent4"/>
            </a:solidFill>
            <a:prstDash val="solid"/>
            <a:round/>
            <a:headEnd type="none" w="med" len="med"/>
            <a:tailEnd type="none" w="med" len="med"/>
          </a:ln>
        </p:spPr>
      </p:cxnSp>
      <p:cxnSp>
        <p:nvCxnSpPr>
          <p:cNvPr id="2436" name="Google Shape;2436;p38"/>
          <p:cNvCxnSpPr/>
          <p:nvPr/>
        </p:nvCxnSpPr>
        <p:spPr>
          <a:xfrm>
            <a:off x="720700" y="917825"/>
            <a:ext cx="8423400" cy="0"/>
          </a:xfrm>
          <a:prstGeom prst="straightConnector1">
            <a:avLst/>
          </a:prstGeom>
          <a:noFill/>
          <a:ln w="28575" cap="flat" cmpd="sng">
            <a:solidFill>
              <a:schemeClr val="accent4"/>
            </a:solidFill>
            <a:prstDash val="solid"/>
            <a:round/>
            <a:headEnd type="none" w="med" len="med"/>
            <a:tailEnd type="none" w="med" len="med"/>
          </a:ln>
        </p:spPr>
      </p:cxnSp>
      <p:cxnSp>
        <p:nvCxnSpPr>
          <p:cNvPr id="2437" name="Google Shape;2437;p38"/>
          <p:cNvCxnSpPr/>
          <p:nvPr/>
        </p:nvCxnSpPr>
        <p:spPr>
          <a:xfrm rot="10800000">
            <a:off x="100" y="2754325"/>
            <a:ext cx="720600" cy="0"/>
          </a:xfrm>
          <a:prstGeom prst="straightConnector1">
            <a:avLst/>
          </a:prstGeom>
          <a:noFill/>
          <a:ln w="28575" cap="flat" cmpd="sng">
            <a:solidFill>
              <a:schemeClr val="accent4"/>
            </a:solidFill>
            <a:prstDash val="solid"/>
            <a:round/>
            <a:headEnd type="none" w="med" len="med"/>
            <a:tailEnd type="none" w="med" len="med"/>
          </a:ln>
        </p:spPr>
      </p:cxnSp>
      <p:sp>
        <p:nvSpPr>
          <p:cNvPr id="2438" name="Google Shape;2438;p38"/>
          <p:cNvSpPr txBox="1">
            <a:spLocks noGrp="1"/>
          </p:cNvSpPr>
          <p:nvPr>
            <p:ph type="title"/>
          </p:nvPr>
        </p:nvSpPr>
        <p:spPr>
          <a:xfrm>
            <a:off x="1761150" y="554700"/>
            <a:ext cx="56217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dirty="0" smtClean="0"/>
              <a:t>K-means clustering</a:t>
            </a:r>
            <a:endParaRPr dirty="0"/>
          </a:p>
        </p:txBody>
      </p:sp>
      <p:sp>
        <p:nvSpPr>
          <p:cNvPr id="2" name="TextBox 1"/>
          <p:cNvSpPr txBox="1"/>
          <p:nvPr/>
        </p:nvSpPr>
        <p:spPr>
          <a:xfrm>
            <a:off x="1282263" y="1260724"/>
            <a:ext cx="6358758" cy="954107"/>
          </a:xfrm>
          <a:prstGeom prst="rect">
            <a:avLst/>
          </a:prstGeom>
          <a:noFill/>
        </p:spPr>
        <p:txBody>
          <a:bodyPr wrap="square" rtlCol="0">
            <a:spAutoFit/>
          </a:bodyPr>
          <a:lstStyle/>
          <a:p>
            <a:r>
              <a:rPr lang="en-US" dirty="0">
                <a:solidFill>
                  <a:schemeClr val="bg1"/>
                </a:solidFill>
              </a:rPr>
              <a:t>K-means algorithm is an iterative algorithm; it defines k subgroups and performs repetitive calculations (on data points to decide which cluster they should be in ), it stops when data points don't change location.</a:t>
            </a:r>
          </a:p>
          <a:p>
            <a:endParaRPr lang="en-US" dirty="0"/>
          </a:p>
        </p:txBody>
      </p:sp>
      <p:cxnSp>
        <p:nvCxnSpPr>
          <p:cNvPr id="2439" name="Google Shape;2433;p38"/>
          <p:cNvCxnSpPr/>
          <p:nvPr/>
        </p:nvCxnSpPr>
        <p:spPr>
          <a:xfrm>
            <a:off x="4339699" y="2142753"/>
            <a:ext cx="11584" cy="2807619"/>
          </a:xfrm>
          <a:prstGeom prst="straightConnector1">
            <a:avLst/>
          </a:prstGeom>
          <a:noFill/>
          <a:ln w="28575" cap="flat" cmpd="sng">
            <a:solidFill>
              <a:schemeClr val="accent4"/>
            </a:solidFill>
            <a:prstDash val="solid"/>
            <a:round/>
            <a:headEnd type="none" w="med" len="med"/>
            <a:tailEnd type="none" w="med" len="med"/>
          </a:ln>
        </p:spPr>
      </p:cxnSp>
      <p:sp>
        <p:nvSpPr>
          <p:cNvPr id="7" name="TextBox 6"/>
          <p:cNvSpPr txBox="1"/>
          <p:nvPr/>
        </p:nvSpPr>
        <p:spPr>
          <a:xfrm>
            <a:off x="4376485" y="2270515"/>
            <a:ext cx="3032234" cy="523220"/>
          </a:xfrm>
          <a:prstGeom prst="rect">
            <a:avLst/>
          </a:prstGeom>
          <a:noFill/>
        </p:spPr>
        <p:txBody>
          <a:bodyPr wrap="square" rtlCol="0">
            <a:spAutoFit/>
          </a:bodyPr>
          <a:lstStyle/>
          <a:p>
            <a:r>
              <a:rPr lang="en-US" dirty="0" smtClean="0">
                <a:solidFill>
                  <a:schemeClr val="bg1"/>
                </a:solidFill>
              </a:rPr>
              <a:t>Clusters assigned</a:t>
            </a:r>
          </a:p>
          <a:p>
            <a:r>
              <a:rPr lang="en-US" dirty="0" smtClean="0">
                <a:solidFill>
                  <a:schemeClr val="bg1"/>
                </a:solidFill>
              </a:rPr>
              <a:t> for each row:</a:t>
            </a:r>
            <a:endParaRPr lang="en-US" dirty="0">
              <a:solidFill>
                <a:schemeClr val="bg1"/>
              </a:solidFill>
            </a:endParaRPr>
          </a:p>
        </p:txBody>
      </p:sp>
      <p:pic>
        <p:nvPicPr>
          <p:cNvPr id="8" name="Picture 7"/>
          <p:cNvPicPr>
            <a:picLocks noChangeAspect="1"/>
          </p:cNvPicPr>
          <p:nvPr/>
        </p:nvPicPr>
        <p:blipFill rotWithShape="1">
          <a:blip r:embed="rId3">
            <a:extLst>
              <a:ext uri="{28A0092B-C50C-407E-A947-70E740481C1C}">
                <a14:useLocalDpi xmlns:a14="http://schemas.microsoft.com/office/drawing/2010/main" val="0"/>
              </a:ext>
            </a:extLst>
          </a:blip>
          <a:srcRect t="11266"/>
          <a:stretch/>
        </p:blipFill>
        <p:spPr>
          <a:xfrm>
            <a:off x="192089" y="3341746"/>
            <a:ext cx="4029637" cy="409632"/>
          </a:xfrm>
          <a:prstGeom prst="rect">
            <a:avLst/>
          </a:prstGeom>
        </p:spPr>
      </p:pic>
      <p:sp>
        <p:nvSpPr>
          <p:cNvPr id="2445" name="TextBox 2444"/>
          <p:cNvSpPr txBox="1"/>
          <p:nvPr/>
        </p:nvSpPr>
        <p:spPr>
          <a:xfrm>
            <a:off x="1695169" y="2348155"/>
            <a:ext cx="2585544" cy="307777"/>
          </a:xfrm>
          <a:prstGeom prst="rect">
            <a:avLst/>
          </a:prstGeom>
          <a:noFill/>
        </p:spPr>
        <p:txBody>
          <a:bodyPr wrap="square" rtlCol="0">
            <a:spAutoFit/>
          </a:bodyPr>
          <a:lstStyle/>
          <a:p>
            <a:r>
              <a:rPr lang="en-US" dirty="0">
                <a:solidFill>
                  <a:schemeClr val="bg1"/>
                </a:solidFill>
              </a:rPr>
              <a:t>Applying K-means</a:t>
            </a:r>
            <a:r>
              <a:rPr lang="en-US" dirty="0" smtClean="0">
                <a:solidFill>
                  <a:schemeClr val="bg1"/>
                </a:solidFill>
              </a:rPr>
              <a:t>:</a:t>
            </a:r>
            <a:endParaRPr lang="en-US" dirty="0">
              <a:solidFill>
                <a:schemeClr val="bg1"/>
              </a:solidFill>
            </a:endParaRPr>
          </a:p>
        </p:txBody>
      </p:sp>
      <p:pic>
        <p:nvPicPr>
          <p:cNvPr id="9" name="Picture 8"/>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549504" y="2270515"/>
            <a:ext cx="833346" cy="2679857"/>
          </a:xfrm>
          <a:prstGeom prst="rect">
            <a:avLst/>
          </a:prstGeom>
        </p:spPr>
      </p:pic>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74190" y="672618"/>
            <a:ext cx="6489065" cy="523220"/>
          </a:xfrm>
          <a:prstGeom prst="rect">
            <a:avLst/>
          </a:prstGeom>
          <a:noFill/>
        </p:spPr>
        <p:txBody>
          <a:bodyPr wrap="square" rtlCol="0">
            <a:spAutoFit/>
          </a:bodyPr>
          <a:lstStyle/>
          <a:p>
            <a:r>
              <a:rPr lang="en-US" b="1" dirty="0">
                <a:solidFill>
                  <a:schemeClr val="bg1"/>
                </a:solidFill>
              </a:rPr>
              <a:t>Showing the clustering between 2 proteins by K-means clustering:</a:t>
            </a:r>
          </a:p>
          <a:p>
            <a:endParaRPr lang="en-US" dirty="0">
              <a:solidFill>
                <a:schemeClr val="bg1"/>
              </a:solidFill>
            </a:endParaRPr>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9627" y="1210506"/>
            <a:ext cx="5758525" cy="3585642"/>
          </a:xfrm>
          <a:prstGeom prst="rect">
            <a:avLst/>
          </a:prstGeom>
        </p:spPr>
      </p:pic>
    </p:spTree>
    <p:extLst>
      <p:ext uri="{BB962C8B-B14F-4D97-AF65-F5344CB8AC3E}">
        <p14:creationId xmlns:p14="http://schemas.microsoft.com/office/powerpoint/2010/main" val="3675797817"/>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852"/>
        <p:cNvGrpSpPr/>
        <p:nvPr/>
      </p:nvGrpSpPr>
      <p:grpSpPr>
        <a:xfrm>
          <a:off x="0" y="0"/>
          <a:ext cx="0" cy="0"/>
          <a:chOff x="0" y="0"/>
          <a:chExt cx="0" cy="0"/>
        </a:xfrm>
      </p:grpSpPr>
      <p:cxnSp>
        <p:nvCxnSpPr>
          <p:cNvPr id="2433" name="Google Shape;2433;p38"/>
          <p:cNvCxnSpPr/>
          <p:nvPr/>
        </p:nvCxnSpPr>
        <p:spPr>
          <a:xfrm>
            <a:off x="708375" y="771153"/>
            <a:ext cx="0" cy="1994100"/>
          </a:xfrm>
          <a:prstGeom prst="straightConnector1">
            <a:avLst/>
          </a:prstGeom>
          <a:noFill/>
          <a:ln w="28575" cap="flat" cmpd="sng">
            <a:solidFill>
              <a:schemeClr val="accent4"/>
            </a:solidFill>
            <a:prstDash val="solid"/>
            <a:round/>
            <a:headEnd type="none" w="med" len="med"/>
            <a:tailEnd type="none" w="med" len="med"/>
          </a:ln>
        </p:spPr>
      </p:cxnSp>
      <p:cxnSp>
        <p:nvCxnSpPr>
          <p:cNvPr id="2434" name="Google Shape;2434;p38"/>
          <p:cNvCxnSpPr/>
          <p:nvPr/>
        </p:nvCxnSpPr>
        <p:spPr>
          <a:xfrm>
            <a:off x="720700" y="1051150"/>
            <a:ext cx="8423400" cy="0"/>
          </a:xfrm>
          <a:prstGeom prst="straightConnector1">
            <a:avLst/>
          </a:prstGeom>
          <a:noFill/>
          <a:ln w="28575" cap="flat" cmpd="sng">
            <a:solidFill>
              <a:schemeClr val="accent4"/>
            </a:solidFill>
            <a:prstDash val="solid"/>
            <a:round/>
            <a:headEnd type="none" w="med" len="med"/>
            <a:tailEnd type="none" w="med" len="med"/>
          </a:ln>
        </p:spPr>
      </p:cxnSp>
      <p:cxnSp>
        <p:nvCxnSpPr>
          <p:cNvPr id="2435" name="Google Shape;2435;p38"/>
          <p:cNvCxnSpPr/>
          <p:nvPr/>
        </p:nvCxnSpPr>
        <p:spPr>
          <a:xfrm>
            <a:off x="720700" y="784500"/>
            <a:ext cx="8423400" cy="0"/>
          </a:xfrm>
          <a:prstGeom prst="straightConnector1">
            <a:avLst/>
          </a:prstGeom>
          <a:noFill/>
          <a:ln w="28575" cap="flat" cmpd="sng">
            <a:solidFill>
              <a:schemeClr val="accent4"/>
            </a:solidFill>
            <a:prstDash val="solid"/>
            <a:round/>
            <a:headEnd type="none" w="med" len="med"/>
            <a:tailEnd type="none" w="med" len="med"/>
          </a:ln>
        </p:spPr>
      </p:cxnSp>
      <p:cxnSp>
        <p:nvCxnSpPr>
          <p:cNvPr id="2436" name="Google Shape;2436;p38"/>
          <p:cNvCxnSpPr/>
          <p:nvPr/>
        </p:nvCxnSpPr>
        <p:spPr>
          <a:xfrm>
            <a:off x="720700" y="917825"/>
            <a:ext cx="8423400" cy="0"/>
          </a:xfrm>
          <a:prstGeom prst="straightConnector1">
            <a:avLst/>
          </a:prstGeom>
          <a:noFill/>
          <a:ln w="28575" cap="flat" cmpd="sng">
            <a:solidFill>
              <a:schemeClr val="accent4"/>
            </a:solidFill>
            <a:prstDash val="solid"/>
            <a:round/>
            <a:headEnd type="none" w="med" len="med"/>
            <a:tailEnd type="none" w="med" len="med"/>
          </a:ln>
        </p:spPr>
      </p:cxnSp>
      <p:cxnSp>
        <p:nvCxnSpPr>
          <p:cNvPr id="2437" name="Google Shape;2437;p38"/>
          <p:cNvCxnSpPr/>
          <p:nvPr/>
        </p:nvCxnSpPr>
        <p:spPr>
          <a:xfrm rot="10800000">
            <a:off x="100" y="2754325"/>
            <a:ext cx="720600" cy="0"/>
          </a:xfrm>
          <a:prstGeom prst="straightConnector1">
            <a:avLst/>
          </a:prstGeom>
          <a:noFill/>
          <a:ln w="28575" cap="flat" cmpd="sng">
            <a:solidFill>
              <a:schemeClr val="accent4"/>
            </a:solidFill>
            <a:prstDash val="solid"/>
            <a:round/>
            <a:headEnd type="none" w="med" len="med"/>
            <a:tailEnd type="none" w="med" len="med"/>
          </a:ln>
        </p:spPr>
      </p:cxnSp>
      <p:sp>
        <p:nvSpPr>
          <p:cNvPr id="2438" name="Google Shape;2438;p38"/>
          <p:cNvSpPr txBox="1">
            <a:spLocks noGrp="1"/>
          </p:cNvSpPr>
          <p:nvPr>
            <p:ph type="title"/>
          </p:nvPr>
        </p:nvSpPr>
        <p:spPr>
          <a:xfrm>
            <a:off x="1761150" y="554700"/>
            <a:ext cx="56217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dirty="0" smtClean="0"/>
              <a:t>Agnes clustering</a:t>
            </a:r>
            <a:endParaRPr dirty="0"/>
          </a:p>
        </p:txBody>
      </p:sp>
      <p:sp>
        <p:nvSpPr>
          <p:cNvPr id="2" name="TextBox 1"/>
          <p:cNvSpPr txBox="1"/>
          <p:nvPr/>
        </p:nvSpPr>
        <p:spPr>
          <a:xfrm>
            <a:off x="1282263" y="1260724"/>
            <a:ext cx="6358758" cy="954107"/>
          </a:xfrm>
          <a:prstGeom prst="rect">
            <a:avLst/>
          </a:prstGeom>
          <a:noFill/>
        </p:spPr>
        <p:txBody>
          <a:bodyPr wrap="square" rtlCol="0">
            <a:spAutoFit/>
          </a:bodyPr>
          <a:lstStyle/>
          <a:p>
            <a:r>
              <a:rPr lang="en-US" dirty="0" smtClean="0">
                <a:solidFill>
                  <a:schemeClr val="bg1"/>
                </a:solidFill>
              </a:rPr>
              <a:t>Agnes </a:t>
            </a:r>
            <a:r>
              <a:rPr lang="en-US" dirty="0">
                <a:solidFill>
                  <a:schemeClr val="bg1"/>
                </a:solidFill>
              </a:rPr>
              <a:t>algorithm</a:t>
            </a:r>
            <a:r>
              <a:rPr lang="en-US" dirty="0" smtClean="0">
                <a:solidFill>
                  <a:schemeClr val="bg1"/>
                </a:solidFill>
              </a:rPr>
              <a:t>: </a:t>
            </a:r>
            <a:r>
              <a:rPr lang="en-US" dirty="0">
                <a:solidFill>
                  <a:schemeClr val="bg1"/>
                </a:solidFill>
              </a:rPr>
              <a:t>The algorithm clusters data points by taking each object as a singleton cluster. sooner, it pairs clusters upon their similarity until they become one big cluster containing all objects.</a:t>
            </a:r>
          </a:p>
          <a:p>
            <a:r>
              <a:rPr lang="en-US" dirty="0">
                <a:solidFill>
                  <a:schemeClr val="bg1"/>
                </a:solidFill>
              </a:rPr>
              <a:t>this results in a tree called a </a:t>
            </a:r>
            <a:r>
              <a:rPr lang="en-US" dirty="0" err="1">
                <a:solidFill>
                  <a:schemeClr val="bg1"/>
                </a:solidFill>
              </a:rPr>
              <a:t>dendrogram</a:t>
            </a:r>
            <a:r>
              <a:rPr lang="en-US" dirty="0">
                <a:solidFill>
                  <a:schemeClr val="bg1"/>
                </a:solidFill>
              </a:rPr>
              <a:t>.</a:t>
            </a:r>
            <a:endParaRPr lang="en-US" dirty="0"/>
          </a:p>
        </p:txBody>
      </p:sp>
      <p:cxnSp>
        <p:nvCxnSpPr>
          <p:cNvPr id="2439" name="Google Shape;2433;p38"/>
          <p:cNvCxnSpPr/>
          <p:nvPr/>
        </p:nvCxnSpPr>
        <p:spPr>
          <a:xfrm flipH="1">
            <a:off x="4918418" y="2264682"/>
            <a:ext cx="31954" cy="2685690"/>
          </a:xfrm>
          <a:prstGeom prst="straightConnector1">
            <a:avLst/>
          </a:prstGeom>
          <a:noFill/>
          <a:ln w="28575" cap="flat" cmpd="sng">
            <a:solidFill>
              <a:schemeClr val="accent4"/>
            </a:solidFill>
            <a:prstDash val="solid"/>
            <a:round/>
            <a:headEnd type="none" w="med" len="med"/>
            <a:tailEnd type="none" w="med" len="med"/>
          </a:ln>
        </p:spPr>
      </p:cxnSp>
      <p:sp>
        <p:nvSpPr>
          <p:cNvPr id="7" name="TextBox 6"/>
          <p:cNvSpPr txBox="1"/>
          <p:nvPr/>
        </p:nvSpPr>
        <p:spPr>
          <a:xfrm>
            <a:off x="4950372" y="2320972"/>
            <a:ext cx="3032234" cy="523220"/>
          </a:xfrm>
          <a:prstGeom prst="rect">
            <a:avLst/>
          </a:prstGeom>
          <a:noFill/>
        </p:spPr>
        <p:txBody>
          <a:bodyPr wrap="square" rtlCol="0">
            <a:spAutoFit/>
          </a:bodyPr>
          <a:lstStyle/>
          <a:p>
            <a:r>
              <a:rPr lang="en-US" dirty="0" smtClean="0">
                <a:solidFill>
                  <a:schemeClr val="bg1"/>
                </a:solidFill>
              </a:rPr>
              <a:t>Clusters assigned</a:t>
            </a:r>
          </a:p>
          <a:p>
            <a:r>
              <a:rPr lang="en-US" dirty="0" smtClean="0">
                <a:solidFill>
                  <a:schemeClr val="bg1"/>
                </a:solidFill>
              </a:rPr>
              <a:t> for each row:</a:t>
            </a:r>
            <a:endParaRPr lang="en-US" dirty="0">
              <a:solidFill>
                <a:schemeClr val="bg1"/>
              </a:solidFill>
            </a:endParaRPr>
          </a:p>
        </p:txBody>
      </p:sp>
      <p:sp>
        <p:nvSpPr>
          <p:cNvPr id="2445" name="TextBox 2444"/>
          <p:cNvSpPr txBox="1"/>
          <p:nvPr/>
        </p:nvSpPr>
        <p:spPr>
          <a:xfrm>
            <a:off x="1695169" y="2348155"/>
            <a:ext cx="2585544" cy="307777"/>
          </a:xfrm>
          <a:prstGeom prst="rect">
            <a:avLst/>
          </a:prstGeom>
          <a:noFill/>
        </p:spPr>
        <p:txBody>
          <a:bodyPr wrap="square" rtlCol="0">
            <a:spAutoFit/>
          </a:bodyPr>
          <a:lstStyle/>
          <a:p>
            <a:r>
              <a:rPr lang="en-US" dirty="0">
                <a:solidFill>
                  <a:schemeClr val="bg1"/>
                </a:solidFill>
              </a:rPr>
              <a:t>Applying </a:t>
            </a:r>
            <a:r>
              <a:rPr lang="en-US" dirty="0" smtClean="0">
                <a:solidFill>
                  <a:schemeClr val="bg1"/>
                </a:solidFill>
              </a:rPr>
              <a:t>AGNES:</a:t>
            </a:r>
            <a:endParaRPr lang="en-US" dirty="0">
              <a:solidFill>
                <a:schemeClr val="bg1"/>
              </a:solidFill>
            </a:endParaRPr>
          </a:p>
        </p:txBody>
      </p:sp>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 y="3123548"/>
            <a:ext cx="4874780" cy="502522"/>
          </a:xfrm>
          <a:prstGeom prst="rect">
            <a:avLst/>
          </a:prstGeom>
        </p:spPr>
      </p:pic>
      <p:pic>
        <p:nvPicPr>
          <p:cNvPr id="4" name="Picture 3"/>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69930" y="2264682"/>
            <a:ext cx="825839" cy="2563760"/>
          </a:xfrm>
          <a:prstGeom prst="rect">
            <a:avLst/>
          </a:prstGeom>
        </p:spPr>
      </p:pic>
    </p:spTree>
    <p:extLst>
      <p:ext uri="{BB962C8B-B14F-4D97-AF65-F5344CB8AC3E}">
        <p14:creationId xmlns:p14="http://schemas.microsoft.com/office/powerpoint/2010/main" val="1847556166"/>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00617" y="283735"/>
            <a:ext cx="6489065" cy="523220"/>
          </a:xfrm>
          <a:prstGeom prst="rect">
            <a:avLst/>
          </a:prstGeom>
          <a:noFill/>
        </p:spPr>
        <p:txBody>
          <a:bodyPr wrap="square" rtlCol="0">
            <a:spAutoFit/>
          </a:bodyPr>
          <a:lstStyle/>
          <a:p>
            <a:r>
              <a:rPr lang="en-US" b="1" dirty="0" smtClean="0">
                <a:solidFill>
                  <a:schemeClr val="bg1"/>
                </a:solidFill>
              </a:rPr>
              <a:t>The resulted </a:t>
            </a:r>
            <a:r>
              <a:rPr lang="en-US" b="1" dirty="0" err="1" smtClean="0">
                <a:solidFill>
                  <a:schemeClr val="bg1"/>
                </a:solidFill>
              </a:rPr>
              <a:t>dendogram</a:t>
            </a:r>
            <a:r>
              <a:rPr lang="en-US" b="1" dirty="0" smtClean="0">
                <a:solidFill>
                  <a:schemeClr val="bg1"/>
                </a:solidFill>
              </a:rPr>
              <a:t> by AGNES </a:t>
            </a:r>
            <a:r>
              <a:rPr lang="en-US" b="1" dirty="0">
                <a:solidFill>
                  <a:schemeClr val="bg1"/>
                </a:solidFill>
              </a:rPr>
              <a:t>clustering:</a:t>
            </a:r>
          </a:p>
          <a:p>
            <a:endParaRPr lang="en-US" dirty="0">
              <a:solidFill>
                <a:schemeClr val="bg1"/>
              </a:solidFill>
            </a:endParaRPr>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61627" y="683172"/>
            <a:ext cx="6420746" cy="4120056"/>
          </a:xfrm>
          <a:prstGeom prst="rect">
            <a:avLst/>
          </a:prstGeom>
        </p:spPr>
      </p:pic>
    </p:spTree>
    <p:extLst>
      <p:ext uri="{BB962C8B-B14F-4D97-AF65-F5344CB8AC3E}">
        <p14:creationId xmlns:p14="http://schemas.microsoft.com/office/powerpoint/2010/main" val="2326707221"/>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74190" y="672618"/>
            <a:ext cx="6489065" cy="523220"/>
          </a:xfrm>
          <a:prstGeom prst="rect">
            <a:avLst/>
          </a:prstGeom>
          <a:noFill/>
        </p:spPr>
        <p:txBody>
          <a:bodyPr wrap="square" rtlCol="0">
            <a:spAutoFit/>
          </a:bodyPr>
          <a:lstStyle/>
          <a:p>
            <a:r>
              <a:rPr lang="en-US" b="1" dirty="0">
                <a:solidFill>
                  <a:schemeClr val="bg1"/>
                </a:solidFill>
              </a:rPr>
              <a:t>Showing the clustering between 2 proteins by </a:t>
            </a:r>
            <a:r>
              <a:rPr lang="en-US" b="1" dirty="0" smtClean="0">
                <a:solidFill>
                  <a:schemeClr val="bg1"/>
                </a:solidFill>
              </a:rPr>
              <a:t>AGNES </a:t>
            </a:r>
            <a:r>
              <a:rPr lang="en-US" b="1" dirty="0">
                <a:solidFill>
                  <a:schemeClr val="bg1"/>
                </a:solidFill>
              </a:rPr>
              <a:t>clustering:</a:t>
            </a:r>
          </a:p>
          <a:p>
            <a:endParaRPr lang="en-US" dirty="0">
              <a:solidFill>
                <a:schemeClr val="bg1"/>
              </a:solidFill>
            </a:endParaRPr>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3648" y="1072056"/>
            <a:ext cx="5943691" cy="3746923"/>
          </a:xfrm>
          <a:prstGeom prst="rect">
            <a:avLst/>
          </a:prstGeom>
        </p:spPr>
      </p:pic>
    </p:spTree>
    <p:extLst>
      <p:ext uri="{BB962C8B-B14F-4D97-AF65-F5344CB8AC3E}">
        <p14:creationId xmlns:p14="http://schemas.microsoft.com/office/powerpoint/2010/main" val="3438767012"/>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852"/>
        <p:cNvGrpSpPr/>
        <p:nvPr/>
      </p:nvGrpSpPr>
      <p:grpSpPr>
        <a:xfrm>
          <a:off x="0" y="0"/>
          <a:ext cx="0" cy="0"/>
          <a:chOff x="0" y="0"/>
          <a:chExt cx="0" cy="0"/>
        </a:xfrm>
      </p:grpSpPr>
      <p:cxnSp>
        <p:nvCxnSpPr>
          <p:cNvPr id="2433" name="Google Shape;2433;p38"/>
          <p:cNvCxnSpPr/>
          <p:nvPr/>
        </p:nvCxnSpPr>
        <p:spPr>
          <a:xfrm>
            <a:off x="708375" y="771153"/>
            <a:ext cx="0" cy="1994100"/>
          </a:xfrm>
          <a:prstGeom prst="straightConnector1">
            <a:avLst/>
          </a:prstGeom>
          <a:noFill/>
          <a:ln w="28575" cap="flat" cmpd="sng">
            <a:solidFill>
              <a:schemeClr val="accent4"/>
            </a:solidFill>
            <a:prstDash val="solid"/>
            <a:round/>
            <a:headEnd type="none" w="med" len="med"/>
            <a:tailEnd type="none" w="med" len="med"/>
          </a:ln>
        </p:spPr>
      </p:cxnSp>
      <p:cxnSp>
        <p:nvCxnSpPr>
          <p:cNvPr id="2434" name="Google Shape;2434;p38"/>
          <p:cNvCxnSpPr/>
          <p:nvPr/>
        </p:nvCxnSpPr>
        <p:spPr>
          <a:xfrm>
            <a:off x="720700" y="1051150"/>
            <a:ext cx="8423400" cy="0"/>
          </a:xfrm>
          <a:prstGeom prst="straightConnector1">
            <a:avLst/>
          </a:prstGeom>
          <a:noFill/>
          <a:ln w="28575" cap="flat" cmpd="sng">
            <a:solidFill>
              <a:schemeClr val="accent4"/>
            </a:solidFill>
            <a:prstDash val="solid"/>
            <a:round/>
            <a:headEnd type="none" w="med" len="med"/>
            <a:tailEnd type="none" w="med" len="med"/>
          </a:ln>
        </p:spPr>
      </p:cxnSp>
      <p:cxnSp>
        <p:nvCxnSpPr>
          <p:cNvPr id="2435" name="Google Shape;2435;p38"/>
          <p:cNvCxnSpPr/>
          <p:nvPr/>
        </p:nvCxnSpPr>
        <p:spPr>
          <a:xfrm>
            <a:off x="720700" y="784500"/>
            <a:ext cx="8423400" cy="0"/>
          </a:xfrm>
          <a:prstGeom prst="straightConnector1">
            <a:avLst/>
          </a:prstGeom>
          <a:noFill/>
          <a:ln w="28575" cap="flat" cmpd="sng">
            <a:solidFill>
              <a:schemeClr val="accent4"/>
            </a:solidFill>
            <a:prstDash val="solid"/>
            <a:round/>
            <a:headEnd type="none" w="med" len="med"/>
            <a:tailEnd type="none" w="med" len="med"/>
          </a:ln>
        </p:spPr>
      </p:cxnSp>
      <p:cxnSp>
        <p:nvCxnSpPr>
          <p:cNvPr id="2436" name="Google Shape;2436;p38"/>
          <p:cNvCxnSpPr/>
          <p:nvPr/>
        </p:nvCxnSpPr>
        <p:spPr>
          <a:xfrm>
            <a:off x="720700" y="917825"/>
            <a:ext cx="8423400" cy="0"/>
          </a:xfrm>
          <a:prstGeom prst="straightConnector1">
            <a:avLst/>
          </a:prstGeom>
          <a:noFill/>
          <a:ln w="28575" cap="flat" cmpd="sng">
            <a:solidFill>
              <a:schemeClr val="accent4"/>
            </a:solidFill>
            <a:prstDash val="solid"/>
            <a:round/>
            <a:headEnd type="none" w="med" len="med"/>
            <a:tailEnd type="none" w="med" len="med"/>
          </a:ln>
        </p:spPr>
      </p:cxnSp>
      <p:cxnSp>
        <p:nvCxnSpPr>
          <p:cNvPr id="2437" name="Google Shape;2437;p38"/>
          <p:cNvCxnSpPr/>
          <p:nvPr/>
        </p:nvCxnSpPr>
        <p:spPr>
          <a:xfrm rot="10800000">
            <a:off x="100" y="2754325"/>
            <a:ext cx="720600" cy="0"/>
          </a:xfrm>
          <a:prstGeom prst="straightConnector1">
            <a:avLst/>
          </a:prstGeom>
          <a:noFill/>
          <a:ln w="28575" cap="flat" cmpd="sng">
            <a:solidFill>
              <a:schemeClr val="accent4"/>
            </a:solidFill>
            <a:prstDash val="solid"/>
            <a:round/>
            <a:headEnd type="none" w="med" len="med"/>
            <a:tailEnd type="none" w="med" len="med"/>
          </a:ln>
        </p:spPr>
      </p:cxnSp>
      <p:sp>
        <p:nvSpPr>
          <p:cNvPr id="2438" name="Google Shape;2438;p38"/>
          <p:cNvSpPr txBox="1">
            <a:spLocks noGrp="1"/>
          </p:cNvSpPr>
          <p:nvPr>
            <p:ph type="title"/>
          </p:nvPr>
        </p:nvSpPr>
        <p:spPr>
          <a:xfrm>
            <a:off x="1761150" y="554700"/>
            <a:ext cx="56217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dirty="0" smtClean="0"/>
              <a:t>DBSCAN clustering</a:t>
            </a:r>
            <a:endParaRPr dirty="0"/>
          </a:p>
        </p:txBody>
      </p:sp>
      <p:sp>
        <p:nvSpPr>
          <p:cNvPr id="2" name="TextBox 1"/>
          <p:cNvSpPr txBox="1"/>
          <p:nvPr/>
        </p:nvSpPr>
        <p:spPr>
          <a:xfrm>
            <a:off x="1180207" y="1260028"/>
            <a:ext cx="7504385" cy="1600438"/>
          </a:xfrm>
          <a:prstGeom prst="rect">
            <a:avLst/>
          </a:prstGeom>
          <a:noFill/>
        </p:spPr>
        <p:txBody>
          <a:bodyPr wrap="square" rtlCol="0">
            <a:spAutoFit/>
          </a:bodyPr>
          <a:lstStyle/>
          <a:p>
            <a:r>
              <a:rPr lang="en-US" dirty="0">
                <a:solidFill>
                  <a:schemeClr val="bg1"/>
                </a:solidFill>
              </a:rPr>
              <a:t>DBSCAN algorithm:  it works depending on density-based clustering, it groups data points that are closely packed together, marking the data that are far from others (outliers) as noise. </a:t>
            </a:r>
          </a:p>
          <a:p>
            <a:r>
              <a:rPr lang="en-US" dirty="0">
                <a:solidFill>
                  <a:schemeClr val="bg1"/>
                </a:solidFill>
              </a:rPr>
              <a:t>it takes 2 important parameters: </a:t>
            </a:r>
          </a:p>
          <a:p>
            <a:r>
              <a:rPr lang="en-US" dirty="0">
                <a:solidFill>
                  <a:schemeClr val="bg1"/>
                </a:solidFill>
              </a:rPr>
              <a:t>1- eps: it specifies how close points should be to each other so they can be in the same cluster.</a:t>
            </a:r>
          </a:p>
          <a:p>
            <a:r>
              <a:rPr lang="en-US" dirty="0">
                <a:solidFill>
                  <a:schemeClr val="bg1"/>
                </a:solidFill>
              </a:rPr>
              <a:t>2- </a:t>
            </a:r>
            <a:r>
              <a:rPr lang="en-US" dirty="0" err="1">
                <a:solidFill>
                  <a:schemeClr val="bg1"/>
                </a:solidFill>
              </a:rPr>
              <a:t>min_samples</a:t>
            </a:r>
            <a:r>
              <a:rPr lang="en-US" dirty="0">
                <a:solidFill>
                  <a:schemeClr val="bg1"/>
                </a:solidFill>
              </a:rPr>
              <a:t>: for specifying the core point, there should be a number of samples in the neighborhood.</a:t>
            </a:r>
            <a:endParaRPr lang="en-US" dirty="0"/>
          </a:p>
        </p:txBody>
      </p:sp>
      <p:sp>
        <p:nvSpPr>
          <p:cNvPr id="7" name="TextBox 6"/>
          <p:cNvSpPr txBox="1"/>
          <p:nvPr/>
        </p:nvSpPr>
        <p:spPr>
          <a:xfrm>
            <a:off x="4670774" y="3006706"/>
            <a:ext cx="3032234" cy="523220"/>
          </a:xfrm>
          <a:prstGeom prst="rect">
            <a:avLst/>
          </a:prstGeom>
          <a:noFill/>
        </p:spPr>
        <p:txBody>
          <a:bodyPr wrap="square" rtlCol="0">
            <a:spAutoFit/>
          </a:bodyPr>
          <a:lstStyle/>
          <a:p>
            <a:r>
              <a:rPr lang="en-US" dirty="0" smtClean="0">
                <a:solidFill>
                  <a:schemeClr val="bg1"/>
                </a:solidFill>
              </a:rPr>
              <a:t>Clusters assigned</a:t>
            </a:r>
          </a:p>
          <a:p>
            <a:r>
              <a:rPr lang="en-US" dirty="0" smtClean="0">
                <a:solidFill>
                  <a:schemeClr val="bg1"/>
                </a:solidFill>
              </a:rPr>
              <a:t> for each row:</a:t>
            </a:r>
            <a:endParaRPr lang="en-US" dirty="0">
              <a:solidFill>
                <a:schemeClr val="bg1"/>
              </a:solidFill>
            </a:endParaRPr>
          </a:p>
        </p:txBody>
      </p:sp>
      <p:sp>
        <p:nvSpPr>
          <p:cNvPr id="2445" name="TextBox 2444"/>
          <p:cNvSpPr txBox="1"/>
          <p:nvPr/>
        </p:nvSpPr>
        <p:spPr>
          <a:xfrm>
            <a:off x="1180207" y="3178455"/>
            <a:ext cx="2585544" cy="307777"/>
          </a:xfrm>
          <a:prstGeom prst="rect">
            <a:avLst/>
          </a:prstGeom>
          <a:noFill/>
        </p:spPr>
        <p:txBody>
          <a:bodyPr wrap="square" rtlCol="0">
            <a:spAutoFit/>
          </a:bodyPr>
          <a:lstStyle/>
          <a:p>
            <a:r>
              <a:rPr lang="en-US" dirty="0">
                <a:solidFill>
                  <a:schemeClr val="bg1"/>
                </a:solidFill>
              </a:rPr>
              <a:t>Applying </a:t>
            </a:r>
            <a:r>
              <a:rPr lang="en-US" dirty="0" smtClean="0">
                <a:solidFill>
                  <a:schemeClr val="bg1"/>
                </a:solidFill>
              </a:rPr>
              <a:t>DBSCAN:</a:t>
            </a:r>
            <a:endParaRPr lang="en-US" dirty="0">
              <a:solidFill>
                <a:schemeClr val="bg1"/>
              </a:solidFill>
            </a:endParaRPr>
          </a:p>
        </p:txBody>
      </p:sp>
      <p:cxnSp>
        <p:nvCxnSpPr>
          <p:cNvPr id="13" name="Google Shape;2433;p38"/>
          <p:cNvCxnSpPr/>
          <p:nvPr/>
        </p:nvCxnSpPr>
        <p:spPr>
          <a:xfrm>
            <a:off x="4255616" y="2860466"/>
            <a:ext cx="0" cy="1994100"/>
          </a:xfrm>
          <a:prstGeom prst="straightConnector1">
            <a:avLst/>
          </a:prstGeom>
          <a:noFill/>
          <a:ln w="28575" cap="flat" cmpd="sng">
            <a:solidFill>
              <a:schemeClr val="accent4"/>
            </a:solidFill>
            <a:prstDash val="solid"/>
            <a:round/>
            <a:headEnd type="none" w="med" len="med"/>
            <a:tailEnd type="none" w="med" len="med"/>
          </a:ln>
        </p:spPr>
      </p:cxn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7813" y="3804221"/>
            <a:ext cx="3827649" cy="538987"/>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607238" y="2765254"/>
            <a:ext cx="775612" cy="2129466"/>
          </a:xfrm>
          <a:prstGeom prst="rect">
            <a:avLst/>
          </a:prstGeom>
        </p:spPr>
      </p:pic>
    </p:spTree>
    <p:extLst>
      <p:ext uri="{BB962C8B-B14F-4D97-AF65-F5344CB8AC3E}">
        <p14:creationId xmlns:p14="http://schemas.microsoft.com/office/powerpoint/2010/main" val="3560711560"/>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74190" y="672618"/>
            <a:ext cx="6489065" cy="523220"/>
          </a:xfrm>
          <a:prstGeom prst="rect">
            <a:avLst/>
          </a:prstGeom>
          <a:noFill/>
        </p:spPr>
        <p:txBody>
          <a:bodyPr wrap="square" rtlCol="0">
            <a:spAutoFit/>
          </a:bodyPr>
          <a:lstStyle/>
          <a:p>
            <a:r>
              <a:rPr lang="en-US" b="1" dirty="0">
                <a:solidFill>
                  <a:schemeClr val="bg1"/>
                </a:solidFill>
              </a:rPr>
              <a:t>Showing the clustering between 2 proteins by </a:t>
            </a:r>
            <a:r>
              <a:rPr lang="en-US" b="1" dirty="0" smtClean="0">
                <a:solidFill>
                  <a:schemeClr val="bg1"/>
                </a:solidFill>
              </a:rPr>
              <a:t>DBSCAN </a:t>
            </a:r>
            <a:r>
              <a:rPr lang="en-US" b="1" dirty="0">
                <a:solidFill>
                  <a:schemeClr val="bg1"/>
                </a:solidFill>
              </a:rPr>
              <a:t>clustering:</a:t>
            </a:r>
          </a:p>
          <a:p>
            <a:endParaRPr lang="en-US" dirty="0">
              <a:solidFill>
                <a:schemeClr val="bg1"/>
              </a:solidFill>
            </a:endParaRPr>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5359" y="1283193"/>
            <a:ext cx="4705124" cy="3470755"/>
          </a:xfrm>
          <a:prstGeom prst="rect">
            <a:avLst/>
          </a:prstGeom>
        </p:spPr>
      </p:pic>
    </p:spTree>
    <p:extLst>
      <p:ext uri="{BB962C8B-B14F-4D97-AF65-F5344CB8AC3E}">
        <p14:creationId xmlns:p14="http://schemas.microsoft.com/office/powerpoint/2010/main" val="1757801716"/>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69"/>
        <p:cNvGrpSpPr/>
        <p:nvPr/>
      </p:nvGrpSpPr>
      <p:grpSpPr>
        <a:xfrm>
          <a:off x="0" y="0"/>
          <a:ext cx="0" cy="0"/>
          <a:chOff x="0" y="0"/>
          <a:chExt cx="0" cy="0"/>
        </a:xfrm>
      </p:grpSpPr>
      <p:sp>
        <p:nvSpPr>
          <p:cNvPr id="471" name="Google Shape;471;p29"/>
          <p:cNvSpPr txBox="1">
            <a:spLocks noGrp="1"/>
          </p:cNvSpPr>
          <p:nvPr>
            <p:ph type="title" idx="4294967295"/>
          </p:nvPr>
        </p:nvSpPr>
        <p:spPr>
          <a:xfrm>
            <a:off x="5173575" y="1474650"/>
            <a:ext cx="2776800" cy="1090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MISSION STATEMENT</a:t>
            </a:r>
            <a:endParaRPr/>
          </a:p>
        </p:txBody>
      </p:sp>
      <p:sp>
        <p:nvSpPr>
          <p:cNvPr id="574" name="Google Shape;574;p29"/>
          <p:cNvSpPr txBox="1">
            <a:spLocks noGrp="1"/>
          </p:cNvSpPr>
          <p:nvPr>
            <p:ph type="title"/>
          </p:nvPr>
        </p:nvSpPr>
        <p:spPr>
          <a:xfrm>
            <a:off x="5173574" y="1318768"/>
            <a:ext cx="2982453" cy="1393038"/>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dirty="0" smtClean="0"/>
              <a:t>Comparing between </a:t>
            </a:r>
            <a:br>
              <a:rPr lang="en-US" dirty="0" smtClean="0"/>
            </a:br>
            <a:r>
              <a:rPr lang="en-US" dirty="0" smtClean="0"/>
              <a:t>models</a:t>
            </a:r>
            <a:endParaRPr dirty="0"/>
          </a:p>
        </p:txBody>
      </p:sp>
      <p:pic>
        <p:nvPicPr>
          <p:cNvPr id="4" name="Picture 3"/>
          <p:cNvPicPr>
            <a:picLocks noChangeAspect="1"/>
          </p:cNvPicPr>
          <p:nvPr/>
        </p:nvPicPr>
        <p:blipFill>
          <a:blip r:embed="rId3">
            <a:duotone>
              <a:schemeClr val="accent5">
                <a:shade val="45000"/>
                <a:satMod val="135000"/>
              </a:schemeClr>
              <a:prstClr val="white"/>
            </a:duotone>
            <a:extLst>
              <a:ext uri="{BEBA8EAE-BF5A-486C-A8C5-ECC9F3942E4B}">
                <a14:imgProps xmlns:a14="http://schemas.microsoft.com/office/drawing/2010/main">
                  <a14:imgLayer r:embed="rId4">
                    <a14:imgEffect>
                      <a14:backgroundRemoval t="2500" b="93438" l="0" r="96322">
                        <a14:foregroundMark x1="49195" y1="19375" x2="49195" y2="19375"/>
                        <a14:foregroundMark x1="92414" y1="23438" x2="92414" y2="23438"/>
                        <a14:foregroundMark x1="12644" y1="26563" x2="12644" y2="26563"/>
                        <a14:backgroundMark x1="26897" y1="18438" x2="26897" y2="18438"/>
                        <a14:backgroundMark x1="69885" y1="20313" x2="69885" y2="20313"/>
                      </a14:backgroundRemoval>
                    </a14:imgEffect>
                  </a14:imgLayer>
                </a14:imgProps>
              </a:ext>
              <a:ext uri="{28A0092B-C50C-407E-A947-70E740481C1C}">
                <a14:useLocalDpi xmlns:a14="http://schemas.microsoft.com/office/drawing/2010/main" val="0"/>
              </a:ext>
            </a:extLst>
          </a:blip>
          <a:stretch>
            <a:fillRect/>
          </a:stretch>
        </p:blipFill>
        <p:spPr>
          <a:xfrm>
            <a:off x="997335" y="2063231"/>
            <a:ext cx="3081747" cy="2267032"/>
          </a:xfrm>
          <a:prstGeom prst="rect">
            <a:avLst/>
          </a:prstGeom>
        </p:spPr>
      </p:pic>
    </p:spTree>
    <p:extLst>
      <p:ext uri="{BB962C8B-B14F-4D97-AF65-F5344CB8AC3E}">
        <p14:creationId xmlns:p14="http://schemas.microsoft.com/office/powerpoint/2010/main" val="236706590"/>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852"/>
        <p:cNvGrpSpPr/>
        <p:nvPr/>
      </p:nvGrpSpPr>
      <p:grpSpPr>
        <a:xfrm>
          <a:off x="0" y="0"/>
          <a:ext cx="0" cy="0"/>
          <a:chOff x="0" y="0"/>
          <a:chExt cx="0" cy="0"/>
        </a:xfrm>
      </p:grpSpPr>
      <p:cxnSp>
        <p:nvCxnSpPr>
          <p:cNvPr id="2433" name="Google Shape;2433;p38"/>
          <p:cNvCxnSpPr/>
          <p:nvPr/>
        </p:nvCxnSpPr>
        <p:spPr>
          <a:xfrm>
            <a:off x="708375" y="771153"/>
            <a:ext cx="0" cy="1994100"/>
          </a:xfrm>
          <a:prstGeom prst="straightConnector1">
            <a:avLst/>
          </a:prstGeom>
          <a:noFill/>
          <a:ln w="28575" cap="flat" cmpd="sng">
            <a:solidFill>
              <a:schemeClr val="accent4"/>
            </a:solidFill>
            <a:prstDash val="solid"/>
            <a:round/>
            <a:headEnd type="none" w="med" len="med"/>
            <a:tailEnd type="none" w="med" len="med"/>
          </a:ln>
        </p:spPr>
      </p:cxnSp>
      <p:cxnSp>
        <p:nvCxnSpPr>
          <p:cNvPr id="2434" name="Google Shape;2434;p38"/>
          <p:cNvCxnSpPr/>
          <p:nvPr/>
        </p:nvCxnSpPr>
        <p:spPr>
          <a:xfrm>
            <a:off x="720700" y="1051150"/>
            <a:ext cx="8423400" cy="0"/>
          </a:xfrm>
          <a:prstGeom prst="straightConnector1">
            <a:avLst/>
          </a:prstGeom>
          <a:noFill/>
          <a:ln w="28575" cap="flat" cmpd="sng">
            <a:solidFill>
              <a:schemeClr val="accent4"/>
            </a:solidFill>
            <a:prstDash val="solid"/>
            <a:round/>
            <a:headEnd type="none" w="med" len="med"/>
            <a:tailEnd type="none" w="med" len="med"/>
          </a:ln>
        </p:spPr>
      </p:cxnSp>
      <p:cxnSp>
        <p:nvCxnSpPr>
          <p:cNvPr id="2435" name="Google Shape;2435;p38"/>
          <p:cNvCxnSpPr/>
          <p:nvPr/>
        </p:nvCxnSpPr>
        <p:spPr>
          <a:xfrm>
            <a:off x="720700" y="784500"/>
            <a:ext cx="8423400" cy="0"/>
          </a:xfrm>
          <a:prstGeom prst="straightConnector1">
            <a:avLst/>
          </a:prstGeom>
          <a:noFill/>
          <a:ln w="28575" cap="flat" cmpd="sng">
            <a:solidFill>
              <a:schemeClr val="accent4"/>
            </a:solidFill>
            <a:prstDash val="solid"/>
            <a:round/>
            <a:headEnd type="none" w="med" len="med"/>
            <a:tailEnd type="none" w="med" len="med"/>
          </a:ln>
        </p:spPr>
      </p:cxnSp>
      <p:cxnSp>
        <p:nvCxnSpPr>
          <p:cNvPr id="2436" name="Google Shape;2436;p38"/>
          <p:cNvCxnSpPr/>
          <p:nvPr/>
        </p:nvCxnSpPr>
        <p:spPr>
          <a:xfrm>
            <a:off x="720700" y="917825"/>
            <a:ext cx="8423400" cy="0"/>
          </a:xfrm>
          <a:prstGeom prst="straightConnector1">
            <a:avLst/>
          </a:prstGeom>
          <a:noFill/>
          <a:ln w="28575" cap="flat" cmpd="sng">
            <a:solidFill>
              <a:schemeClr val="accent4"/>
            </a:solidFill>
            <a:prstDash val="solid"/>
            <a:round/>
            <a:headEnd type="none" w="med" len="med"/>
            <a:tailEnd type="none" w="med" len="med"/>
          </a:ln>
        </p:spPr>
      </p:cxnSp>
      <p:cxnSp>
        <p:nvCxnSpPr>
          <p:cNvPr id="2437" name="Google Shape;2437;p38"/>
          <p:cNvCxnSpPr/>
          <p:nvPr/>
        </p:nvCxnSpPr>
        <p:spPr>
          <a:xfrm rot="10800000">
            <a:off x="100" y="2754325"/>
            <a:ext cx="720600" cy="0"/>
          </a:xfrm>
          <a:prstGeom prst="straightConnector1">
            <a:avLst/>
          </a:prstGeom>
          <a:noFill/>
          <a:ln w="28575" cap="flat" cmpd="sng">
            <a:solidFill>
              <a:schemeClr val="accent4"/>
            </a:solidFill>
            <a:prstDash val="solid"/>
            <a:round/>
            <a:headEnd type="none" w="med" len="med"/>
            <a:tailEnd type="none" w="med" len="med"/>
          </a:ln>
        </p:spPr>
      </p:cxnSp>
      <p:sp>
        <p:nvSpPr>
          <p:cNvPr id="2438" name="Google Shape;2438;p38"/>
          <p:cNvSpPr txBox="1">
            <a:spLocks noGrp="1"/>
          </p:cNvSpPr>
          <p:nvPr>
            <p:ph type="title"/>
          </p:nvPr>
        </p:nvSpPr>
        <p:spPr>
          <a:xfrm>
            <a:off x="1954924" y="631475"/>
            <a:ext cx="56217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sz="2000" dirty="0" smtClean="0"/>
              <a:t>Comparing between frequent pattern models</a:t>
            </a:r>
            <a:endParaRPr sz="2000" dirty="0"/>
          </a:p>
        </p:txBody>
      </p:sp>
      <p:sp>
        <p:nvSpPr>
          <p:cNvPr id="2445" name="TextBox 2444"/>
          <p:cNvSpPr txBox="1"/>
          <p:nvPr/>
        </p:nvSpPr>
        <p:spPr>
          <a:xfrm>
            <a:off x="827405" y="1363324"/>
            <a:ext cx="6161308" cy="307777"/>
          </a:xfrm>
          <a:prstGeom prst="rect">
            <a:avLst/>
          </a:prstGeom>
          <a:noFill/>
        </p:spPr>
        <p:txBody>
          <a:bodyPr wrap="square" rtlCol="0">
            <a:spAutoFit/>
          </a:bodyPr>
          <a:lstStyle/>
          <a:p>
            <a:r>
              <a:rPr lang="en-US" b="1" dirty="0" smtClean="0">
                <a:solidFill>
                  <a:schemeClr val="bg1"/>
                </a:solidFill>
              </a:rPr>
              <a:t>Comparing </a:t>
            </a:r>
            <a:r>
              <a:rPr lang="en-US" b="1" dirty="0">
                <a:solidFill>
                  <a:schemeClr val="bg1"/>
                </a:solidFill>
              </a:rPr>
              <a:t>the time needed for frequent pattern mining </a:t>
            </a:r>
            <a:r>
              <a:rPr lang="en-US" b="1" dirty="0" smtClean="0">
                <a:solidFill>
                  <a:schemeClr val="bg1"/>
                </a:solidFill>
              </a:rPr>
              <a:t>models:</a:t>
            </a:r>
            <a:endParaRPr lang="en-US" b="1" dirty="0">
              <a:solidFill>
                <a:schemeClr val="bg1"/>
              </a:solidFill>
            </a:endParaRPr>
          </a:p>
        </p:txBody>
      </p:sp>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85939" y="1788808"/>
            <a:ext cx="5759670" cy="3014420"/>
          </a:xfrm>
          <a:prstGeom prst="rect">
            <a:avLst/>
          </a:prstGeom>
        </p:spPr>
      </p:pic>
    </p:spTree>
    <p:extLst>
      <p:ext uri="{BB962C8B-B14F-4D97-AF65-F5344CB8AC3E}">
        <p14:creationId xmlns:p14="http://schemas.microsoft.com/office/powerpoint/2010/main" val="1019251692"/>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852"/>
        <p:cNvGrpSpPr/>
        <p:nvPr/>
      </p:nvGrpSpPr>
      <p:grpSpPr>
        <a:xfrm>
          <a:off x="0" y="0"/>
          <a:ext cx="0" cy="0"/>
          <a:chOff x="0" y="0"/>
          <a:chExt cx="0" cy="0"/>
        </a:xfrm>
      </p:grpSpPr>
      <p:cxnSp>
        <p:nvCxnSpPr>
          <p:cNvPr id="2433" name="Google Shape;2433;p38"/>
          <p:cNvCxnSpPr/>
          <p:nvPr/>
        </p:nvCxnSpPr>
        <p:spPr>
          <a:xfrm>
            <a:off x="708375" y="771153"/>
            <a:ext cx="0" cy="1994100"/>
          </a:xfrm>
          <a:prstGeom prst="straightConnector1">
            <a:avLst/>
          </a:prstGeom>
          <a:noFill/>
          <a:ln w="28575" cap="flat" cmpd="sng">
            <a:solidFill>
              <a:schemeClr val="accent4"/>
            </a:solidFill>
            <a:prstDash val="solid"/>
            <a:round/>
            <a:headEnd type="none" w="med" len="med"/>
            <a:tailEnd type="none" w="med" len="med"/>
          </a:ln>
        </p:spPr>
      </p:cxnSp>
      <p:cxnSp>
        <p:nvCxnSpPr>
          <p:cNvPr id="2434" name="Google Shape;2434;p38"/>
          <p:cNvCxnSpPr/>
          <p:nvPr/>
        </p:nvCxnSpPr>
        <p:spPr>
          <a:xfrm>
            <a:off x="720700" y="1051150"/>
            <a:ext cx="8423400" cy="0"/>
          </a:xfrm>
          <a:prstGeom prst="straightConnector1">
            <a:avLst/>
          </a:prstGeom>
          <a:noFill/>
          <a:ln w="28575" cap="flat" cmpd="sng">
            <a:solidFill>
              <a:schemeClr val="accent4"/>
            </a:solidFill>
            <a:prstDash val="solid"/>
            <a:round/>
            <a:headEnd type="none" w="med" len="med"/>
            <a:tailEnd type="none" w="med" len="med"/>
          </a:ln>
        </p:spPr>
      </p:cxnSp>
      <p:cxnSp>
        <p:nvCxnSpPr>
          <p:cNvPr id="2435" name="Google Shape;2435;p38"/>
          <p:cNvCxnSpPr/>
          <p:nvPr/>
        </p:nvCxnSpPr>
        <p:spPr>
          <a:xfrm>
            <a:off x="720700" y="784500"/>
            <a:ext cx="8423400" cy="0"/>
          </a:xfrm>
          <a:prstGeom prst="straightConnector1">
            <a:avLst/>
          </a:prstGeom>
          <a:noFill/>
          <a:ln w="28575" cap="flat" cmpd="sng">
            <a:solidFill>
              <a:schemeClr val="accent4"/>
            </a:solidFill>
            <a:prstDash val="solid"/>
            <a:round/>
            <a:headEnd type="none" w="med" len="med"/>
            <a:tailEnd type="none" w="med" len="med"/>
          </a:ln>
        </p:spPr>
      </p:cxnSp>
      <p:cxnSp>
        <p:nvCxnSpPr>
          <p:cNvPr id="2436" name="Google Shape;2436;p38"/>
          <p:cNvCxnSpPr/>
          <p:nvPr/>
        </p:nvCxnSpPr>
        <p:spPr>
          <a:xfrm>
            <a:off x="720700" y="917825"/>
            <a:ext cx="8423400" cy="0"/>
          </a:xfrm>
          <a:prstGeom prst="straightConnector1">
            <a:avLst/>
          </a:prstGeom>
          <a:noFill/>
          <a:ln w="28575" cap="flat" cmpd="sng">
            <a:solidFill>
              <a:schemeClr val="accent4"/>
            </a:solidFill>
            <a:prstDash val="solid"/>
            <a:round/>
            <a:headEnd type="none" w="med" len="med"/>
            <a:tailEnd type="none" w="med" len="med"/>
          </a:ln>
        </p:spPr>
      </p:cxnSp>
      <p:cxnSp>
        <p:nvCxnSpPr>
          <p:cNvPr id="2437" name="Google Shape;2437;p38"/>
          <p:cNvCxnSpPr/>
          <p:nvPr/>
        </p:nvCxnSpPr>
        <p:spPr>
          <a:xfrm rot="10800000">
            <a:off x="100" y="2754325"/>
            <a:ext cx="720600" cy="0"/>
          </a:xfrm>
          <a:prstGeom prst="straightConnector1">
            <a:avLst/>
          </a:prstGeom>
          <a:noFill/>
          <a:ln w="28575" cap="flat" cmpd="sng">
            <a:solidFill>
              <a:schemeClr val="accent4"/>
            </a:solidFill>
            <a:prstDash val="solid"/>
            <a:round/>
            <a:headEnd type="none" w="med" len="med"/>
            <a:tailEnd type="none" w="med" len="med"/>
          </a:ln>
        </p:spPr>
      </p:cxnSp>
      <p:sp>
        <p:nvSpPr>
          <p:cNvPr id="2438" name="Google Shape;2438;p38"/>
          <p:cNvSpPr txBox="1">
            <a:spLocks noGrp="1"/>
          </p:cNvSpPr>
          <p:nvPr>
            <p:ph type="title"/>
          </p:nvPr>
        </p:nvSpPr>
        <p:spPr>
          <a:xfrm>
            <a:off x="1954924" y="631475"/>
            <a:ext cx="56217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sz="2000" dirty="0" smtClean="0"/>
              <a:t>Comparing between clustering analysis models</a:t>
            </a:r>
            <a:endParaRPr sz="2000" dirty="0"/>
          </a:p>
        </p:txBody>
      </p:sp>
      <p:sp>
        <p:nvSpPr>
          <p:cNvPr id="2445" name="TextBox 2444"/>
          <p:cNvSpPr txBox="1"/>
          <p:nvPr/>
        </p:nvSpPr>
        <p:spPr>
          <a:xfrm>
            <a:off x="827405" y="1307747"/>
            <a:ext cx="6161308" cy="307777"/>
          </a:xfrm>
          <a:prstGeom prst="rect">
            <a:avLst/>
          </a:prstGeom>
          <a:noFill/>
        </p:spPr>
        <p:txBody>
          <a:bodyPr wrap="square" rtlCol="0">
            <a:spAutoFit/>
          </a:bodyPr>
          <a:lstStyle/>
          <a:p>
            <a:r>
              <a:rPr lang="en-US" b="1" dirty="0">
                <a:solidFill>
                  <a:schemeClr val="bg1"/>
                </a:solidFill>
              </a:rPr>
              <a:t>Comparing the time needed for clustering analysis </a:t>
            </a:r>
            <a:r>
              <a:rPr lang="en-US" b="1" dirty="0" smtClean="0">
                <a:solidFill>
                  <a:schemeClr val="bg1"/>
                </a:solidFill>
              </a:rPr>
              <a:t>models:</a:t>
            </a:r>
            <a:endParaRPr lang="en-US" b="1" dirty="0">
              <a:solidFill>
                <a:schemeClr val="bg1"/>
              </a:solidFill>
            </a:endParaRP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38043" y="1671101"/>
            <a:ext cx="6988713" cy="3350368"/>
          </a:xfrm>
          <a:prstGeom prst="rect">
            <a:avLst/>
          </a:prstGeom>
        </p:spPr>
      </p:pic>
    </p:spTree>
    <p:extLst>
      <p:ext uri="{BB962C8B-B14F-4D97-AF65-F5344CB8AC3E}">
        <p14:creationId xmlns:p14="http://schemas.microsoft.com/office/powerpoint/2010/main" val="916055125"/>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oogle Shape;4118;p59"/>
          <p:cNvGrpSpPr/>
          <p:nvPr/>
        </p:nvGrpSpPr>
        <p:grpSpPr>
          <a:xfrm>
            <a:off x="5147133" y="1056785"/>
            <a:ext cx="3538980" cy="3921965"/>
            <a:chOff x="4894885" y="510247"/>
            <a:chExt cx="3538980" cy="3921965"/>
          </a:xfrm>
        </p:grpSpPr>
        <p:sp>
          <p:nvSpPr>
            <p:cNvPr id="3" name="Google Shape;4119;p59"/>
            <p:cNvSpPr/>
            <p:nvPr/>
          </p:nvSpPr>
          <p:spPr>
            <a:xfrm>
              <a:off x="7609521" y="510247"/>
              <a:ext cx="824344" cy="477472"/>
            </a:xfrm>
            <a:custGeom>
              <a:avLst/>
              <a:gdLst/>
              <a:ahLst/>
              <a:cxnLst/>
              <a:rect l="l" t="t" r="r" b="b"/>
              <a:pathLst>
                <a:path w="82106" h="47557" extrusionOk="0">
                  <a:moveTo>
                    <a:pt x="40902" y="0"/>
                  </a:moveTo>
                  <a:lnTo>
                    <a:pt x="0" y="23795"/>
                  </a:lnTo>
                  <a:lnTo>
                    <a:pt x="41171" y="47557"/>
                  </a:lnTo>
                  <a:lnTo>
                    <a:pt x="82106" y="23795"/>
                  </a:lnTo>
                  <a:lnTo>
                    <a:pt x="40902" y="0"/>
                  </a:lnTo>
                  <a:close/>
                </a:path>
              </a:pathLst>
            </a:custGeom>
            <a:solidFill>
              <a:srgbClr val="6D5E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 name="Google Shape;4120;p59"/>
            <p:cNvSpPr/>
            <p:nvPr/>
          </p:nvSpPr>
          <p:spPr>
            <a:xfrm>
              <a:off x="8019494" y="748808"/>
              <a:ext cx="414371" cy="2107607"/>
            </a:xfrm>
            <a:custGeom>
              <a:avLst/>
              <a:gdLst/>
              <a:ahLst/>
              <a:cxnLst/>
              <a:rect l="l" t="t" r="r" b="b"/>
              <a:pathLst>
                <a:path w="41272" h="209921" extrusionOk="0">
                  <a:moveTo>
                    <a:pt x="41272" y="1"/>
                  </a:moveTo>
                  <a:lnTo>
                    <a:pt x="337" y="23796"/>
                  </a:lnTo>
                  <a:lnTo>
                    <a:pt x="0" y="209920"/>
                  </a:lnTo>
                  <a:lnTo>
                    <a:pt x="40936" y="186125"/>
                  </a:lnTo>
                  <a:lnTo>
                    <a:pt x="41272" y="1"/>
                  </a:lnTo>
                  <a:close/>
                </a:path>
              </a:pathLst>
            </a:custGeom>
            <a:solidFill>
              <a:srgbClr val="503E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 name="Google Shape;4121;p59"/>
            <p:cNvSpPr/>
            <p:nvPr/>
          </p:nvSpPr>
          <p:spPr>
            <a:xfrm>
              <a:off x="7606137" y="749149"/>
              <a:ext cx="416740" cy="2107265"/>
            </a:xfrm>
            <a:custGeom>
              <a:avLst/>
              <a:gdLst/>
              <a:ahLst/>
              <a:cxnLst/>
              <a:rect l="l" t="t" r="r" b="b"/>
              <a:pathLst>
                <a:path w="41508" h="209887" extrusionOk="0">
                  <a:moveTo>
                    <a:pt x="337" y="0"/>
                  </a:moveTo>
                  <a:lnTo>
                    <a:pt x="1" y="186125"/>
                  </a:lnTo>
                  <a:lnTo>
                    <a:pt x="41171" y="209886"/>
                  </a:lnTo>
                  <a:lnTo>
                    <a:pt x="41508" y="23762"/>
                  </a:lnTo>
                  <a:lnTo>
                    <a:pt x="337"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4122;p59"/>
            <p:cNvSpPr/>
            <p:nvPr/>
          </p:nvSpPr>
          <p:spPr>
            <a:xfrm>
              <a:off x="7067260" y="1127075"/>
              <a:ext cx="824023" cy="477472"/>
            </a:xfrm>
            <a:custGeom>
              <a:avLst/>
              <a:gdLst/>
              <a:ahLst/>
              <a:cxnLst/>
              <a:rect l="l" t="t" r="r" b="b"/>
              <a:pathLst>
                <a:path w="82074" h="47557" extrusionOk="0">
                  <a:moveTo>
                    <a:pt x="40903" y="0"/>
                  </a:moveTo>
                  <a:lnTo>
                    <a:pt x="1" y="23761"/>
                  </a:lnTo>
                  <a:lnTo>
                    <a:pt x="41172" y="47556"/>
                  </a:lnTo>
                  <a:lnTo>
                    <a:pt x="82073" y="23761"/>
                  </a:lnTo>
                  <a:lnTo>
                    <a:pt x="40903" y="0"/>
                  </a:lnTo>
                  <a:close/>
                </a:path>
              </a:pathLst>
            </a:custGeom>
            <a:solidFill>
              <a:srgbClr val="B989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4123;p59"/>
            <p:cNvSpPr/>
            <p:nvPr/>
          </p:nvSpPr>
          <p:spPr>
            <a:xfrm>
              <a:off x="7477244" y="1365635"/>
              <a:ext cx="414040" cy="1805935"/>
            </a:xfrm>
            <a:custGeom>
              <a:avLst/>
              <a:gdLst/>
              <a:ahLst/>
              <a:cxnLst/>
              <a:rect l="l" t="t" r="r" b="b"/>
              <a:pathLst>
                <a:path w="41239" h="179874" extrusionOk="0">
                  <a:moveTo>
                    <a:pt x="41238" y="0"/>
                  </a:moveTo>
                  <a:lnTo>
                    <a:pt x="337" y="23795"/>
                  </a:lnTo>
                  <a:lnTo>
                    <a:pt x="0" y="179874"/>
                  </a:lnTo>
                  <a:lnTo>
                    <a:pt x="40936" y="156079"/>
                  </a:lnTo>
                  <a:lnTo>
                    <a:pt x="41238" y="0"/>
                  </a:lnTo>
                  <a:close/>
                </a:path>
              </a:pathLst>
            </a:custGeom>
            <a:solidFill>
              <a:srgbClr val="9A5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4124;p59"/>
            <p:cNvSpPr/>
            <p:nvPr/>
          </p:nvSpPr>
          <p:spPr>
            <a:xfrm>
              <a:off x="7063887" y="1365635"/>
              <a:ext cx="416740" cy="1805935"/>
            </a:xfrm>
            <a:custGeom>
              <a:avLst/>
              <a:gdLst/>
              <a:ahLst/>
              <a:cxnLst/>
              <a:rect l="l" t="t" r="r" b="b"/>
              <a:pathLst>
                <a:path w="41508" h="179874" extrusionOk="0">
                  <a:moveTo>
                    <a:pt x="337" y="0"/>
                  </a:moveTo>
                  <a:lnTo>
                    <a:pt x="1" y="156113"/>
                  </a:lnTo>
                  <a:lnTo>
                    <a:pt x="41171" y="179874"/>
                  </a:lnTo>
                  <a:lnTo>
                    <a:pt x="41508" y="23795"/>
                  </a:lnTo>
                  <a:lnTo>
                    <a:pt x="337" y="0"/>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4125;p59"/>
            <p:cNvSpPr/>
            <p:nvPr/>
          </p:nvSpPr>
          <p:spPr>
            <a:xfrm>
              <a:off x="6525010" y="1733430"/>
              <a:ext cx="824023" cy="477482"/>
            </a:xfrm>
            <a:custGeom>
              <a:avLst/>
              <a:gdLst/>
              <a:ahLst/>
              <a:cxnLst/>
              <a:rect l="l" t="t" r="r" b="b"/>
              <a:pathLst>
                <a:path w="82074" h="47558" extrusionOk="0">
                  <a:moveTo>
                    <a:pt x="40903" y="1"/>
                  </a:moveTo>
                  <a:lnTo>
                    <a:pt x="1" y="23796"/>
                  </a:lnTo>
                  <a:lnTo>
                    <a:pt x="41171" y="47557"/>
                  </a:lnTo>
                  <a:lnTo>
                    <a:pt x="82073" y="23796"/>
                  </a:lnTo>
                  <a:lnTo>
                    <a:pt x="40903" y="1"/>
                  </a:lnTo>
                  <a:close/>
                </a:path>
              </a:pathLst>
            </a:custGeom>
            <a:solidFill>
              <a:srgbClr val="6D5E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4126;p59"/>
            <p:cNvSpPr/>
            <p:nvPr/>
          </p:nvSpPr>
          <p:spPr>
            <a:xfrm>
              <a:off x="6934993" y="1972332"/>
              <a:ext cx="414040" cy="1514403"/>
            </a:xfrm>
            <a:custGeom>
              <a:avLst/>
              <a:gdLst/>
              <a:ahLst/>
              <a:cxnLst/>
              <a:rect l="l" t="t" r="r" b="b"/>
              <a:pathLst>
                <a:path w="41239" h="150837" extrusionOk="0">
                  <a:moveTo>
                    <a:pt x="41238" y="1"/>
                  </a:moveTo>
                  <a:lnTo>
                    <a:pt x="336" y="23762"/>
                  </a:lnTo>
                  <a:lnTo>
                    <a:pt x="0" y="150836"/>
                  </a:lnTo>
                  <a:lnTo>
                    <a:pt x="40936" y="127041"/>
                  </a:lnTo>
                  <a:lnTo>
                    <a:pt x="41238" y="1"/>
                  </a:lnTo>
                  <a:close/>
                </a:path>
              </a:pathLst>
            </a:custGeom>
            <a:solidFill>
              <a:srgbClr val="503E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4127;p59"/>
            <p:cNvSpPr/>
            <p:nvPr/>
          </p:nvSpPr>
          <p:spPr>
            <a:xfrm>
              <a:off x="6521636" y="1972332"/>
              <a:ext cx="416740" cy="1514403"/>
            </a:xfrm>
            <a:custGeom>
              <a:avLst/>
              <a:gdLst/>
              <a:ahLst/>
              <a:cxnLst/>
              <a:rect l="l" t="t" r="r" b="b"/>
              <a:pathLst>
                <a:path w="41508" h="150837" extrusionOk="0">
                  <a:moveTo>
                    <a:pt x="337" y="1"/>
                  </a:moveTo>
                  <a:lnTo>
                    <a:pt x="1" y="127075"/>
                  </a:lnTo>
                  <a:lnTo>
                    <a:pt x="41171" y="150836"/>
                  </a:lnTo>
                  <a:lnTo>
                    <a:pt x="41507" y="23762"/>
                  </a:lnTo>
                  <a:lnTo>
                    <a:pt x="337"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4128;p59"/>
            <p:cNvSpPr/>
            <p:nvPr/>
          </p:nvSpPr>
          <p:spPr>
            <a:xfrm>
              <a:off x="5982428" y="2337437"/>
              <a:ext cx="824344" cy="477472"/>
            </a:xfrm>
            <a:custGeom>
              <a:avLst/>
              <a:gdLst/>
              <a:ahLst/>
              <a:cxnLst/>
              <a:rect l="l" t="t" r="r" b="b"/>
              <a:pathLst>
                <a:path w="82106" h="47557" extrusionOk="0">
                  <a:moveTo>
                    <a:pt x="40936" y="0"/>
                  </a:moveTo>
                  <a:lnTo>
                    <a:pt x="0" y="23795"/>
                  </a:lnTo>
                  <a:lnTo>
                    <a:pt x="41171" y="47557"/>
                  </a:lnTo>
                  <a:lnTo>
                    <a:pt x="82106" y="23762"/>
                  </a:lnTo>
                  <a:lnTo>
                    <a:pt x="40936" y="0"/>
                  </a:lnTo>
                  <a:close/>
                </a:path>
              </a:pathLst>
            </a:custGeom>
            <a:solidFill>
              <a:srgbClr val="B989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4129;p59"/>
            <p:cNvSpPr/>
            <p:nvPr/>
          </p:nvSpPr>
          <p:spPr>
            <a:xfrm>
              <a:off x="6392743" y="2575997"/>
              <a:ext cx="414030" cy="1225894"/>
            </a:xfrm>
            <a:custGeom>
              <a:avLst/>
              <a:gdLst/>
              <a:ahLst/>
              <a:cxnLst/>
              <a:rect l="l" t="t" r="r" b="b"/>
              <a:pathLst>
                <a:path w="41238" h="122101" extrusionOk="0">
                  <a:moveTo>
                    <a:pt x="41238" y="1"/>
                  </a:moveTo>
                  <a:lnTo>
                    <a:pt x="303" y="23796"/>
                  </a:lnTo>
                  <a:lnTo>
                    <a:pt x="0" y="122101"/>
                  </a:lnTo>
                  <a:lnTo>
                    <a:pt x="40936" y="98306"/>
                  </a:lnTo>
                  <a:lnTo>
                    <a:pt x="41238" y="1"/>
                  </a:lnTo>
                  <a:close/>
                </a:path>
              </a:pathLst>
            </a:custGeom>
            <a:solidFill>
              <a:srgbClr val="9A5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4130;p59"/>
            <p:cNvSpPr/>
            <p:nvPr/>
          </p:nvSpPr>
          <p:spPr>
            <a:xfrm>
              <a:off x="5979386" y="2576339"/>
              <a:ext cx="416399" cy="1225553"/>
            </a:xfrm>
            <a:custGeom>
              <a:avLst/>
              <a:gdLst/>
              <a:ahLst/>
              <a:cxnLst/>
              <a:rect l="l" t="t" r="r" b="b"/>
              <a:pathLst>
                <a:path w="41474" h="122067" extrusionOk="0">
                  <a:moveTo>
                    <a:pt x="303" y="0"/>
                  </a:moveTo>
                  <a:lnTo>
                    <a:pt x="1" y="98306"/>
                  </a:lnTo>
                  <a:lnTo>
                    <a:pt x="41171" y="122067"/>
                  </a:lnTo>
                  <a:lnTo>
                    <a:pt x="41474" y="23762"/>
                  </a:lnTo>
                  <a:lnTo>
                    <a:pt x="303" y="0"/>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4131;p59"/>
            <p:cNvSpPr/>
            <p:nvPr/>
          </p:nvSpPr>
          <p:spPr>
            <a:xfrm>
              <a:off x="5440178" y="2921524"/>
              <a:ext cx="824344" cy="477482"/>
            </a:xfrm>
            <a:custGeom>
              <a:avLst/>
              <a:gdLst/>
              <a:ahLst/>
              <a:cxnLst/>
              <a:rect l="l" t="t" r="r" b="b"/>
              <a:pathLst>
                <a:path w="82106" h="47558" extrusionOk="0">
                  <a:moveTo>
                    <a:pt x="40935" y="1"/>
                  </a:moveTo>
                  <a:lnTo>
                    <a:pt x="0" y="23762"/>
                  </a:lnTo>
                  <a:lnTo>
                    <a:pt x="41171" y="47557"/>
                  </a:lnTo>
                  <a:lnTo>
                    <a:pt x="82106" y="23762"/>
                  </a:lnTo>
                  <a:lnTo>
                    <a:pt x="40935" y="1"/>
                  </a:lnTo>
                  <a:close/>
                </a:path>
              </a:pathLst>
            </a:custGeom>
            <a:solidFill>
              <a:srgbClr val="6D5E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4132;p59"/>
            <p:cNvSpPr/>
            <p:nvPr/>
          </p:nvSpPr>
          <p:spPr>
            <a:xfrm>
              <a:off x="5850493" y="3160094"/>
              <a:ext cx="414030" cy="956963"/>
            </a:xfrm>
            <a:custGeom>
              <a:avLst/>
              <a:gdLst/>
              <a:ahLst/>
              <a:cxnLst/>
              <a:rect l="l" t="t" r="r" b="b"/>
              <a:pathLst>
                <a:path w="41238" h="95315" extrusionOk="0">
                  <a:moveTo>
                    <a:pt x="41238" y="0"/>
                  </a:moveTo>
                  <a:lnTo>
                    <a:pt x="303" y="23795"/>
                  </a:lnTo>
                  <a:lnTo>
                    <a:pt x="0" y="95314"/>
                  </a:lnTo>
                  <a:lnTo>
                    <a:pt x="40902" y="71519"/>
                  </a:lnTo>
                  <a:lnTo>
                    <a:pt x="41238" y="0"/>
                  </a:lnTo>
                  <a:close/>
                </a:path>
              </a:pathLst>
            </a:custGeom>
            <a:solidFill>
              <a:srgbClr val="503E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4133;p59"/>
            <p:cNvSpPr/>
            <p:nvPr/>
          </p:nvSpPr>
          <p:spPr>
            <a:xfrm>
              <a:off x="5437136" y="3160094"/>
              <a:ext cx="416399" cy="956963"/>
            </a:xfrm>
            <a:custGeom>
              <a:avLst/>
              <a:gdLst/>
              <a:ahLst/>
              <a:cxnLst/>
              <a:rect l="l" t="t" r="r" b="b"/>
              <a:pathLst>
                <a:path w="41474" h="95315" extrusionOk="0">
                  <a:moveTo>
                    <a:pt x="303" y="0"/>
                  </a:moveTo>
                  <a:lnTo>
                    <a:pt x="1" y="71553"/>
                  </a:lnTo>
                  <a:lnTo>
                    <a:pt x="41171" y="95314"/>
                  </a:lnTo>
                  <a:lnTo>
                    <a:pt x="41474" y="23762"/>
                  </a:lnTo>
                  <a:lnTo>
                    <a:pt x="303"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4134;p59"/>
            <p:cNvSpPr/>
            <p:nvPr/>
          </p:nvSpPr>
          <p:spPr>
            <a:xfrm>
              <a:off x="4897927" y="3488412"/>
              <a:ext cx="824013" cy="477472"/>
            </a:xfrm>
            <a:custGeom>
              <a:avLst/>
              <a:gdLst/>
              <a:ahLst/>
              <a:cxnLst/>
              <a:rect l="l" t="t" r="r" b="b"/>
              <a:pathLst>
                <a:path w="82073" h="47557" extrusionOk="0">
                  <a:moveTo>
                    <a:pt x="40902" y="0"/>
                  </a:moveTo>
                  <a:lnTo>
                    <a:pt x="0" y="23762"/>
                  </a:lnTo>
                  <a:lnTo>
                    <a:pt x="41171" y="47557"/>
                  </a:lnTo>
                  <a:lnTo>
                    <a:pt x="82072" y="23762"/>
                  </a:lnTo>
                  <a:lnTo>
                    <a:pt x="40902" y="0"/>
                  </a:lnTo>
                  <a:close/>
                </a:path>
              </a:pathLst>
            </a:custGeom>
            <a:solidFill>
              <a:srgbClr val="B989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4135;p59"/>
            <p:cNvSpPr/>
            <p:nvPr/>
          </p:nvSpPr>
          <p:spPr>
            <a:xfrm>
              <a:off x="5308242" y="3726973"/>
              <a:ext cx="413698" cy="705240"/>
            </a:xfrm>
            <a:custGeom>
              <a:avLst/>
              <a:gdLst/>
              <a:ahLst/>
              <a:cxnLst/>
              <a:rect l="l" t="t" r="r" b="b"/>
              <a:pathLst>
                <a:path w="41205" h="70243" extrusionOk="0">
                  <a:moveTo>
                    <a:pt x="41204" y="1"/>
                  </a:moveTo>
                  <a:lnTo>
                    <a:pt x="303" y="23796"/>
                  </a:lnTo>
                  <a:lnTo>
                    <a:pt x="0" y="70243"/>
                  </a:lnTo>
                  <a:lnTo>
                    <a:pt x="40902" y="46482"/>
                  </a:lnTo>
                  <a:lnTo>
                    <a:pt x="41204" y="1"/>
                  </a:lnTo>
                  <a:close/>
                </a:path>
              </a:pathLst>
            </a:custGeom>
            <a:solidFill>
              <a:srgbClr val="9A5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4136;p59"/>
            <p:cNvSpPr/>
            <p:nvPr/>
          </p:nvSpPr>
          <p:spPr>
            <a:xfrm>
              <a:off x="4894885" y="3726973"/>
              <a:ext cx="416399" cy="705240"/>
            </a:xfrm>
            <a:custGeom>
              <a:avLst/>
              <a:gdLst/>
              <a:ahLst/>
              <a:cxnLst/>
              <a:rect l="l" t="t" r="r" b="b"/>
              <a:pathLst>
                <a:path w="41474" h="70243" extrusionOk="0">
                  <a:moveTo>
                    <a:pt x="303" y="1"/>
                  </a:moveTo>
                  <a:lnTo>
                    <a:pt x="1" y="46482"/>
                  </a:lnTo>
                  <a:lnTo>
                    <a:pt x="41171" y="70243"/>
                  </a:lnTo>
                  <a:lnTo>
                    <a:pt x="41474" y="23796"/>
                  </a:lnTo>
                  <a:lnTo>
                    <a:pt x="303" y="1"/>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 name="Google Shape;4137;p59"/>
          <p:cNvGrpSpPr/>
          <p:nvPr/>
        </p:nvGrpSpPr>
        <p:grpSpPr>
          <a:xfrm>
            <a:off x="4736145" y="3945544"/>
            <a:ext cx="296016" cy="916840"/>
            <a:chOff x="4671505" y="3621804"/>
            <a:chExt cx="296016" cy="916840"/>
          </a:xfrm>
        </p:grpSpPr>
        <p:sp>
          <p:nvSpPr>
            <p:cNvPr id="22" name="Google Shape;4138;p59"/>
            <p:cNvSpPr/>
            <p:nvPr/>
          </p:nvSpPr>
          <p:spPr>
            <a:xfrm>
              <a:off x="4671505" y="3774894"/>
              <a:ext cx="288519" cy="340808"/>
            </a:xfrm>
            <a:custGeom>
              <a:avLst/>
              <a:gdLst/>
              <a:ahLst/>
              <a:cxnLst/>
              <a:rect l="l" t="t" r="r" b="b"/>
              <a:pathLst>
                <a:path w="28737" h="33945" extrusionOk="0">
                  <a:moveTo>
                    <a:pt x="10554" y="0"/>
                  </a:moveTo>
                  <a:lnTo>
                    <a:pt x="9814" y="1176"/>
                  </a:lnTo>
                  <a:lnTo>
                    <a:pt x="8672" y="1176"/>
                  </a:lnTo>
                  <a:cubicBezTo>
                    <a:pt x="6084" y="1176"/>
                    <a:pt x="3832" y="2958"/>
                    <a:pt x="3227" y="5478"/>
                  </a:cubicBezTo>
                  <a:lnTo>
                    <a:pt x="740" y="16065"/>
                  </a:lnTo>
                  <a:cubicBezTo>
                    <a:pt x="102" y="18888"/>
                    <a:pt x="1" y="21812"/>
                    <a:pt x="438" y="24669"/>
                  </a:cubicBezTo>
                  <a:lnTo>
                    <a:pt x="1312" y="30282"/>
                  </a:lnTo>
                  <a:lnTo>
                    <a:pt x="4403" y="30282"/>
                  </a:lnTo>
                  <a:lnTo>
                    <a:pt x="3698" y="22215"/>
                  </a:lnTo>
                  <a:cubicBezTo>
                    <a:pt x="3631" y="21207"/>
                    <a:pt x="3664" y="20233"/>
                    <a:pt x="3866" y="19258"/>
                  </a:cubicBezTo>
                  <a:lnTo>
                    <a:pt x="5277" y="12200"/>
                  </a:lnTo>
                  <a:lnTo>
                    <a:pt x="7025" y="27391"/>
                  </a:lnTo>
                  <a:cubicBezTo>
                    <a:pt x="7025" y="27391"/>
                    <a:pt x="10002" y="32061"/>
                    <a:pt x="15797" y="32061"/>
                  </a:cubicBezTo>
                  <a:cubicBezTo>
                    <a:pt x="17442" y="32061"/>
                    <a:pt x="19314" y="31684"/>
                    <a:pt x="21409" y="30718"/>
                  </a:cubicBezTo>
                  <a:lnTo>
                    <a:pt x="21409" y="24904"/>
                  </a:lnTo>
                  <a:lnTo>
                    <a:pt x="25611" y="33945"/>
                  </a:lnTo>
                  <a:lnTo>
                    <a:pt x="28736" y="33004"/>
                  </a:lnTo>
                  <a:lnTo>
                    <a:pt x="25442" y="24568"/>
                  </a:lnTo>
                  <a:cubicBezTo>
                    <a:pt x="24804" y="23224"/>
                    <a:pt x="24501" y="21711"/>
                    <a:pt x="24602" y="20233"/>
                  </a:cubicBezTo>
                  <a:lnTo>
                    <a:pt x="25140" y="9478"/>
                  </a:lnTo>
                  <a:cubicBezTo>
                    <a:pt x="25207" y="7865"/>
                    <a:pt x="24770" y="6251"/>
                    <a:pt x="23863" y="4873"/>
                  </a:cubicBezTo>
                  <a:cubicBezTo>
                    <a:pt x="22653" y="3092"/>
                    <a:pt x="20704" y="1882"/>
                    <a:pt x="18553" y="1580"/>
                  </a:cubicBezTo>
                  <a:lnTo>
                    <a:pt x="17040" y="1378"/>
                  </a:lnTo>
                  <a:lnTo>
                    <a:pt x="16301" y="504"/>
                  </a:lnTo>
                  <a:lnTo>
                    <a:pt x="10554" y="0"/>
                  </a:lnTo>
                  <a:close/>
                </a:path>
              </a:pathLst>
            </a:custGeom>
            <a:solidFill>
              <a:srgbClr val="B32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4139;p59"/>
            <p:cNvSpPr/>
            <p:nvPr/>
          </p:nvSpPr>
          <p:spPr>
            <a:xfrm>
              <a:off x="4777458" y="3678721"/>
              <a:ext cx="100902" cy="109235"/>
            </a:xfrm>
            <a:custGeom>
              <a:avLst/>
              <a:gdLst/>
              <a:ahLst/>
              <a:cxnLst/>
              <a:rect l="l" t="t" r="r" b="b"/>
              <a:pathLst>
                <a:path w="10050" h="10880" extrusionOk="0">
                  <a:moveTo>
                    <a:pt x="7899" y="1"/>
                  </a:moveTo>
                  <a:lnTo>
                    <a:pt x="6555" y="1547"/>
                  </a:lnTo>
                  <a:cubicBezTo>
                    <a:pt x="6555" y="1547"/>
                    <a:pt x="6261" y="1422"/>
                    <a:pt x="5946" y="1422"/>
                  </a:cubicBezTo>
                  <a:cubicBezTo>
                    <a:pt x="5442" y="1422"/>
                    <a:pt x="4882" y="1741"/>
                    <a:pt x="5378" y="3395"/>
                  </a:cubicBezTo>
                  <a:cubicBezTo>
                    <a:pt x="5614" y="4101"/>
                    <a:pt x="5445" y="4908"/>
                    <a:pt x="4908" y="5445"/>
                  </a:cubicBezTo>
                  <a:cubicBezTo>
                    <a:pt x="4316" y="6059"/>
                    <a:pt x="3411" y="6686"/>
                    <a:pt x="2220" y="6686"/>
                  </a:cubicBezTo>
                  <a:cubicBezTo>
                    <a:pt x="1583" y="6686"/>
                    <a:pt x="864" y="6507"/>
                    <a:pt x="68" y="6050"/>
                  </a:cubicBezTo>
                  <a:lnTo>
                    <a:pt x="1" y="9579"/>
                  </a:lnTo>
                  <a:cubicBezTo>
                    <a:pt x="1" y="9579"/>
                    <a:pt x="1182" y="10880"/>
                    <a:pt x="3104" y="10880"/>
                  </a:cubicBezTo>
                  <a:cubicBezTo>
                    <a:pt x="3875" y="10880"/>
                    <a:pt x="4766" y="10670"/>
                    <a:pt x="5748" y="10083"/>
                  </a:cubicBezTo>
                  <a:lnTo>
                    <a:pt x="5748" y="8235"/>
                  </a:lnTo>
                  <a:cubicBezTo>
                    <a:pt x="5748" y="8235"/>
                    <a:pt x="10050" y="7731"/>
                    <a:pt x="7899"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4140;p59"/>
            <p:cNvSpPr/>
            <p:nvPr/>
          </p:nvSpPr>
          <p:spPr>
            <a:xfrm>
              <a:off x="4747307" y="3621804"/>
              <a:ext cx="145560" cy="124054"/>
            </a:xfrm>
            <a:custGeom>
              <a:avLst/>
              <a:gdLst/>
              <a:ahLst/>
              <a:cxnLst/>
              <a:rect l="l" t="t" r="r" b="b"/>
              <a:pathLst>
                <a:path w="14498" h="12356" extrusionOk="0">
                  <a:moveTo>
                    <a:pt x="5741" y="1"/>
                  </a:moveTo>
                  <a:cubicBezTo>
                    <a:pt x="3311" y="1"/>
                    <a:pt x="1" y="855"/>
                    <a:pt x="651" y="5670"/>
                  </a:cubicBezTo>
                  <a:cubicBezTo>
                    <a:pt x="651" y="5670"/>
                    <a:pt x="1021" y="8930"/>
                    <a:pt x="3071" y="11719"/>
                  </a:cubicBezTo>
                  <a:cubicBezTo>
                    <a:pt x="3867" y="12176"/>
                    <a:pt x="4586" y="12355"/>
                    <a:pt x="5223" y="12355"/>
                  </a:cubicBezTo>
                  <a:cubicBezTo>
                    <a:pt x="6414" y="12355"/>
                    <a:pt x="7319" y="11728"/>
                    <a:pt x="7911" y="11114"/>
                  </a:cubicBezTo>
                  <a:cubicBezTo>
                    <a:pt x="8448" y="10577"/>
                    <a:pt x="8617" y="9770"/>
                    <a:pt x="8381" y="9064"/>
                  </a:cubicBezTo>
                  <a:cubicBezTo>
                    <a:pt x="7885" y="7410"/>
                    <a:pt x="8445" y="7091"/>
                    <a:pt x="8949" y="7091"/>
                  </a:cubicBezTo>
                  <a:cubicBezTo>
                    <a:pt x="9264" y="7091"/>
                    <a:pt x="9558" y="7216"/>
                    <a:pt x="9558" y="7216"/>
                  </a:cubicBezTo>
                  <a:lnTo>
                    <a:pt x="10902" y="5670"/>
                  </a:lnTo>
                  <a:cubicBezTo>
                    <a:pt x="10902" y="5670"/>
                    <a:pt x="14498" y="1637"/>
                    <a:pt x="8146" y="259"/>
                  </a:cubicBezTo>
                  <a:cubicBezTo>
                    <a:pt x="8146" y="259"/>
                    <a:pt x="7077" y="1"/>
                    <a:pt x="5741" y="1"/>
                  </a:cubicBezTo>
                  <a:close/>
                </a:path>
              </a:pathLst>
            </a:custGeom>
            <a:solidFill>
              <a:srgbClr val="B32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4141;p59"/>
            <p:cNvSpPr/>
            <p:nvPr/>
          </p:nvSpPr>
          <p:spPr>
            <a:xfrm>
              <a:off x="4855749" y="3905815"/>
              <a:ext cx="31044" cy="163321"/>
            </a:xfrm>
            <a:custGeom>
              <a:avLst/>
              <a:gdLst/>
              <a:ahLst/>
              <a:cxnLst/>
              <a:rect l="l" t="t" r="r" b="b"/>
              <a:pathLst>
                <a:path w="3092" h="16267" extrusionOk="0">
                  <a:moveTo>
                    <a:pt x="1714" y="0"/>
                  </a:moveTo>
                  <a:cubicBezTo>
                    <a:pt x="1714" y="0"/>
                    <a:pt x="0" y="6050"/>
                    <a:pt x="269" y="9612"/>
                  </a:cubicBezTo>
                  <a:cubicBezTo>
                    <a:pt x="437" y="12267"/>
                    <a:pt x="2218" y="15023"/>
                    <a:pt x="3092" y="16267"/>
                  </a:cubicBezTo>
                  <a:lnTo>
                    <a:pt x="3092" y="11864"/>
                  </a:lnTo>
                  <a:cubicBezTo>
                    <a:pt x="3092" y="11864"/>
                    <a:pt x="1714" y="9612"/>
                    <a:pt x="1714" y="6756"/>
                  </a:cubicBezTo>
                  <a:lnTo>
                    <a:pt x="1714" y="0"/>
                  </a:lnTo>
                  <a:close/>
                </a:path>
              </a:pathLst>
            </a:custGeom>
            <a:solidFill>
              <a:srgbClr val="A161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4142;p59"/>
            <p:cNvSpPr/>
            <p:nvPr/>
          </p:nvSpPr>
          <p:spPr>
            <a:xfrm>
              <a:off x="4686953" y="4052834"/>
              <a:ext cx="49732" cy="65506"/>
            </a:xfrm>
            <a:custGeom>
              <a:avLst/>
              <a:gdLst/>
              <a:ahLst/>
              <a:cxnLst/>
              <a:rect l="l" t="t" r="r" b="b"/>
              <a:pathLst>
                <a:path w="5076" h="6686" extrusionOk="0">
                  <a:moveTo>
                    <a:pt x="1708" y="1"/>
                  </a:moveTo>
                  <a:cubicBezTo>
                    <a:pt x="792" y="1"/>
                    <a:pt x="1" y="703"/>
                    <a:pt x="1" y="703"/>
                  </a:cubicBezTo>
                  <a:cubicBezTo>
                    <a:pt x="1" y="703"/>
                    <a:pt x="1097" y="6685"/>
                    <a:pt x="3060" y="6685"/>
                  </a:cubicBezTo>
                  <a:cubicBezTo>
                    <a:pt x="3071" y="6685"/>
                    <a:pt x="3082" y="6685"/>
                    <a:pt x="3092" y="6685"/>
                  </a:cubicBezTo>
                  <a:cubicBezTo>
                    <a:pt x="5075" y="6618"/>
                    <a:pt x="4403" y="5576"/>
                    <a:pt x="3765" y="3795"/>
                  </a:cubicBezTo>
                  <a:cubicBezTo>
                    <a:pt x="3572" y="3257"/>
                    <a:pt x="3548" y="3081"/>
                    <a:pt x="3622" y="3081"/>
                  </a:cubicBezTo>
                  <a:lnTo>
                    <a:pt x="3622" y="3081"/>
                  </a:lnTo>
                  <a:cubicBezTo>
                    <a:pt x="3765" y="3081"/>
                    <a:pt x="4269" y="3725"/>
                    <a:pt x="4652" y="3725"/>
                  </a:cubicBezTo>
                  <a:cubicBezTo>
                    <a:pt x="4733" y="3725"/>
                    <a:pt x="4808" y="3696"/>
                    <a:pt x="4874" y="3627"/>
                  </a:cubicBezTo>
                  <a:cubicBezTo>
                    <a:pt x="5075" y="3391"/>
                    <a:pt x="4302" y="2181"/>
                    <a:pt x="3092" y="703"/>
                  </a:cubicBezTo>
                  <a:cubicBezTo>
                    <a:pt x="2656" y="176"/>
                    <a:pt x="2166" y="1"/>
                    <a:pt x="1708"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4143;p59"/>
            <p:cNvSpPr/>
            <p:nvPr/>
          </p:nvSpPr>
          <p:spPr>
            <a:xfrm>
              <a:off x="4737012" y="4441803"/>
              <a:ext cx="97142" cy="56208"/>
            </a:xfrm>
            <a:custGeom>
              <a:avLst/>
              <a:gdLst/>
              <a:ahLst/>
              <a:cxnLst/>
              <a:rect l="l" t="t" r="r" b="b"/>
              <a:pathLst>
                <a:path w="9915" h="5737" extrusionOk="0">
                  <a:moveTo>
                    <a:pt x="6928" y="0"/>
                  </a:moveTo>
                  <a:cubicBezTo>
                    <a:pt x="6075" y="0"/>
                    <a:pt x="4880" y="197"/>
                    <a:pt x="3394" y="932"/>
                  </a:cubicBezTo>
                  <a:cubicBezTo>
                    <a:pt x="762" y="2234"/>
                    <a:pt x="163" y="2348"/>
                    <a:pt x="34" y="2348"/>
                  </a:cubicBezTo>
                  <a:cubicBezTo>
                    <a:pt x="6" y="2348"/>
                    <a:pt x="0" y="2343"/>
                    <a:pt x="0" y="2343"/>
                  </a:cubicBezTo>
                  <a:lnTo>
                    <a:pt x="0" y="5066"/>
                  </a:lnTo>
                  <a:cubicBezTo>
                    <a:pt x="0" y="5066"/>
                    <a:pt x="430" y="5737"/>
                    <a:pt x="1549" y="5737"/>
                  </a:cubicBezTo>
                  <a:cubicBezTo>
                    <a:pt x="1994" y="5737"/>
                    <a:pt x="2548" y="5631"/>
                    <a:pt x="3226" y="5334"/>
                  </a:cubicBezTo>
                  <a:cubicBezTo>
                    <a:pt x="5579" y="4326"/>
                    <a:pt x="9915" y="2343"/>
                    <a:pt x="8436" y="259"/>
                  </a:cubicBezTo>
                  <a:cubicBezTo>
                    <a:pt x="8436" y="259"/>
                    <a:pt x="7907" y="0"/>
                    <a:pt x="6928" y="0"/>
                  </a:cubicBezTo>
                  <a:close/>
                </a:path>
              </a:pathLst>
            </a:custGeom>
            <a:solidFill>
              <a:srgbClr val="B32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4144;p59"/>
            <p:cNvSpPr/>
            <p:nvPr/>
          </p:nvSpPr>
          <p:spPr>
            <a:xfrm>
              <a:off x="4839090" y="4482504"/>
              <a:ext cx="97152" cy="56140"/>
            </a:xfrm>
            <a:custGeom>
              <a:avLst/>
              <a:gdLst/>
              <a:ahLst/>
              <a:cxnLst/>
              <a:rect l="l" t="t" r="r" b="b"/>
              <a:pathLst>
                <a:path w="9916" h="5730" extrusionOk="0">
                  <a:moveTo>
                    <a:pt x="6907" y="0"/>
                  </a:moveTo>
                  <a:cubicBezTo>
                    <a:pt x="6056" y="0"/>
                    <a:pt x="4869" y="201"/>
                    <a:pt x="3395" y="945"/>
                  </a:cubicBezTo>
                  <a:cubicBezTo>
                    <a:pt x="762" y="2248"/>
                    <a:pt x="164" y="2362"/>
                    <a:pt x="34" y="2362"/>
                  </a:cubicBezTo>
                  <a:cubicBezTo>
                    <a:pt x="7" y="2362"/>
                    <a:pt x="1" y="2357"/>
                    <a:pt x="1" y="2357"/>
                  </a:cubicBezTo>
                  <a:lnTo>
                    <a:pt x="1" y="5045"/>
                  </a:lnTo>
                  <a:cubicBezTo>
                    <a:pt x="1" y="5045"/>
                    <a:pt x="439" y="5729"/>
                    <a:pt x="1581" y="5729"/>
                  </a:cubicBezTo>
                  <a:cubicBezTo>
                    <a:pt x="2021" y="5729"/>
                    <a:pt x="2564" y="5628"/>
                    <a:pt x="3227" y="5348"/>
                  </a:cubicBezTo>
                  <a:cubicBezTo>
                    <a:pt x="5580" y="4340"/>
                    <a:pt x="9915" y="2323"/>
                    <a:pt x="8436" y="273"/>
                  </a:cubicBezTo>
                  <a:cubicBezTo>
                    <a:pt x="8436" y="273"/>
                    <a:pt x="7901" y="0"/>
                    <a:pt x="6907" y="0"/>
                  </a:cubicBezTo>
                  <a:close/>
                </a:path>
              </a:pathLst>
            </a:custGeom>
            <a:solidFill>
              <a:srgbClr val="B32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4145;p59"/>
            <p:cNvSpPr/>
            <p:nvPr/>
          </p:nvSpPr>
          <p:spPr>
            <a:xfrm>
              <a:off x="4737012" y="4031396"/>
              <a:ext cx="151146" cy="479656"/>
            </a:xfrm>
            <a:custGeom>
              <a:avLst/>
              <a:gdLst/>
              <a:ahLst/>
              <a:cxnLst/>
              <a:rect l="l" t="t" r="r" b="b"/>
              <a:pathLst>
                <a:path w="15427" h="48957" extrusionOk="0">
                  <a:moveTo>
                    <a:pt x="605" y="0"/>
                  </a:moveTo>
                  <a:lnTo>
                    <a:pt x="0" y="44229"/>
                  </a:lnTo>
                  <a:cubicBezTo>
                    <a:pt x="560" y="44801"/>
                    <a:pt x="1199" y="44991"/>
                    <a:pt x="1801" y="44991"/>
                  </a:cubicBezTo>
                  <a:cubicBezTo>
                    <a:pt x="3006" y="44991"/>
                    <a:pt x="4067" y="44229"/>
                    <a:pt x="4067" y="44229"/>
                  </a:cubicBezTo>
                  <a:lnTo>
                    <a:pt x="7461" y="12133"/>
                  </a:lnTo>
                  <a:lnTo>
                    <a:pt x="10419" y="48464"/>
                  </a:lnTo>
                  <a:cubicBezTo>
                    <a:pt x="10900" y="48834"/>
                    <a:pt x="11513" y="48957"/>
                    <a:pt x="12115" y="48957"/>
                  </a:cubicBezTo>
                  <a:cubicBezTo>
                    <a:pt x="13320" y="48957"/>
                    <a:pt x="14485" y="48464"/>
                    <a:pt x="14485" y="48464"/>
                  </a:cubicBezTo>
                  <a:cubicBezTo>
                    <a:pt x="14485" y="48464"/>
                    <a:pt x="15426" y="13410"/>
                    <a:pt x="15023" y="3327"/>
                  </a:cubicBezTo>
                  <a:cubicBezTo>
                    <a:pt x="4940" y="3327"/>
                    <a:pt x="605" y="0"/>
                    <a:pt x="60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4146;p59"/>
            <p:cNvSpPr/>
            <p:nvPr/>
          </p:nvSpPr>
          <p:spPr>
            <a:xfrm>
              <a:off x="4925373" y="4086383"/>
              <a:ext cx="42149" cy="64027"/>
            </a:xfrm>
            <a:custGeom>
              <a:avLst/>
              <a:gdLst/>
              <a:ahLst/>
              <a:cxnLst/>
              <a:rect l="l" t="t" r="r" b="b"/>
              <a:pathLst>
                <a:path w="4302" h="6535" extrusionOk="0">
                  <a:moveTo>
                    <a:pt x="3126" y="1"/>
                  </a:moveTo>
                  <a:lnTo>
                    <a:pt x="0" y="942"/>
                  </a:lnTo>
                  <a:cubicBezTo>
                    <a:pt x="135" y="1648"/>
                    <a:pt x="303" y="2353"/>
                    <a:pt x="437" y="3059"/>
                  </a:cubicBezTo>
                  <a:cubicBezTo>
                    <a:pt x="639" y="3967"/>
                    <a:pt x="403" y="4941"/>
                    <a:pt x="605" y="5815"/>
                  </a:cubicBezTo>
                  <a:cubicBezTo>
                    <a:pt x="709" y="6336"/>
                    <a:pt x="1238" y="6534"/>
                    <a:pt x="1783" y="6534"/>
                  </a:cubicBezTo>
                  <a:cubicBezTo>
                    <a:pt x="1941" y="6534"/>
                    <a:pt x="2101" y="6518"/>
                    <a:pt x="2252" y="6487"/>
                  </a:cubicBezTo>
                  <a:cubicBezTo>
                    <a:pt x="2823" y="6353"/>
                    <a:pt x="3865" y="5950"/>
                    <a:pt x="4134" y="5378"/>
                  </a:cubicBezTo>
                  <a:cubicBezTo>
                    <a:pt x="4201" y="5244"/>
                    <a:pt x="4235" y="5076"/>
                    <a:pt x="4235" y="4908"/>
                  </a:cubicBezTo>
                  <a:cubicBezTo>
                    <a:pt x="4302" y="4068"/>
                    <a:pt x="4302" y="3093"/>
                    <a:pt x="4100" y="2286"/>
                  </a:cubicBezTo>
                  <a:cubicBezTo>
                    <a:pt x="3899" y="1480"/>
                    <a:pt x="3428" y="740"/>
                    <a:pt x="3126"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4" name="Rectangle 33"/>
          <p:cNvSpPr/>
          <p:nvPr/>
        </p:nvSpPr>
        <p:spPr>
          <a:xfrm>
            <a:off x="956441" y="409903"/>
            <a:ext cx="1776248" cy="646882"/>
          </a:xfrm>
          <a:prstGeom prst="rect">
            <a:avLst/>
          </a:prstGeom>
          <a:no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TextBox 34"/>
          <p:cNvSpPr txBox="1"/>
          <p:nvPr/>
        </p:nvSpPr>
        <p:spPr>
          <a:xfrm>
            <a:off x="1051034" y="533289"/>
            <a:ext cx="2039076" cy="400110"/>
          </a:xfrm>
          <a:prstGeom prst="rect">
            <a:avLst/>
          </a:prstGeom>
          <a:noFill/>
        </p:spPr>
        <p:txBody>
          <a:bodyPr wrap="square" rtlCol="0">
            <a:spAutoFit/>
          </a:bodyPr>
          <a:lstStyle/>
          <a:p>
            <a:r>
              <a:rPr lang="en-US" sz="2000" b="1" dirty="0" smtClean="0">
                <a:solidFill>
                  <a:schemeClr val="bg1"/>
                </a:solidFill>
              </a:rPr>
              <a:t>Thank you!</a:t>
            </a:r>
            <a:endParaRPr lang="en-US" sz="2000" b="1" dirty="0">
              <a:solidFill>
                <a:schemeClr val="bg1"/>
              </a:solidFill>
            </a:endParaRPr>
          </a:p>
        </p:txBody>
      </p:sp>
      <p:cxnSp>
        <p:nvCxnSpPr>
          <p:cNvPr id="37" name="Straight Connector 36"/>
          <p:cNvCxnSpPr>
            <a:endCxn id="34" idx="1"/>
          </p:cNvCxnSpPr>
          <p:nvPr/>
        </p:nvCxnSpPr>
        <p:spPr>
          <a:xfrm>
            <a:off x="0" y="733344"/>
            <a:ext cx="956441"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
        <p:nvSpPr>
          <p:cNvPr id="38" name="Google Shape;4116;p59"/>
          <p:cNvSpPr txBox="1">
            <a:spLocks/>
          </p:cNvSpPr>
          <p:nvPr/>
        </p:nvSpPr>
        <p:spPr>
          <a:xfrm>
            <a:off x="956441" y="1793640"/>
            <a:ext cx="2946900" cy="1021500"/>
          </a:xfrm>
          <a:prstGeom prst="rect">
            <a:avLst/>
          </a:prstGeom>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Clr>
                <a:schemeClr val="dk1"/>
              </a:buClr>
              <a:buSzPts val="1100"/>
            </a:pPr>
            <a:r>
              <a:rPr lang="en-US" sz="1600" dirty="0" smtClean="0">
                <a:solidFill>
                  <a:schemeClr val="bg1"/>
                </a:solidFill>
              </a:rPr>
              <a:t>Do you have any questions?</a:t>
            </a:r>
            <a:endParaRPr lang="en-US" sz="1600" dirty="0">
              <a:solidFill>
                <a:schemeClr val="bg1"/>
              </a:solidFill>
            </a:endParaRPr>
          </a:p>
        </p:txBody>
      </p:sp>
    </p:spTree>
    <p:extLst>
      <p:ext uri="{BB962C8B-B14F-4D97-AF65-F5344CB8AC3E}">
        <p14:creationId xmlns:p14="http://schemas.microsoft.com/office/powerpoint/2010/main" val="4065333796"/>
      </p:ext>
    </p:extLst>
  </p:cSld>
  <p:clrMapOvr>
    <a:masterClrMapping/>
  </p:clrMapOvr>
  <p:timing>
    <p:tnLst>
      <p:par>
        <p:cTn id="1" dur="indefinite" restart="never" nodeType="tmRoot"/>
      </p:par>
    </p:tnLst>
  </p:timing>
</p:sld>
</file>

<file path=ppt/theme/theme1.xml><?xml version="1.0" encoding="utf-8"?>
<a:theme xmlns:a="http://schemas.openxmlformats.org/drawingml/2006/main" name="Data Visualization by Slidesgo">
  <a:themeElements>
    <a:clrScheme name="Simple Light">
      <a:dk1>
        <a:srgbClr val="000000"/>
      </a:dk1>
      <a:lt1>
        <a:srgbClr val="FFFFFF"/>
      </a:lt1>
      <a:dk2>
        <a:srgbClr val="595959"/>
      </a:dk2>
      <a:lt2>
        <a:srgbClr val="EEEEEE"/>
      </a:lt2>
      <a:accent1>
        <a:srgbClr val="8C3EE6"/>
      </a:accent1>
      <a:accent2>
        <a:srgbClr val="220B49"/>
      </a:accent2>
      <a:accent3>
        <a:srgbClr val="8C3EE6"/>
      </a:accent3>
      <a:accent4>
        <a:srgbClr val="D4B6F6"/>
      </a:accent4>
      <a:accent5>
        <a:srgbClr val="B32A9A"/>
      </a:accent5>
      <a:accent6>
        <a:srgbClr val="6D195D"/>
      </a:accent6>
      <a:hlink>
        <a:srgbClr val="D4B6F6"/>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106</TotalTime>
  <Words>810</Words>
  <Application>Microsoft Office PowerPoint</Application>
  <PresentationFormat>On-screen Show (16:9)</PresentationFormat>
  <Paragraphs>89</Paragraphs>
  <Slides>24</Slides>
  <Notes>14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24</vt:i4>
      </vt:variant>
    </vt:vector>
  </HeadingPairs>
  <TitlesOfParts>
    <vt:vector size="30" baseType="lpstr">
      <vt:lpstr>Times New Roman</vt:lpstr>
      <vt:lpstr>Fira Sans</vt:lpstr>
      <vt:lpstr>Raleway</vt:lpstr>
      <vt:lpstr>Arial</vt:lpstr>
      <vt:lpstr>Montserrat</vt:lpstr>
      <vt:lpstr>Data Visualization by Slidesgo</vt:lpstr>
      <vt:lpstr>Mice Protein Expression Dataset</vt:lpstr>
      <vt:lpstr>Glossary</vt:lpstr>
      <vt:lpstr>Problem Definition</vt:lpstr>
      <vt:lpstr>Dataset Description</vt:lpstr>
      <vt:lpstr>Attributes of Dataset</vt:lpstr>
      <vt:lpstr>Preprocessing Data</vt:lpstr>
      <vt:lpstr>PowerPoint Presentation</vt:lpstr>
      <vt:lpstr>MISSION STATEMENT</vt:lpstr>
      <vt:lpstr>Data should be changes into a transaction dataframe.</vt:lpstr>
      <vt:lpstr>Apriori Algorithm</vt:lpstr>
      <vt:lpstr>Fpgrowth Algorithm</vt:lpstr>
      <vt:lpstr>ECLAT  Algorithm</vt:lpstr>
      <vt:lpstr>MISSION STATEMENT</vt:lpstr>
      <vt:lpstr>K-means clustering</vt:lpstr>
      <vt:lpstr>PowerPoint Presentation</vt:lpstr>
      <vt:lpstr>Agnes clustering</vt:lpstr>
      <vt:lpstr>PowerPoint Presentation</vt:lpstr>
      <vt:lpstr>PowerPoint Presentation</vt:lpstr>
      <vt:lpstr>DBSCAN clustering</vt:lpstr>
      <vt:lpstr>PowerPoint Presentation</vt:lpstr>
      <vt:lpstr>MISSION STATEMENT</vt:lpstr>
      <vt:lpstr>Comparing between frequent pattern models</vt:lpstr>
      <vt:lpstr>Comparing between clustering analysis models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Mice Protein Expression Dataset</dc:title>
  <dc:creator>DIALA JASSEM MOHAMMAD BADER JUBEH</dc:creator>
  <cp:lastModifiedBy>Diala Jubeh</cp:lastModifiedBy>
  <cp:revision>16</cp:revision>
  <dcterms:modified xsi:type="dcterms:W3CDTF">2021-01-14T11:59:56Z</dcterms:modified>
</cp:coreProperties>
</file>